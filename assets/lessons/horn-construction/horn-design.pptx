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cc786f9c6324c3b" /><Relationship Type="http://schemas.openxmlformats.org/officeDocument/2006/relationships/extended-properties" Target="/docProps/app.xml" Id="R45d0e356aa85403b" /><Relationship Type="http://schemas.openxmlformats.org/officeDocument/2006/relationships/officeDocument" Target="/ppt/presentation.xml" Id="Reeb3e0dcafe249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c43eedcfa342d7"/>
  </p:sldMasterIdLst>
  <p:notesMasterIdLst>
    <p:notesMasterId xmlns:r="http://schemas.openxmlformats.org/officeDocument/2006/relationships" r:id="Rfe64ef28a87e4be8"/>
  </p:notesMasterIdLst>
  <p:sldIdLst>
    <p:sldId xmlns:r="http://schemas.openxmlformats.org/officeDocument/2006/relationships" id="256" r:id="R5e4e088c2c764fab"/>
    <p:sldId xmlns:r="http://schemas.openxmlformats.org/officeDocument/2006/relationships" id="257" r:id="R7c32aa7ec4f04cfe"/>
    <p:sldId xmlns:r="http://schemas.openxmlformats.org/officeDocument/2006/relationships" id="258" r:id="R23931114a40f412a"/>
    <p:sldId xmlns:r="http://schemas.openxmlformats.org/officeDocument/2006/relationships" id="259" r:id="Rac71a9c9611a4194"/>
    <p:sldId xmlns:r="http://schemas.openxmlformats.org/officeDocument/2006/relationships" id="260" r:id="Rb9f38a915b6e4d97"/>
    <p:sldId xmlns:r="http://schemas.openxmlformats.org/officeDocument/2006/relationships" id="261" r:id="R15eb83a31f414b1c"/>
    <p:sldId xmlns:r="http://schemas.openxmlformats.org/officeDocument/2006/relationships" id="262" r:id="Rc1acc8a0a0be4502"/>
    <p:sldId xmlns:r="http://schemas.openxmlformats.org/officeDocument/2006/relationships" id="263" r:id="R062d5e28d6264ca6"/>
    <p:sldId xmlns:r="http://schemas.openxmlformats.org/officeDocument/2006/relationships" id="264" r:id="R847a9152caf44d01"/>
    <p:sldId xmlns:r="http://schemas.openxmlformats.org/officeDocument/2006/relationships" id="265" r:id="Ra86ac40a7f4e45b0"/>
    <p:sldId xmlns:r="http://schemas.openxmlformats.org/officeDocument/2006/relationships" id="266" r:id="Rd8507d1334cc41f7"/>
  </p:sldIdLst>
  <p:sldSz cx="12191760" cy="754344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3e96224ef0a461c" /><Relationship Type="http://schemas.openxmlformats.org/officeDocument/2006/relationships/slideMaster" Target="/ppt/slideMasters/slideMaster1.xml" Id="R93c43eedcfa342d7" /><Relationship Type="http://schemas.openxmlformats.org/officeDocument/2006/relationships/notesMaster" Target="/ppt/notesMasters/notesMaster1.xml" Id="Rfe64ef28a87e4be8" /><Relationship Type="http://schemas.openxmlformats.org/officeDocument/2006/relationships/presProps" Target="/ppt/presProps.xml" Id="Reeb3cd0e0e194352" /><Relationship Type="http://schemas.openxmlformats.org/officeDocument/2006/relationships/tableStyles" Target="/ppt/tableStyles.xml" Id="R3f617cd62c1a4477" /><Relationship Type="http://schemas.openxmlformats.org/officeDocument/2006/relationships/slide" Target="/ppt/slides/slide1.xml" Id="R5e4e088c2c764fab" /><Relationship Type="http://schemas.openxmlformats.org/officeDocument/2006/relationships/slide" Target="/ppt/slides/slide2.xml" Id="R7c32aa7ec4f04cfe" /><Relationship Type="http://schemas.openxmlformats.org/officeDocument/2006/relationships/slide" Target="/ppt/slides/slide3.xml" Id="R23931114a40f412a" /><Relationship Type="http://schemas.openxmlformats.org/officeDocument/2006/relationships/slide" Target="/ppt/slides/slide4.xml" Id="Rac71a9c9611a4194" /><Relationship Type="http://schemas.openxmlformats.org/officeDocument/2006/relationships/slide" Target="/ppt/slides/slide5.xml" Id="Rb9f38a915b6e4d97" /><Relationship Type="http://schemas.openxmlformats.org/officeDocument/2006/relationships/slide" Target="/ppt/slides/slide6.xml" Id="R15eb83a31f414b1c" /><Relationship Type="http://schemas.openxmlformats.org/officeDocument/2006/relationships/slide" Target="/ppt/slides/slide7.xml" Id="Rc1acc8a0a0be4502" /><Relationship Type="http://schemas.openxmlformats.org/officeDocument/2006/relationships/slide" Target="/ppt/slides/slide8.xml" Id="R062d5e28d6264ca6" /><Relationship Type="http://schemas.openxmlformats.org/officeDocument/2006/relationships/slide" Target="/ppt/slides/slide9.xml" Id="R847a9152caf44d01" /><Relationship Type="http://schemas.openxmlformats.org/officeDocument/2006/relationships/slide" Target="/ppt/slides/slide10.xml" Id="Ra86ac40a7f4e45b0" /><Relationship Type="http://schemas.openxmlformats.org/officeDocument/2006/relationships/slide" Target="/ppt/slides/slide11.xml" Id="Rd8507d1334cc41f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e99cfef0451409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51ae47b0c244bbd" /><Relationship Type="http://schemas.openxmlformats.org/officeDocument/2006/relationships/notesMaster" Target="/ppt/notesMasters/notesMaster1.xml" Id="R0cbab918f3ff4dd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7799b7e92740db" /><Relationship Type="http://schemas.openxmlformats.org/officeDocument/2006/relationships/notesMaster" Target="/ppt/notesMasters/notesMaster1.xml" Id="R3c7b3ef819bd462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d918c8442b0480b" /><Relationship Type="http://schemas.openxmlformats.org/officeDocument/2006/relationships/notesMaster" Target="/ppt/notesMasters/notesMaster1.xml" Id="Rcf1e7e5a2ce048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3c54e2302c4b69" /><Relationship Type="http://schemas.openxmlformats.org/officeDocument/2006/relationships/notesMaster" Target="/ppt/notesMasters/notesMaster1.xml" Id="R089eb83b4cc5430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103288ee167414b" /><Relationship Type="http://schemas.openxmlformats.org/officeDocument/2006/relationships/notesMaster" Target="/ppt/notesMasters/notesMaster1.xml" Id="R8113964ed18948d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bac2f4dda274a4c" /><Relationship Type="http://schemas.openxmlformats.org/officeDocument/2006/relationships/notesMaster" Target="/ppt/notesMasters/notesMaster1.xml" Id="R72763940da864d7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4fb24a7b1f34416" /><Relationship Type="http://schemas.openxmlformats.org/officeDocument/2006/relationships/notesMaster" Target="/ppt/notesMasters/notesMaster1.xml" Id="Ra39d7a2f1f66473d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109e663b4eb4f8a" /><Relationship Type="http://schemas.openxmlformats.org/officeDocument/2006/relationships/notesMaster" Target="/ppt/notesMasters/notesMaster1.xml" Id="R0879f88011f74a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475214140094a12" /><Relationship Type="http://schemas.openxmlformats.org/officeDocument/2006/relationships/notesMaster" Target="/ppt/notesMasters/notesMaster1.xml" Id="Rc601e9b3b21241e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c336f43e4f441da" /><Relationship Type="http://schemas.openxmlformats.org/officeDocument/2006/relationships/notesMaster" Target="/ppt/notesMasters/notesMaster1.xml" Id="R28397953c7f842f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37b5c8489e64893" /><Relationship Type="http://schemas.openxmlformats.org/officeDocument/2006/relationships/notesMaster" Target="/ppt/notesMasters/notesMaster1.xml" Id="R717a6433dc884a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assets/lessons/horn-construction/horn-design.pdf,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1de8c8db495480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4a24dfca1af4448" /><Relationship Type="http://schemas.openxmlformats.org/officeDocument/2006/relationships/slideLayout" Target="/ppt/slideLayouts/slideLayout1.xml" Id="R44a494aa2064499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4a494aa2064499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98468cf199466e" /><Relationship Type="http://schemas.openxmlformats.org/officeDocument/2006/relationships/image" Target="/ppt/media/image.png" Id="Rbb4ffe0246e6479b" /><Relationship Type="http://schemas.openxmlformats.org/officeDocument/2006/relationships/notesSlide" Target="/ppt/notesSlides/notesSlide1.xml" Id="R3ecc7af898bd40e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463675c1a14657" /><Relationship Type="http://schemas.openxmlformats.org/officeDocument/2006/relationships/image" Target="/ppt/media/image2.png" Id="R6eb76e9d8d4a4261" /><Relationship Type="http://schemas.openxmlformats.org/officeDocument/2006/relationships/notesSlide" Target="/ppt/notesSlides/notesSlide2.xml" Id="R3abe1d6dbffb42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6b1c271941a4c04" /><Relationship Type="http://schemas.openxmlformats.org/officeDocument/2006/relationships/image" Target="/ppt/media/image3.png" Id="R1a5b9ee44fe84392" /><Relationship Type="http://schemas.openxmlformats.org/officeDocument/2006/relationships/notesSlide" Target="/ppt/notesSlides/notesSlide3.xml" Id="Ref1cb893f2cb476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4376c55afc46bc" /><Relationship Type="http://schemas.openxmlformats.org/officeDocument/2006/relationships/image" Target="/ppt/media/image4.png" Id="Rdc6eb8f74d1d4df0" /><Relationship Type="http://schemas.openxmlformats.org/officeDocument/2006/relationships/notesSlide" Target="/ppt/notesSlides/notesSlide4.xml" Id="R7b7a93ab29ed43a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d86cd4f7e4c9e" /><Relationship Type="http://schemas.openxmlformats.org/officeDocument/2006/relationships/image" Target="/ppt/media/image5.png" Id="Rdfe6c5f5df3a42d4" /><Relationship Type="http://schemas.openxmlformats.org/officeDocument/2006/relationships/notesSlide" Target="/ppt/notesSlides/notesSlide5.xml" Id="Rdeda6b82e31d4d1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f4fc0bc154b77" /><Relationship Type="http://schemas.openxmlformats.org/officeDocument/2006/relationships/image" Target="/ppt/media/image6.png" Id="R3c9c90e400584dca" /><Relationship Type="http://schemas.openxmlformats.org/officeDocument/2006/relationships/notesSlide" Target="/ppt/notesSlides/notesSlide6.xml" Id="Rae2881f14e674a6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be827308ee4f83" /><Relationship Type="http://schemas.openxmlformats.org/officeDocument/2006/relationships/image" Target="/ppt/media/image7.png" Id="Rd370b590157e411a" /><Relationship Type="http://schemas.openxmlformats.org/officeDocument/2006/relationships/notesSlide" Target="/ppt/notesSlides/notesSlide7.xml" Id="Rb12ee43e2cb6430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eec95fcc254855" /><Relationship Type="http://schemas.openxmlformats.org/officeDocument/2006/relationships/image" Target="/ppt/media/image8.png" Id="Rdbf7a3f6f3ed45f5" /><Relationship Type="http://schemas.openxmlformats.org/officeDocument/2006/relationships/notesSlide" Target="/ppt/notesSlides/notesSlide8.xml" Id="R09d0090b259e433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c6906c2eb649f0" /><Relationship Type="http://schemas.openxmlformats.org/officeDocument/2006/relationships/image" Target="/ppt/media/image9.png" Id="R0af7b969613a41f8" /><Relationship Type="http://schemas.openxmlformats.org/officeDocument/2006/relationships/notesSlide" Target="/ppt/notesSlides/notesSlide9.xml" Id="R80f2f4f562a541d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441c1a9ad450b" /><Relationship Type="http://schemas.openxmlformats.org/officeDocument/2006/relationships/image" Target="/ppt/media/image10.png" Id="Rfa98131533ae46de" /><Relationship Type="http://schemas.openxmlformats.org/officeDocument/2006/relationships/notesSlide" Target="/ppt/notesSlides/notesSlide10.xml" Id="Raa21d21a2f794c9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79d135fac44da" /><Relationship Type="http://schemas.openxmlformats.org/officeDocument/2006/relationships/image" Target="/ppt/media/image11.png" Id="Rf895b7493ba24ec2" /><Relationship Type="http://schemas.openxmlformats.org/officeDocument/2006/relationships/notesSlide" Target="/ppt/notesSlides/notesSlide11.xml" Id="R73eb60ee2e6f42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4ffe0246e6479b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B93DA48-CB40-42D2-B3D1-AC5AB73E8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4160" y="3600090"/>
            <a:ext cx="630961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From a presentation by Daniel Bonnett at DSPIRA 2018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7229B0-FA4C-4714-AD61-07CA40495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7820" y="3905817"/>
            <a:ext cx="3625594" cy="404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9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9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Mathematics &amp; science Teacher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1DF9BA-6025-4929-B0E1-DFD1BE5BC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30220" y="4211405"/>
            <a:ext cx="5857241" cy="40354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8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8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Chandler Academy, Kanawha County, West Virginia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AF8AAA-1E33-4249-A95B-6A9E854F1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2270" y="1311120"/>
            <a:ext cx="6402324" cy="8050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962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962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 Telescope Design and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1B1463-82E1-41FE-B2C3-6F8432FA1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1916070"/>
            <a:ext cx="2886964" cy="8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E3C8BF-B859-4EAF-9171-782D71B5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2EBE78-EE54-467F-9767-4C3C510BD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11</a:t>
            </a:r>
          </a:p>
        </p:txBody>
      </p:sp>
      <p:sp>
        <p:nvSpPr>
          <p:cNvPr id="1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17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26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438685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b76e9d8d4a4261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BE47B0-543A-4CC6-B4D0-BC2DD2C9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6200" y="807353"/>
            <a:ext cx="6862497" cy="108163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32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32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TELESCOPE DESIGN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376A72-F374-415E-AB3E-46BF9F05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650" y="1910736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2FA89-79C9-46FB-8CD2-6522A3419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850" y="1932326"/>
            <a:ext cx="729396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DSPIRA Horn is designed as an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6B5133-A4E9-4BA3-8BD5-D19A33646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850" y="2418736"/>
            <a:ext cx="3145029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“optimal” horn.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7CA8F95-DCA3-4D51-A24F-FC50C3B2F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9050" y="2885842"/>
            <a:ext cx="14478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4E796C-58D9-42E0-B812-E1A891E9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2902352"/>
            <a:ext cx="769375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(which means that the angles of the trapezoidal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9F9090-28F2-4BD0-98A5-D72A84F9E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3268112"/>
            <a:ext cx="769467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sides are set for the resolution of radio waves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460B52-732A-40CB-8E00-B68DAEF8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3633872"/>
            <a:ext cx="2839822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that are collected)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29151C-9CD0-4254-8C56-787F01384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4650" y="4349136"/>
            <a:ext cx="18034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4E36E1-C6BC-4DCB-B860-2409764B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850" y="4369456"/>
            <a:ext cx="863996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DSPIRA Horn is designed as an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8E0152A-AA47-43D5-BE70-80C989DF9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1850" y="4857136"/>
            <a:ext cx="407202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”inexpensive” horn.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5E661C-89AA-4D39-BC5C-9ABDC1A3E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9050" y="5324242"/>
            <a:ext cx="14478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ADAD43-7BB1-46A5-966F-62A6F6185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5340752"/>
            <a:ext cx="769558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(which means that any science classroom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B52515-33B7-43B6-A062-252C1AEA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5706512"/>
            <a:ext cx="769467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teacher can construct this with their students as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3CB920-9AA5-4EAD-BC1F-D4917342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250" y="6072272"/>
            <a:ext cx="382127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 classroom lab activity.)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0D0ED4-4F9C-4025-8502-17ED99AAA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05D1CEE-A1C6-4147-AA74-B61E5B47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11</a:t>
            </a:r>
          </a:p>
        </p:txBody>
      </p:sp>
      <p:sp>
        <p:nvSpPr>
          <p:cNvPr id="21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2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17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23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26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841585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5b9ee44fe84392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BEF025-2D59-424B-B52A-08B7DA98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1670" y="812485"/>
            <a:ext cx="8186776" cy="10730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281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281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TELESCOPE SCHEMATIC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A96F53-D7B8-4248-B4FE-27F9421AB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350" y="3416448"/>
            <a:ext cx="324345" cy="22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LNA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85B2D4-7916-413A-A80F-672FF9DCC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4990" y="3916860"/>
            <a:ext cx="613525" cy="20653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016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016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computer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DAF2AF-418C-4827-880A-FBDBC4B4A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0770" y="3380888"/>
            <a:ext cx="512102" cy="22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Airspy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4C4EB-2771-441D-B2E8-48D1625AC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3630" y="3535828"/>
            <a:ext cx="426605" cy="223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1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1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Radio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888E60-52A9-4C64-8865-90059558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7090" y="2680356"/>
            <a:ext cx="375971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horn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989CF9-0D1B-43FA-8D7A-71030DDB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0770" y="3216296"/>
            <a:ext cx="428549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cable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712EDD-FFED-408A-B0D8-CFD2CE1D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E4CE24-E21A-4810-9F83-534E706B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11</a:t>
            </a:r>
          </a:p>
        </p:txBody>
      </p:sp>
      <p:sp>
        <p:nvSpPr>
          <p:cNvPr id="13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4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17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5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26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207856458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6eb8f74d1d4df0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CBE6DB-4539-49F9-BAA4-153AAA91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770" y="792984"/>
            <a:ext cx="7517436" cy="6949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2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2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 CONSTRUCTION MATERIALS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E1DAF3-A802-4F61-8819-054667899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157317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52775-9D9E-4762-9BF0-3F8350F6C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1587140"/>
            <a:ext cx="4858256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gallon rectangular paint thinner can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BC7C5F-D7DB-453E-B658-2F6E55916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3370" y="195163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BEA3064-DF97-48FB-BCEE-E4B374A09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9120" y="1965600"/>
            <a:ext cx="4032249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(F-style metal gallon container)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3D2DB4-2070-4EC8-BCD8-1A9706C23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236565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29C0E8-4509-4A91-96E3-2D8F6E78D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2379620"/>
            <a:ext cx="5311141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horn sides can be cut from a single 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879316-75E0-47D5-AFF2-610B47D9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760" y="2452772"/>
            <a:ext cx="143180" cy="284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1BF9A3-8F1B-48C6-9EB2-4332DA204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170" y="2379620"/>
            <a:ext cx="133197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8 ft sheet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7BDF6BB-CA95-4A83-BC0A-DB0C55DB6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2685690"/>
            <a:ext cx="260096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½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3E44E-3621-485F-B07F-CD9B6654E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6970" y="2685690"/>
            <a:ext cx="6641335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” to 1” thick aluminized home insulation Styrofoam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2DC1F5-ED17-4723-A2FB-C6786DAA8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2990490"/>
            <a:ext cx="77139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board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5626A7-EECD-4513-A32D-9FF1233E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339054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503584-B72A-4931-A44D-11CE642C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3404510"/>
            <a:ext cx="125222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duct tape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17CF9B-C52E-4600-BEC5-2A92803DB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380456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8D3EC4-1B44-416D-9E11-7CBBEBD1B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3819800"/>
            <a:ext cx="1966214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aluminum tape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1B1AC8-7AE5-44A5-A622-6EDF2D1E7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421985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C77471E-98FC-450C-B86B-0DBEBF80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4233820"/>
            <a:ext cx="188391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2” x 4” boards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72F446-A6F7-4BE2-A7F3-731DB2D84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463514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591011D-A0A4-4BAE-8DD3-15229BB4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4649110"/>
            <a:ext cx="1883918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2” x 2” boards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B4237B-0C01-47DB-B662-CCB2F9A23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8970" y="5049160"/>
            <a:ext cx="127000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CB9CC77-C9A4-4510-BA89-F4798CA0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4720" y="5063130"/>
            <a:ext cx="907542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screws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2DBCFF8-E727-477F-B97D-18687C25D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A57DE0-BF40-4B1D-A933-60E6B5E30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11</a:t>
            </a:r>
          </a:p>
        </p:txBody>
      </p:sp>
      <p:sp>
        <p:nvSpPr>
          <p:cNvPr id="28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29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17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30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1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26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4754122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e6c5f5df3a42d4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03C0FC-8511-46D6-AFC4-5F3E30AF7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7510" y="979842"/>
            <a:ext cx="7180478" cy="7306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96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96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MEASUREMENTS OF THE SIDES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335DEC-24F2-4FC6-9DDD-648C2DC44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4220" y="4485026"/>
            <a:ext cx="802232" cy="243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2’ 5 5/16”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94D0C2-E5D6-4443-94FF-4B6EA215A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6033664"/>
            <a:ext cx="181455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Smaller side of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974B5E-F23F-4364-95D5-E5825F09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6307984"/>
            <a:ext cx="630860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28B91BE-00E1-4280-B8ED-688E4ABD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510" y="6018424"/>
            <a:ext cx="1681505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Larger side of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4DFBCB-E901-4A3A-A307-9BCAE9C71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6510" y="6292744"/>
            <a:ext cx="629716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9CA3A4E-E8AA-48A5-A048-55F6FED85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E2652E-10C1-451D-8A95-C81F7F90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11</a:t>
            </a:r>
          </a:p>
        </p:txBody>
      </p:sp>
      <p:sp>
        <p:nvSpPr>
          <p:cNvPr id="12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13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17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14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26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7396159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9c90e400584dca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F3F059-4FD2-4385-98F9-2DCCB66AF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3210" y="556408"/>
            <a:ext cx="5296356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Piecing the sides together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EB4E6-DDB9-4750-8A91-1A17F1AA0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071C5-02AA-470F-9A16-D47C6DFB7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11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17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26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6939719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70b590157e411a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A4D7BE-57C6-4DEE-9FA3-38954B4E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460" y="775151"/>
            <a:ext cx="3596487" cy="7288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8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58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Can Antenna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ED5F41-FB14-410A-B538-DB6E9DEB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8626F5E-B42C-4069-9458-5CA296CE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11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17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26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51224334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f7a3f6f3ed45f5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CACE2D-E686-47A3-8714-2A4E61D3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4730" y="950108"/>
            <a:ext cx="5277384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LNA mounts directly to the can.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4F0FAC-5481-44B7-BBF5-D2CB56FB7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E20569B-05C5-45FB-9485-64B214FEF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11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17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26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9460215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f7b969613a41f8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C6F44C-D2CF-42EF-8814-1563E585E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3050" y="2803699"/>
            <a:ext cx="6969008" cy="15199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748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48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 STANDS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4385F-0B7E-4206-AF94-AAC26D7FA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40341A6-FB58-428A-8680-F5771241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11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17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26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42217865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98131533ae46de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B32CAE-6118-4E8F-BD78-91FEF4B78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3310" y="569362"/>
            <a:ext cx="5549875" cy="109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5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CONSTRUCTION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C5FF39-70C7-408F-B026-F732A52BA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57BE08-22C8-4514-8630-87355F7A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11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17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26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71557670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5b7493ba24ec2"/>
          <a:stretch xmlns:a="http://schemas.openxmlformats.org/drawingml/2006/main"/>
        </p:blipFill>
        <p:spPr>
          <a:xfrm xmlns:a="http://schemas.openxmlformats.org/drawingml/2006/main">
            <a:off x="200" y="342900"/>
            <a:ext cx="12191361" cy="685764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81020F-E332-4714-8798-18557862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130" y="901848"/>
            <a:ext cx="3595116" cy="731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Horn Base Mount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781E1B-1A34-4CAD-BDBA-C3262E64F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5790"/>
            <a:ext cx="1095351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3242B-9B42-4188-BDA4-9D4073145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91635" y="729579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11</a:t>
            </a:r>
          </a:p>
        </p:txBody>
      </p:sp>
      <p:sp>
        <p:nvSpPr>
          <p:cNvPr id="7" name="WVU DSPIRA navy band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76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2855"/>
          </a:solidFill>
          <a:ln xmlns:a="http://schemas.openxmlformats.org/drawingml/2006/main" w="0">
            <a:noFill/>
          </a:ln>
        </p:spPr>
      </p:sp>
      <p:sp>
        <p:nvSpPr>
          <p:cNvPr id="8" name="WVU DSPIRA gold rul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23850"/>
            <a:ext cx="1219176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AA00"/>
          </a:solidFill>
          <a:ln xmlns:a="http://schemas.openxmlformats.org/drawingml/2006/main" w="0">
            <a:noFill/>
          </a:ln>
        </p:spPr>
      </p:sp>
      <p:sp>
        <p:nvSpPr>
          <p:cNvPr id="9" name="WVU DSPIRA name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19050"/>
            <a:ext cx="2857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WVU DSPIRA univers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260" y="114300"/>
            <a:ext cx="2628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90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FFFFFF"/>
                </a:solidFill>
                <a:latin typeface="Arial"/>
                <a:ea typeface="Arial"/>
                <a:cs typeface="Arial"/>
              </a:rPr>
              <a:t>WEST VIRGINIA UNIVERSITY</a:t>
            </a:r>
          </a:p>
        </p:txBody>
      </p:sp>
    </p:spTree>
    <p:extLst>
      <p:ext uri="{BB962C8B-B14F-4D97-AF65-F5344CB8AC3E}">
        <p14:creationId xmlns:p14="http://schemas.microsoft.com/office/powerpoint/2010/main" val="10157931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Horn design</dc:title>
  <dcterms:created xsi:type="dcterms:W3CDTF">2026-09-26T20:03:02.9180000Z</dcterms:created>
  <dcterms:modified xsi:type="dcterms:W3CDTF">2026-09-26T20:03:02.9180000Z</dcterms:modified>
</coreProperties>
</file>