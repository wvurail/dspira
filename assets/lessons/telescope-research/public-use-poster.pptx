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5"/>
    <p:sldMasterId id="2147483662" r:id="rId6"/>
  </p:sldMasterIdLst>
  <p:notesMasterIdLst>
    <p:notesMasterId r:id="rId7"/>
  </p:notesMasterIdLst>
  <p:sldIdLst>
    <p:sldId id="256" r:id="rId8"/>
  </p:sldIdLst>
  <p:sldSz cy="58293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C1725C6-5FF6-4E2D-974B-285E55D7E999}">
  <a:tblStyle styleId="{DC1725C6-5FF6-4E2D-974B-285E55D7E99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10287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6863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e65c6d0713_2_41:notes"/>
          <p:cNvSpPr txBox="1"/>
          <p:nvPr>
            <p:ph idx="1" type="body"/>
          </p:nvPr>
        </p:nvSpPr>
        <p:spPr>
          <a:xfrm>
            <a:off x="685800" y="46863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ge65c6d0713_2_41:notes"/>
          <p:cNvSpPr/>
          <p:nvPr>
            <p:ph idx="2" type="sldImg"/>
          </p:nvPr>
        </p:nvSpPr>
        <p:spPr>
          <a:xfrm>
            <a:off x="381000" y="10287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10874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1770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50061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4937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50061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7879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4953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50061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7879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4953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4953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50061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7879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50061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8985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7325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50061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7930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50061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34277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5760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1459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10669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50061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5734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50061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490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4951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50061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50061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x48 template">
  <p:cSld name="36x48 template">
    <p:spTree>
      <p:nvGrpSpPr>
        <p:cNvPr id="55" name="Shape 55"/>
        <p:cNvGrpSpPr/>
        <p:nvPr/>
      </p:nvGrpSpPr>
      <p:grpSpPr>
        <a:xfrm>
          <a:off x="0" y="0"/>
          <a:ext cx="0" cy="0"/>
          <a:chOff x="0" y="0"/>
          <a:chExt cx="0" cy="0"/>
        </a:xfrm>
      </p:grpSpPr>
      <p:sp>
        <p:nvSpPr>
          <p:cNvPr id="56" name="Google Shape;56;p14"/>
          <p:cNvSpPr txBox="1"/>
          <p:nvPr>
            <p:ph idx="1" type="body"/>
          </p:nvPr>
        </p:nvSpPr>
        <p:spPr>
          <a:xfrm>
            <a:off x="239182" y="1275215"/>
            <a:ext cx="2095169" cy="132244"/>
          </a:xfrm>
          <a:prstGeom prst="rect">
            <a:avLst/>
          </a:prstGeom>
          <a:noFill/>
          <a:ln>
            <a:noFill/>
          </a:ln>
        </p:spPr>
        <p:txBody>
          <a:bodyPr anchorCtr="0" anchor="t" bIns="43650" lIns="43650" spcFirstLastPara="1" rIns="43650" wrap="square" tIns="43650">
            <a:spAutoFit/>
          </a:bodyPr>
          <a:lstStyle>
            <a:lvl1pPr indent="-228600" lvl="0" marL="457200" marR="0" rtl="0" algn="l">
              <a:spcBef>
                <a:spcPts val="10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1pPr>
            <a:lvl2pPr indent="-260350" lvl="1" marL="9144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2pPr>
            <a:lvl3pPr indent="-260350" lvl="2" marL="13716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3pPr>
            <a:lvl4pPr indent="-260350" lvl="3" marL="18288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4pPr>
            <a:lvl5pPr indent="-260350" lvl="4" marL="22860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7" name="Google Shape;57;p14"/>
          <p:cNvSpPr txBox="1"/>
          <p:nvPr>
            <p:ph idx="2" type="body"/>
          </p:nvPr>
        </p:nvSpPr>
        <p:spPr>
          <a:xfrm>
            <a:off x="239182" y="1141312"/>
            <a:ext cx="2093516" cy="117820"/>
          </a:xfrm>
          <a:prstGeom prst="rect">
            <a:avLst/>
          </a:prstGeom>
          <a:noFill/>
          <a:ln>
            <a:noFill/>
          </a:ln>
        </p:spPr>
        <p:txBody>
          <a:bodyPr anchorCtr="0" anchor="ctr" bIns="17450" lIns="17450" spcFirstLastPara="1" rIns="17450" wrap="square" tIns="17450">
            <a:spAutoFit/>
          </a:bodyPr>
          <a:lstStyle>
            <a:lvl1pPr indent="-228600" lvl="0" marL="457200" marR="0" rtl="0" algn="ctr">
              <a:spcBef>
                <a:spcPts val="100"/>
              </a:spcBef>
              <a:spcAft>
                <a:spcPts val="0"/>
              </a:spcAft>
              <a:buClr>
                <a:srgbClr val="204559"/>
              </a:buClr>
              <a:buSzPts val="700"/>
              <a:buFont typeface="Arial"/>
              <a:buNone/>
              <a:defRPr b="1" i="0" sz="700" u="sng" cap="none" strike="noStrike">
                <a:solidFill>
                  <a:srgbClr val="204559"/>
                </a:solidFill>
                <a:latin typeface="Arial"/>
                <a:ea typeface="Arial"/>
                <a:cs typeface="Arial"/>
                <a:sym typeface="Arial"/>
              </a:defRPr>
            </a:lvl1pPr>
            <a:lvl2pPr indent="-393700" lvl="1" marL="914400" marR="0" rtl="0" algn="l">
              <a:spcBef>
                <a:spcPts val="5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2pPr>
            <a:lvl3pPr indent="-368300" lvl="2" marL="1371600" marR="0" rtl="0" algn="l">
              <a:spcBef>
                <a:spcPts val="4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3pPr>
            <a:lvl4pPr indent="-342900" lvl="3" marL="1828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8" name="Google Shape;58;p14"/>
          <p:cNvSpPr txBox="1"/>
          <p:nvPr>
            <p:ph idx="3" type="body"/>
          </p:nvPr>
        </p:nvSpPr>
        <p:spPr>
          <a:xfrm>
            <a:off x="227134" y="2558831"/>
            <a:ext cx="2093846" cy="117820"/>
          </a:xfrm>
          <a:prstGeom prst="rect">
            <a:avLst/>
          </a:prstGeom>
          <a:noFill/>
          <a:ln>
            <a:noFill/>
          </a:ln>
        </p:spPr>
        <p:txBody>
          <a:bodyPr anchorCtr="0" anchor="ctr" bIns="17450" lIns="17450" spcFirstLastPara="1" rIns="17450" wrap="square" tIns="17450">
            <a:spAutoFit/>
          </a:bodyPr>
          <a:lstStyle>
            <a:lvl1pPr indent="-228600" lvl="0" marL="457200" marR="0" rtl="0" algn="ctr">
              <a:spcBef>
                <a:spcPts val="100"/>
              </a:spcBef>
              <a:spcAft>
                <a:spcPts val="0"/>
              </a:spcAft>
              <a:buClr>
                <a:srgbClr val="204559"/>
              </a:buClr>
              <a:buSzPts val="700"/>
              <a:buFont typeface="Arial"/>
              <a:buNone/>
              <a:defRPr b="1" i="0" sz="700" u="sng" cap="none" strike="noStrike">
                <a:solidFill>
                  <a:srgbClr val="204559"/>
                </a:solidFill>
                <a:latin typeface="Arial"/>
                <a:ea typeface="Arial"/>
                <a:cs typeface="Arial"/>
                <a:sym typeface="Arial"/>
              </a:defRPr>
            </a:lvl1pPr>
            <a:lvl2pPr indent="-393700" lvl="1" marL="914400" marR="0" rtl="0" algn="l">
              <a:spcBef>
                <a:spcPts val="5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2pPr>
            <a:lvl3pPr indent="-368300" lvl="2" marL="1371600" marR="0" rtl="0" algn="l">
              <a:spcBef>
                <a:spcPts val="4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3pPr>
            <a:lvl4pPr indent="-342900" lvl="3" marL="1828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9" name="Google Shape;59;p14"/>
          <p:cNvSpPr txBox="1"/>
          <p:nvPr>
            <p:ph idx="4" type="body"/>
          </p:nvPr>
        </p:nvSpPr>
        <p:spPr>
          <a:xfrm>
            <a:off x="2433660" y="1270958"/>
            <a:ext cx="2093515" cy="132244"/>
          </a:xfrm>
          <a:prstGeom prst="rect">
            <a:avLst/>
          </a:prstGeom>
          <a:noFill/>
          <a:ln>
            <a:noFill/>
          </a:ln>
        </p:spPr>
        <p:txBody>
          <a:bodyPr anchorCtr="0" anchor="t" bIns="43650" lIns="43650" spcFirstLastPara="1" rIns="43650" wrap="square" tIns="43650">
            <a:spAutoFit/>
          </a:bodyPr>
          <a:lstStyle>
            <a:lvl1pPr indent="-228600" lvl="0" marL="457200" marR="0" rtl="0" algn="l">
              <a:spcBef>
                <a:spcPts val="10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1pPr>
            <a:lvl2pPr indent="-260350" lvl="1" marL="9144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2pPr>
            <a:lvl3pPr indent="-260350" lvl="2" marL="13716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3pPr>
            <a:lvl4pPr indent="-260350" lvl="3" marL="18288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4pPr>
            <a:lvl5pPr indent="-260350" lvl="4" marL="22860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0" name="Google Shape;60;p14"/>
          <p:cNvSpPr txBox="1"/>
          <p:nvPr>
            <p:ph idx="5" type="body"/>
          </p:nvPr>
        </p:nvSpPr>
        <p:spPr>
          <a:xfrm>
            <a:off x="2433660" y="1146998"/>
            <a:ext cx="2093516" cy="117820"/>
          </a:xfrm>
          <a:prstGeom prst="rect">
            <a:avLst/>
          </a:prstGeom>
          <a:noFill/>
          <a:ln>
            <a:noFill/>
          </a:ln>
        </p:spPr>
        <p:txBody>
          <a:bodyPr anchorCtr="0" anchor="ctr" bIns="17450" lIns="17450" spcFirstLastPara="1" rIns="17450" wrap="square" tIns="17450">
            <a:spAutoFit/>
          </a:bodyPr>
          <a:lstStyle>
            <a:lvl1pPr indent="-228600" lvl="0" marL="457200" marR="0" rtl="0" algn="ctr">
              <a:spcBef>
                <a:spcPts val="100"/>
              </a:spcBef>
              <a:spcAft>
                <a:spcPts val="0"/>
              </a:spcAft>
              <a:buClr>
                <a:srgbClr val="204559"/>
              </a:buClr>
              <a:buSzPts val="700"/>
              <a:buFont typeface="Arial"/>
              <a:buNone/>
              <a:defRPr b="1" i="0" sz="700" u="sng" cap="none" strike="noStrike">
                <a:solidFill>
                  <a:srgbClr val="204559"/>
                </a:solidFill>
                <a:latin typeface="Arial"/>
                <a:ea typeface="Arial"/>
                <a:cs typeface="Arial"/>
                <a:sym typeface="Arial"/>
              </a:defRPr>
            </a:lvl1pPr>
            <a:lvl2pPr indent="-393700" lvl="1" marL="914400" marR="0" rtl="0" algn="l">
              <a:spcBef>
                <a:spcPts val="5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2pPr>
            <a:lvl3pPr indent="-368300" lvl="2" marL="1371600" marR="0" rtl="0" algn="l">
              <a:spcBef>
                <a:spcPts val="4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3pPr>
            <a:lvl4pPr indent="-342900" lvl="3" marL="1828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1" name="Google Shape;61;p14"/>
          <p:cNvSpPr txBox="1"/>
          <p:nvPr>
            <p:ph idx="6" type="body"/>
          </p:nvPr>
        </p:nvSpPr>
        <p:spPr>
          <a:xfrm>
            <a:off x="4626485" y="1270958"/>
            <a:ext cx="2093515" cy="132244"/>
          </a:xfrm>
          <a:prstGeom prst="rect">
            <a:avLst/>
          </a:prstGeom>
          <a:noFill/>
          <a:ln>
            <a:noFill/>
          </a:ln>
        </p:spPr>
        <p:txBody>
          <a:bodyPr anchorCtr="0" anchor="t" bIns="43650" lIns="43650" spcFirstLastPara="1" rIns="43650" wrap="square" tIns="43650">
            <a:spAutoFit/>
          </a:bodyPr>
          <a:lstStyle>
            <a:lvl1pPr indent="-228600" lvl="0" marL="457200" marR="0" rtl="0" algn="l">
              <a:spcBef>
                <a:spcPts val="10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1pPr>
            <a:lvl2pPr indent="-260350" lvl="1" marL="9144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2pPr>
            <a:lvl3pPr indent="-260350" lvl="2" marL="13716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3pPr>
            <a:lvl4pPr indent="-260350" lvl="3" marL="18288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4pPr>
            <a:lvl5pPr indent="-260350" lvl="4" marL="22860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2" name="Google Shape;62;p14"/>
          <p:cNvSpPr txBox="1"/>
          <p:nvPr>
            <p:ph idx="7" type="body"/>
          </p:nvPr>
        </p:nvSpPr>
        <p:spPr>
          <a:xfrm>
            <a:off x="4628138" y="1146998"/>
            <a:ext cx="2095500" cy="117820"/>
          </a:xfrm>
          <a:prstGeom prst="rect">
            <a:avLst/>
          </a:prstGeom>
          <a:noFill/>
          <a:ln>
            <a:noFill/>
          </a:ln>
        </p:spPr>
        <p:txBody>
          <a:bodyPr anchorCtr="0" anchor="ctr" bIns="17450" lIns="17450" spcFirstLastPara="1" rIns="17450" wrap="square" tIns="17450">
            <a:spAutoFit/>
          </a:bodyPr>
          <a:lstStyle>
            <a:lvl1pPr indent="-228600" lvl="0" marL="457200" marR="0" rtl="0" algn="ctr">
              <a:spcBef>
                <a:spcPts val="100"/>
              </a:spcBef>
              <a:spcAft>
                <a:spcPts val="0"/>
              </a:spcAft>
              <a:buClr>
                <a:srgbClr val="204559"/>
              </a:buClr>
              <a:buSzPts val="700"/>
              <a:buFont typeface="Arial"/>
              <a:buNone/>
              <a:defRPr b="1" i="0" sz="700" u="sng" cap="none" strike="noStrike">
                <a:solidFill>
                  <a:srgbClr val="204559"/>
                </a:solidFill>
                <a:latin typeface="Arial"/>
                <a:ea typeface="Arial"/>
                <a:cs typeface="Arial"/>
                <a:sym typeface="Arial"/>
              </a:defRPr>
            </a:lvl1pPr>
            <a:lvl2pPr indent="-393700" lvl="1" marL="914400" marR="0" rtl="0" algn="l">
              <a:spcBef>
                <a:spcPts val="5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2pPr>
            <a:lvl3pPr indent="-368300" lvl="2" marL="1371600" marR="0" rtl="0" algn="l">
              <a:spcBef>
                <a:spcPts val="4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3pPr>
            <a:lvl4pPr indent="-342900" lvl="3" marL="1828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3" name="Google Shape;63;p14"/>
          <p:cNvSpPr txBox="1"/>
          <p:nvPr>
            <p:ph idx="8" type="body"/>
          </p:nvPr>
        </p:nvSpPr>
        <p:spPr>
          <a:xfrm>
            <a:off x="6825736" y="1146998"/>
            <a:ext cx="2093129" cy="117820"/>
          </a:xfrm>
          <a:prstGeom prst="rect">
            <a:avLst/>
          </a:prstGeom>
          <a:noFill/>
          <a:ln>
            <a:noFill/>
          </a:ln>
        </p:spPr>
        <p:txBody>
          <a:bodyPr anchorCtr="0" anchor="ctr" bIns="17450" lIns="17450" spcFirstLastPara="1" rIns="17450" wrap="square" tIns="17450">
            <a:spAutoFit/>
          </a:bodyPr>
          <a:lstStyle>
            <a:lvl1pPr indent="-228600" lvl="0" marL="457200" marR="0" rtl="0" algn="ctr">
              <a:spcBef>
                <a:spcPts val="100"/>
              </a:spcBef>
              <a:spcAft>
                <a:spcPts val="0"/>
              </a:spcAft>
              <a:buClr>
                <a:srgbClr val="204559"/>
              </a:buClr>
              <a:buSzPts val="700"/>
              <a:buFont typeface="Arial"/>
              <a:buNone/>
              <a:defRPr b="1" i="0" sz="700" u="sng" cap="none" strike="noStrike">
                <a:solidFill>
                  <a:srgbClr val="204559"/>
                </a:solidFill>
                <a:latin typeface="Arial"/>
                <a:ea typeface="Arial"/>
                <a:cs typeface="Arial"/>
                <a:sym typeface="Arial"/>
              </a:defRPr>
            </a:lvl1pPr>
            <a:lvl2pPr indent="-393700" lvl="1" marL="914400" marR="0" rtl="0" algn="l">
              <a:spcBef>
                <a:spcPts val="5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2pPr>
            <a:lvl3pPr indent="-368300" lvl="2" marL="1371600" marR="0" rtl="0" algn="l">
              <a:spcBef>
                <a:spcPts val="4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3pPr>
            <a:lvl4pPr indent="-342900" lvl="3" marL="1828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4" name="Google Shape;64;p14"/>
          <p:cNvSpPr txBox="1"/>
          <p:nvPr>
            <p:ph idx="9" type="body"/>
          </p:nvPr>
        </p:nvSpPr>
        <p:spPr>
          <a:xfrm>
            <a:off x="6825736" y="1275215"/>
            <a:ext cx="2093129" cy="132244"/>
          </a:xfrm>
          <a:prstGeom prst="rect">
            <a:avLst/>
          </a:prstGeom>
          <a:noFill/>
          <a:ln>
            <a:noFill/>
          </a:ln>
        </p:spPr>
        <p:txBody>
          <a:bodyPr anchorCtr="0" anchor="t" bIns="43650" lIns="43650" spcFirstLastPara="1" rIns="43650" wrap="square" tIns="43650">
            <a:spAutoFit/>
          </a:bodyPr>
          <a:lstStyle>
            <a:lvl1pPr indent="-228600" lvl="0" marL="457200" marR="0" rtl="0" algn="l">
              <a:spcBef>
                <a:spcPts val="10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1pPr>
            <a:lvl2pPr indent="-260350" lvl="1" marL="9144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2pPr>
            <a:lvl3pPr indent="-260350" lvl="2" marL="13716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3pPr>
            <a:lvl4pPr indent="-260350" lvl="3" marL="18288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4pPr>
            <a:lvl5pPr indent="-260350" lvl="4" marL="22860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5" name="Google Shape;65;p14"/>
          <p:cNvSpPr txBox="1"/>
          <p:nvPr>
            <p:ph idx="13" type="body"/>
          </p:nvPr>
        </p:nvSpPr>
        <p:spPr>
          <a:xfrm>
            <a:off x="6825736" y="2571877"/>
            <a:ext cx="2093129" cy="117820"/>
          </a:xfrm>
          <a:prstGeom prst="rect">
            <a:avLst/>
          </a:prstGeom>
          <a:noFill/>
          <a:ln>
            <a:noFill/>
          </a:ln>
        </p:spPr>
        <p:txBody>
          <a:bodyPr anchorCtr="0" anchor="ctr" bIns="17450" lIns="17450" spcFirstLastPara="1" rIns="17450" wrap="square" tIns="17450">
            <a:spAutoFit/>
          </a:bodyPr>
          <a:lstStyle>
            <a:lvl1pPr indent="-228600" lvl="0" marL="457200" marR="0" rtl="0" algn="ctr">
              <a:spcBef>
                <a:spcPts val="100"/>
              </a:spcBef>
              <a:spcAft>
                <a:spcPts val="0"/>
              </a:spcAft>
              <a:buClr>
                <a:srgbClr val="204559"/>
              </a:buClr>
              <a:buSzPts val="700"/>
              <a:buFont typeface="Arial"/>
              <a:buNone/>
              <a:defRPr b="1" i="0" sz="700" u="sng" cap="none" strike="noStrike">
                <a:solidFill>
                  <a:srgbClr val="204559"/>
                </a:solidFill>
                <a:latin typeface="Arial"/>
                <a:ea typeface="Arial"/>
                <a:cs typeface="Arial"/>
                <a:sym typeface="Arial"/>
              </a:defRPr>
            </a:lvl1pPr>
            <a:lvl2pPr indent="-393700" lvl="1" marL="914400" marR="0" rtl="0" algn="l">
              <a:spcBef>
                <a:spcPts val="5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2pPr>
            <a:lvl3pPr indent="-368300" lvl="2" marL="1371600" marR="0" rtl="0" algn="l">
              <a:spcBef>
                <a:spcPts val="4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3pPr>
            <a:lvl4pPr indent="-342900" lvl="3" marL="1828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6" name="Google Shape;66;p14"/>
          <p:cNvSpPr txBox="1"/>
          <p:nvPr>
            <p:ph idx="14" type="body"/>
          </p:nvPr>
        </p:nvSpPr>
        <p:spPr>
          <a:xfrm>
            <a:off x="6825212" y="2697271"/>
            <a:ext cx="2094177" cy="132244"/>
          </a:xfrm>
          <a:prstGeom prst="rect">
            <a:avLst/>
          </a:prstGeom>
          <a:noFill/>
          <a:ln>
            <a:noFill/>
          </a:ln>
        </p:spPr>
        <p:txBody>
          <a:bodyPr anchorCtr="0" anchor="t" bIns="43650" lIns="43650" spcFirstLastPara="1" rIns="43650" wrap="square" tIns="43650">
            <a:spAutoFit/>
          </a:bodyPr>
          <a:lstStyle>
            <a:lvl1pPr indent="-228600" lvl="0" marL="457200" marR="0" rtl="0" algn="l">
              <a:spcBef>
                <a:spcPts val="10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1pPr>
            <a:lvl2pPr indent="-260350" lvl="1" marL="9144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2pPr>
            <a:lvl3pPr indent="-260350" lvl="2" marL="13716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3pPr>
            <a:lvl4pPr indent="-260350" lvl="3" marL="18288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4pPr>
            <a:lvl5pPr indent="-260350" lvl="4" marL="22860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7" name="Google Shape;67;p14"/>
          <p:cNvSpPr txBox="1"/>
          <p:nvPr>
            <p:ph idx="15" type="body"/>
          </p:nvPr>
        </p:nvSpPr>
        <p:spPr>
          <a:xfrm>
            <a:off x="6825736" y="4355306"/>
            <a:ext cx="2093129" cy="117820"/>
          </a:xfrm>
          <a:prstGeom prst="rect">
            <a:avLst/>
          </a:prstGeom>
          <a:noFill/>
          <a:ln>
            <a:noFill/>
          </a:ln>
        </p:spPr>
        <p:txBody>
          <a:bodyPr anchorCtr="0" anchor="ctr" bIns="17450" lIns="17450" spcFirstLastPara="1" rIns="17450" wrap="square" tIns="17450">
            <a:spAutoFit/>
          </a:bodyPr>
          <a:lstStyle>
            <a:lvl1pPr indent="-228600" lvl="0" marL="457200" marR="0" rtl="0" algn="ctr">
              <a:spcBef>
                <a:spcPts val="100"/>
              </a:spcBef>
              <a:spcAft>
                <a:spcPts val="0"/>
              </a:spcAft>
              <a:buClr>
                <a:srgbClr val="204559"/>
              </a:buClr>
              <a:buSzPts val="700"/>
              <a:buFont typeface="Arial"/>
              <a:buNone/>
              <a:defRPr b="1" i="0" sz="700" u="sng" cap="none" strike="noStrike">
                <a:solidFill>
                  <a:srgbClr val="204559"/>
                </a:solidFill>
                <a:latin typeface="Arial"/>
                <a:ea typeface="Arial"/>
                <a:cs typeface="Arial"/>
                <a:sym typeface="Arial"/>
              </a:defRPr>
            </a:lvl1pPr>
            <a:lvl2pPr indent="-393700" lvl="1" marL="914400" marR="0" rtl="0" algn="l">
              <a:spcBef>
                <a:spcPts val="5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2pPr>
            <a:lvl3pPr indent="-368300" lvl="2" marL="1371600" marR="0" rtl="0" algn="l">
              <a:spcBef>
                <a:spcPts val="4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3pPr>
            <a:lvl4pPr indent="-342900" lvl="3" marL="1828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8" name="Google Shape;68;p14"/>
          <p:cNvSpPr txBox="1"/>
          <p:nvPr>
            <p:ph idx="16" type="body"/>
          </p:nvPr>
        </p:nvSpPr>
        <p:spPr>
          <a:xfrm>
            <a:off x="6825212" y="4473126"/>
            <a:ext cx="2094177" cy="132244"/>
          </a:xfrm>
          <a:prstGeom prst="rect">
            <a:avLst/>
          </a:prstGeom>
          <a:noFill/>
          <a:ln>
            <a:noFill/>
          </a:ln>
        </p:spPr>
        <p:txBody>
          <a:bodyPr anchorCtr="0" anchor="t" bIns="43650" lIns="43650" spcFirstLastPara="1" rIns="43650" wrap="square" tIns="43650">
            <a:spAutoFit/>
          </a:bodyPr>
          <a:lstStyle>
            <a:lvl1pPr indent="-228600" lvl="0" marL="457200" marR="0" rtl="0" algn="l">
              <a:spcBef>
                <a:spcPts val="10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1pPr>
            <a:lvl2pPr indent="-260350" lvl="1" marL="9144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2pPr>
            <a:lvl3pPr indent="-260350" lvl="2" marL="13716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3pPr>
            <a:lvl4pPr indent="-260350" lvl="3" marL="18288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4pPr>
            <a:lvl5pPr indent="-260350" lvl="4" marL="22860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9" name="Google Shape;69;p14"/>
          <p:cNvSpPr txBox="1"/>
          <p:nvPr>
            <p:ph idx="17" type="body"/>
          </p:nvPr>
        </p:nvSpPr>
        <p:spPr>
          <a:xfrm>
            <a:off x="225811" y="2685897"/>
            <a:ext cx="2095169" cy="132244"/>
          </a:xfrm>
          <a:prstGeom prst="rect">
            <a:avLst/>
          </a:prstGeom>
          <a:noFill/>
          <a:ln>
            <a:noFill/>
          </a:ln>
        </p:spPr>
        <p:txBody>
          <a:bodyPr anchorCtr="0" anchor="t" bIns="43650" lIns="43650" spcFirstLastPara="1" rIns="43650" wrap="square" tIns="43650">
            <a:spAutoFit/>
          </a:bodyPr>
          <a:lstStyle>
            <a:lvl1pPr indent="-228600" lvl="0" marL="457200" marR="0" rtl="0" algn="l">
              <a:spcBef>
                <a:spcPts val="10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1pPr>
            <a:lvl2pPr indent="-260350" lvl="1" marL="9144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2pPr>
            <a:lvl3pPr indent="-260350" lvl="2" marL="13716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3pPr>
            <a:lvl4pPr indent="-260350" lvl="3" marL="18288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4pPr>
            <a:lvl5pPr indent="-260350" lvl="4" marL="22860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70" name="Google Shape;70;p14"/>
          <p:cNvSpPr txBox="1"/>
          <p:nvPr>
            <p:ph idx="18" type="body"/>
          </p:nvPr>
        </p:nvSpPr>
        <p:spPr>
          <a:xfrm>
            <a:off x="1235957" y="803496"/>
            <a:ext cx="6666452" cy="200025"/>
          </a:xfrm>
          <a:prstGeom prst="rect">
            <a:avLst/>
          </a:prstGeom>
          <a:noFill/>
          <a:ln>
            <a:noFill/>
          </a:ln>
        </p:spPr>
        <p:txBody>
          <a:bodyPr anchorCtr="0" anchor="t" bIns="8725" lIns="17450" spcFirstLastPara="1" rIns="17450" wrap="square" tIns="8725">
            <a:normAutofit/>
          </a:bodyPr>
          <a:lstStyle>
            <a:lvl1pPr indent="-228600" lvl="0" marL="457200" marR="0" rtl="0" algn="ctr">
              <a:spcBef>
                <a:spcPts val="200"/>
              </a:spcBef>
              <a:spcAft>
                <a:spcPts val="0"/>
              </a:spcAft>
              <a:buClr>
                <a:schemeClr val="lt1"/>
              </a:buClr>
              <a:buSzPts val="800"/>
              <a:buFont typeface="Arial"/>
              <a:buNone/>
              <a:defRPr b="0" i="0" sz="800" u="none" cap="none" strike="noStrike">
                <a:solidFill>
                  <a:schemeClr val="lt1"/>
                </a:solidFill>
                <a:latin typeface="Arial"/>
                <a:ea typeface="Arial"/>
                <a:cs typeface="Arial"/>
                <a:sym typeface="Arial"/>
              </a:defRPr>
            </a:lvl1pPr>
            <a:lvl2pPr indent="-228600" lvl="1" marL="914400" marR="0" rtl="0" algn="l">
              <a:spcBef>
                <a:spcPts val="3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spcBef>
                <a:spcPts val="3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spcBef>
                <a:spcPts val="3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spcBef>
                <a:spcPts val="3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71" name="Google Shape;71;p14"/>
          <p:cNvSpPr txBox="1"/>
          <p:nvPr>
            <p:ph idx="19" type="body"/>
          </p:nvPr>
        </p:nvSpPr>
        <p:spPr>
          <a:xfrm>
            <a:off x="1235957" y="597331"/>
            <a:ext cx="6666452" cy="200025"/>
          </a:xfrm>
          <a:prstGeom prst="rect">
            <a:avLst/>
          </a:prstGeom>
          <a:noFill/>
          <a:ln>
            <a:noFill/>
          </a:ln>
        </p:spPr>
        <p:txBody>
          <a:bodyPr anchorCtr="1" anchor="t" bIns="8725" lIns="17450" spcFirstLastPara="1" rIns="17450" wrap="square" tIns="8725">
            <a:normAutofit/>
          </a:bodyPr>
          <a:lstStyle>
            <a:lvl1pPr indent="-228600" lvl="0" marL="457200" marR="0" rtl="0" algn="ctr">
              <a:spcBef>
                <a:spcPts val="300"/>
              </a:spcBef>
              <a:spcAft>
                <a:spcPts val="0"/>
              </a:spcAft>
              <a:buClr>
                <a:schemeClr val="lt1"/>
              </a:buClr>
              <a:buSzPts val="1300"/>
              <a:buFont typeface="Arial"/>
              <a:buNone/>
              <a:defRPr b="0" i="0" sz="1300" u="none" cap="none" strike="noStrike">
                <a:solidFill>
                  <a:schemeClr val="lt1"/>
                </a:solidFill>
                <a:latin typeface="Arial"/>
                <a:ea typeface="Arial"/>
                <a:cs typeface="Arial"/>
                <a:sym typeface="Arial"/>
              </a:defRPr>
            </a:lvl1pPr>
            <a:lvl2pPr indent="-228600" lvl="1" marL="914400" marR="0" rtl="0" algn="l">
              <a:spcBef>
                <a:spcPts val="3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spcBef>
                <a:spcPts val="3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spcBef>
                <a:spcPts val="3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spcBef>
                <a:spcPts val="3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72" name="Google Shape;72;p14"/>
          <p:cNvSpPr txBox="1"/>
          <p:nvPr>
            <p:ph idx="20" type="body"/>
          </p:nvPr>
        </p:nvSpPr>
        <p:spPr>
          <a:xfrm>
            <a:off x="1235957" y="375678"/>
            <a:ext cx="6666452" cy="212405"/>
          </a:xfrm>
          <a:prstGeom prst="rect">
            <a:avLst/>
          </a:prstGeom>
          <a:noFill/>
          <a:ln>
            <a:noFill/>
          </a:ln>
        </p:spPr>
        <p:txBody>
          <a:bodyPr anchorCtr="1" anchor="t" bIns="8725" lIns="17450" spcFirstLastPara="1" rIns="17450" wrap="square" tIns="8725">
            <a:normAutofit/>
          </a:bodyPr>
          <a:lstStyle>
            <a:lvl1pPr indent="-228600" lvl="0" marL="457200" marR="0" rtl="0" algn="ctr">
              <a:spcBef>
                <a:spcPts val="300"/>
              </a:spcBef>
              <a:spcAft>
                <a:spcPts val="0"/>
              </a:spcAft>
              <a:buClr>
                <a:schemeClr val="lt1"/>
              </a:buClr>
              <a:buSzPts val="1500"/>
              <a:buFont typeface="Arial"/>
              <a:buNone/>
              <a:defRPr b="1" i="0" sz="1500" u="none" cap="none" strike="noStrike">
                <a:solidFill>
                  <a:schemeClr val="lt1"/>
                </a:solidFill>
                <a:latin typeface="Arial"/>
                <a:ea typeface="Arial"/>
                <a:cs typeface="Arial"/>
                <a:sym typeface="Arial"/>
              </a:defRPr>
            </a:lvl1pPr>
            <a:lvl2pPr indent="-228600" lvl="1" marL="914400" marR="0" rtl="0" algn="l">
              <a:spcBef>
                <a:spcPts val="3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spcBef>
                <a:spcPts val="3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spcBef>
                <a:spcPts val="3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spcBef>
                <a:spcPts val="3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503">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thout guides">
  <p:cSld name="Without guides">
    <p:spTree>
      <p:nvGrpSpPr>
        <p:cNvPr id="73" name="Shape 73"/>
        <p:cNvGrpSpPr/>
        <p:nvPr/>
      </p:nvGrpSpPr>
      <p:grpSpPr>
        <a:xfrm>
          <a:off x="0" y="0"/>
          <a:ext cx="0" cy="0"/>
          <a:chOff x="0" y="0"/>
          <a:chExt cx="0" cy="0"/>
        </a:xfrm>
      </p:grpSpPr>
      <p:sp>
        <p:nvSpPr>
          <p:cNvPr id="74" name="Google Shape;74;p15"/>
          <p:cNvSpPr txBox="1"/>
          <p:nvPr>
            <p:ph idx="1" type="body"/>
          </p:nvPr>
        </p:nvSpPr>
        <p:spPr>
          <a:xfrm>
            <a:off x="239182" y="1275215"/>
            <a:ext cx="2095169" cy="132244"/>
          </a:xfrm>
          <a:prstGeom prst="rect">
            <a:avLst/>
          </a:prstGeom>
          <a:noFill/>
          <a:ln>
            <a:noFill/>
          </a:ln>
        </p:spPr>
        <p:txBody>
          <a:bodyPr anchorCtr="0" anchor="t" bIns="43650" lIns="43650" spcFirstLastPara="1" rIns="43650" wrap="square" tIns="43650">
            <a:spAutoFit/>
          </a:bodyPr>
          <a:lstStyle>
            <a:lvl1pPr indent="-228600" lvl="0" marL="457200" marR="0" rtl="0" algn="l">
              <a:spcBef>
                <a:spcPts val="10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1pPr>
            <a:lvl2pPr indent="-260350" lvl="1" marL="9144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2pPr>
            <a:lvl3pPr indent="-260350" lvl="2" marL="13716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3pPr>
            <a:lvl4pPr indent="-260350" lvl="3" marL="18288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4pPr>
            <a:lvl5pPr indent="-260350" lvl="4" marL="22860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75" name="Google Shape;75;p15"/>
          <p:cNvSpPr txBox="1"/>
          <p:nvPr>
            <p:ph idx="2" type="body"/>
          </p:nvPr>
        </p:nvSpPr>
        <p:spPr>
          <a:xfrm>
            <a:off x="239182" y="1141312"/>
            <a:ext cx="2093516" cy="117820"/>
          </a:xfrm>
          <a:prstGeom prst="rect">
            <a:avLst/>
          </a:prstGeom>
          <a:noFill/>
          <a:ln>
            <a:noFill/>
          </a:ln>
        </p:spPr>
        <p:txBody>
          <a:bodyPr anchorCtr="0" anchor="ctr" bIns="17450" lIns="17450" spcFirstLastPara="1" rIns="17450" wrap="square" tIns="17450">
            <a:spAutoFit/>
          </a:bodyPr>
          <a:lstStyle>
            <a:lvl1pPr indent="-228600" lvl="0" marL="457200" marR="0" rtl="0" algn="ctr">
              <a:spcBef>
                <a:spcPts val="100"/>
              </a:spcBef>
              <a:spcAft>
                <a:spcPts val="0"/>
              </a:spcAft>
              <a:buClr>
                <a:srgbClr val="204559"/>
              </a:buClr>
              <a:buSzPts val="700"/>
              <a:buFont typeface="Arial"/>
              <a:buNone/>
              <a:defRPr b="1" i="0" sz="700" u="sng" cap="none" strike="noStrike">
                <a:solidFill>
                  <a:srgbClr val="204559"/>
                </a:solidFill>
                <a:latin typeface="Arial"/>
                <a:ea typeface="Arial"/>
                <a:cs typeface="Arial"/>
                <a:sym typeface="Arial"/>
              </a:defRPr>
            </a:lvl1pPr>
            <a:lvl2pPr indent="-393700" lvl="1" marL="914400" marR="0" rtl="0" algn="l">
              <a:spcBef>
                <a:spcPts val="5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2pPr>
            <a:lvl3pPr indent="-368300" lvl="2" marL="1371600" marR="0" rtl="0" algn="l">
              <a:spcBef>
                <a:spcPts val="4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3pPr>
            <a:lvl4pPr indent="-342900" lvl="3" marL="1828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76" name="Google Shape;76;p15"/>
          <p:cNvSpPr txBox="1"/>
          <p:nvPr>
            <p:ph idx="3" type="body"/>
          </p:nvPr>
        </p:nvSpPr>
        <p:spPr>
          <a:xfrm>
            <a:off x="227134" y="2558831"/>
            <a:ext cx="2093846" cy="117820"/>
          </a:xfrm>
          <a:prstGeom prst="rect">
            <a:avLst/>
          </a:prstGeom>
          <a:noFill/>
          <a:ln>
            <a:noFill/>
          </a:ln>
        </p:spPr>
        <p:txBody>
          <a:bodyPr anchorCtr="0" anchor="ctr" bIns="17450" lIns="17450" spcFirstLastPara="1" rIns="17450" wrap="square" tIns="17450">
            <a:spAutoFit/>
          </a:bodyPr>
          <a:lstStyle>
            <a:lvl1pPr indent="-228600" lvl="0" marL="457200" marR="0" rtl="0" algn="ctr">
              <a:spcBef>
                <a:spcPts val="100"/>
              </a:spcBef>
              <a:spcAft>
                <a:spcPts val="0"/>
              </a:spcAft>
              <a:buClr>
                <a:srgbClr val="204559"/>
              </a:buClr>
              <a:buSzPts val="700"/>
              <a:buFont typeface="Arial"/>
              <a:buNone/>
              <a:defRPr b="1" i="0" sz="700" u="sng" cap="none" strike="noStrike">
                <a:solidFill>
                  <a:srgbClr val="204559"/>
                </a:solidFill>
                <a:latin typeface="Arial"/>
                <a:ea typeface="Arial"/>
                <a:cs typeface="Arial"/>
                <a:sym typeface="Arial"/>
              </a:defRPr>
            </a:lvl1pPr>
            <a:lvl2pPr indent="-393700" lvl="1" marL="914400" marR="0" rtl="0" algn="l">
              <a:spcBef>
                <a:spcPts val="5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2pPr>
            <a:lvl3pPr indent="-368300" lvl="2" marL="1371600" marR="0" rtl="0" algn="l">
              <a:spcBef>
                <a:spcPts val="4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3pPr>
            <a:lvl4pPr indent="-342900" lvl="3" marL="1828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77" name="Google Shape;77;p15"/>
          <p:cNvSpPr txBox="1"/>
          <p:nvPr>
            <p:ph idx="4" type="body"/>
          </p:nvPr>
        </p:nvSpPr>
        <p:spPr>
          <a:xfrm>
            <a:off x="2433660" y="1270958"/>
            <a:ext cx="2093515" cy="132244"/>
          </a:xfrm>
          <a:prstGeom prst="rect">
            <a:avLst/>
          </a:prstGeom>
          <a:noFill/>
          <a:ln>
            <a:noFill/>
          </a:ln>
        </p:spPr>
        <p:txBody>
          <a:bodyPr anchorCtr="0" anchor="t" bIns="43650" lIns="43650" spcFirstLastPara="1" rIns="43650" wrap="square" tIns="43650">
            <a:spAutoFit/>
          </a:bodyPr>
          <a:lstStyle>
            <a:lvl1pPr indent="-228600" lvl="0" marL="457200" marR="0" rtl="0" algn="l">
              <a:spcBef>
                <a:spcPts val="10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1pPr>
            <a:lvl2pPr indent="-260350" lvl="1" marL="9144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2pPr>
            <a:lvl3pPr indent="-260350" lvl="2" marL="13716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3pPr>
            <a:lvl4pPr indent="-260350" lvl="3" marL="18288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4pPr>
            <a:lvl5pPr indent="-260350" lvl="4" marL="22860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78" name="Google Shape;78;p15"/>
          <p:cNvSpPr txBox="1"/>
          <p:nvPr>
            <p:ph idx="5" type="body"/>
          </p:nvPr>
        </p:nvSpPr>
        <p:spPr>
          <a:xfrm>
            <a:off x="2433660" y="1146998"/>
            <a:ext cx="2093516" cy="117820"/>
          </a:xfrm>
          <a:prstGeom prst="rect">
            <a:avLst/>
          </a:prstGeom>
          <a:noFill/>
          <a:ln>
            <a:noFill/>
          </a:ln>
        </p:spPr>
        <p:txBody>
          <a:bodyPr anchorCtr="0" anchor="ctr" bIns="17450" lIns="17450" spcFirstLastPara="1" rIns="17450" wrap="square" tIns="17450">
            <a:spAutoFit/>
          </a:bodyPr>
          <a:lstStyle>
            <a:lvl1pPr indent="-228600" lvl="0" marL="457200" marR="0" rtl="0" algn="ctr">
              <a:spcBef>
                <a:spcPts val="100"/>
              </a:spcBef>
              <a:spcAft>
                <a:spcPts val="0"/>
              </a:spcAft>
              <a:buClr>
                <a:srgbClr val="204559"/>
              </a:buClr>
              <a:buSzPts val="700"/>
              <a:buFont typeface="Arial"/>
              <a:buNone/>
              <a:defRPr b="1" i="0" sz="700" u="sng" cap="none" strike="noStrike">
                <a:solidFill>
                  <a:srgbClr val="204559"/>
                </a:solidFill>
                <a:latin typeface="Arial"/>
                <a:ea typeface="Arial"/>
                <a:cs typeface="Arial"/>
                <a:sym typeface="Arial"/>
              </a:defRPr>
            </a:lvl1pPr>
            <a:lvl2pPr indent="-393700" lvl="1" marL="914400" marR="0" rtl="0" algn="l">
              <a:spcBef>
                <a:spcPts val="5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2pPr>
            <a:lvl3pPr indent="-368300" lvl="2" marL="1371600" marR="0" rtl="0" algn="l">
              <a:spcBef>
                <a:spcPts val="4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3pPr>
            <a:lvl4pPr indent="-342900" lvl="3" marL="1828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79" name="Google Shape;79;p15"/>
          <p:cNvSpPr txBox="1"/>
          <p:nvPr>
            <p:ph idx="6" type="body"/>
          </p:nvPr>
        </p:nvSpPr>
        <p:spPr>
          <a:xfrm>
            <a:off x="4626485" y="1270958"/>
            <a:ext cx="2093515" cy="132244"/>
          </a:xfrm>
          <a:prstGeom prst="rect">
            <a:avLst/>
          </a:prstGeom>
          <a:noFill/>
          <a:ln>
            <a:noFill/>
          </a:ln>
        </p:spPr>
        <p:txBody>
          <a:bodyPr anchorCtr="0" anchor="t" bIns="43650" lIns="43650" spcFirstLastPara="1" rIns="43650" wrap="square" tIns="43650">
            <a:spAutoFit/>
          </a:bodyPr>
          <a:lstStyle>
            <a:lvl1pPr indent="-228600" lvl="0" marL="457200" marR="0" rtl="0" algn="l">
              <a:spcBef>
                <a:spcPts val="10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1pPr>
            <a:lvl2pPr indent="-260350" lvl="1" marL="9144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2pPr>
            <a:lvl3pPr indent="-260350" lvl="2" marL="13716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3pPr>
            <a:lvl4pPr indent="-260350" lvl="3" marL="18288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4pPr>
            <a:lvl5pPr indent="-260350" lvl="4" marL="22860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0" name="Google Shape;80;p15"/>
          <p:cNvSpPr txBox="1"/>
          <p:nvPr>
            <p:ph idx="7" type="body"/>
          </p:nvPr>
        </p:nvSpPr>
        <p:spPr>
          <a:xfrm>
            <a:off x="4628138" y="1146998"/>
            <a:ext cx="2095500" cy="117820"/>
          </a:xfrm>
          <a:prstGeom prst="rect">
            <a:avLst/>
          </a:prstGeom>
          <a:noFill/>
          <a:ln>
            <a:noFill/>
          </a:ln>
        </p:spPr>
        <p:txBody>
          <a:bodyPr anchorCtr="0" anchor="ctr" bIns="17450" lIns="17450" spcFirstLastPara="1" rIns="17450" wrap="square" tIns="17450">
            <a:spAutoFit/>
          </a:bodyPr>
          <a:lstStyle>
            <a:lvl1pPr indent="-228600" lvl="0" marL="457200" marR="0" rtl="0" algn="ctr">
              <a:spcBef>
                <a:spcPts val="100"/>
              </a:spcBef>
              <a:spcAft>
                <a:spcPts val="0"/>
              </a:spcAft>
              <a:buClr>
                <a:srgbClr val="204559"/>
              </a:buClr>
              <a:buSzPts val="700"/>
              <a:buFont typeface="Arial"/>
              <a:buNone/>
              <a:defRPr b="1" i="0" sz="700" u="sng" cap="none" strike="noStrike">
                <a:solidFill>
                  <a:srgbClr val="204559"/>
                </a:solidFill>
                <a:latin typeface="Arial"/>
                <a:ea typeface="Arial"/>
                <a:cs typeface="Arial"/>
                <a:sym typeface="Arial"/>
              </a:defRPr>
            </a:lvl1pPr>
            <a:lvl2pPr indent="-393700" lvl="1" marL="914400" marR="0" rtl="0" algn="l">
              <a:spcBef>
                <a:spcPts val="5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2pPr>
            <a:lvl3pPr indent="-368300" lvl="2" marL="1371600" marR="0" rtl="0" algn="l">
              <a:spcBef>
                <a:spcPts val="4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3pPr>
            <a:lvl4pPr indent="-342900" lvl="3" marL="1828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1" name="Google Shape;81;p15"/>
          <p:cNvSpPr txBox="1"/>
          <p:nvPr>
            <p:ph idx="8" type="body"/>
          </p:nvPr>
        </p:nvSpPr>
        <p:spPr>
          <a:xfrm>
            <a:off x="6825736" y="1146998"/>
            <a:ext cx="2093129" cy="117820"/>
          </a:xfrm>
          <a:prstGeom prst="rect">
            <a:avLst/>
          </a:prstGeom>
          <a:noFill/>
          <a:ln>
            <a:noFill/>
          </a:ln>
        </p:spPr>
        <p:txBody>
          <a:bodyPr anchorCtr="0" anchor="ctr" bIns="17450" lIns="17450" spcFirstLastPara="1" rIns="17450" wrap="square" tIns="17450">
            <a:spAutoFit/>
          </a:bodyPr>
          <a:lstStyle>
            <a:lvl1pPr indent="-228600" lvl="0" marL="457200" marR="0" rtl="0" algn="ctr">
              <a:spcBef>
                <a:spcPts val="100"/>
              </a:spcBef>
              <a:spcAft>
                <a:spcPts val="0"/>
              </a:spcAft>
              <a:buClr>
                <a:srgbClr val="204559"/>
              </a:buClr>
              <a:buSzPts val="700"/>
              <a:buFont typeface="Arial"/>
              <a:buNone/>
              <a:defRPr b="1" i="0" sz="700" u="sng" cap="none" strike="noStrike">
                <a:solidFill>
                  <a:srgbClr val="204559"/>
                </a:solidFill>
                <a:latin typeface="Arial"/>
                <a:ea typeface="Arial"/>
                <a:cs typeface="Arial"/>
                <a:sym typeface="Arial"/>
              </a:defRPr>
            </a:lvl1pPr>
            <a:lvl2pPr indent="-393700" lvl="1" marL="914400" marR="0" rtl="0" algn="l">
              <a:spcBef>
                <a:spcPts val="5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2pPr>
            <a:lvl3pPr indent="-368300" lvl="2" marL="1371600" marR="0" rtl="0" algn="l">
              <a:spcBef>
                <a:spcPts val="4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3pPr>
            <a:lvl4pPr indent="-342900" lvl="3" marL="1828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2" name="Google Shape;82;p15"/>
          <p:cNvSpPr txBox="1"/>
          <p:nvPr>
            <p:ph idx="9" type="body"/>
          </p:nvPr>
        </p:nvSpPr>
        <p:spPr>
          <a:xfrm>
            <a:off x="6825736" y="1275215"/>
            <a:ext cx="2093129" cy="132244"/>
          </a:xfrm>
          <a:prstGeom prst="rect">
            <a:avLst/>
          </a:prstGeom>
          <a:noFill/>
          <a:ln>
            <a:noFill/>
          </a:ln>
        </p:spPr>
        <p:txBody>
          <a:bodyPr anchorCtr="0" anchor="t" bIns="43650" lIns="43650" spcFirstLastPara="1" rIns="43650" wrap="square" tIns="43650">
            <a:spAutoFit/>
          </a:bodyPr>
          <a:lstStyle>
            <a:lvl1pPr indent="-228600" lvl="0" marL="457200" marR="0" rtl="0" algn="l">
              <a:spcBef>
                <a:spcPts val="10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1pPr>
            <a:lvl2pPr indent="-260350" lvl="1" marL="9144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2pPr>
            <a:lvl3pPr indent="-260350" lvl="2" marL="13716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3pPr>
            <a:lvl4pPr indent="-260350" lvl="3" marL="18288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4pPr>
            <a:lvl5pPr indent="-260350" lvl="4" marL="22860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3" name="Google Shape;83;p15"/>
          <p:cNvSpPr txBox="1"/>
          <p:nvPr>
            <p:ph idx="13" type="body"/>
          </p:nvPr>
        </p:nvSpPr>
        <p:spPr>
          <a:xfrm>
            <a:off x="6825736" y="2571877"/>
            <a:ext cx="2093129" cy="117820"/>
          </a:xfrm>
          <a:prstGeom prst="rect">
            <a:avLst/>
          </a:prstGeom>
          <a:noFill/>
          <a:ln>
            <a:noFill/>
          </a:ln>
        </p:spPr>
        <p:txBody>
          <a:bodyPr anchorCtr="0" anchor="ctr" bIns="17450" lIns="17450" spcFirstLastPara="1" rIns="17450" wrap="square" tIns="17450">
            <a:spAutoFit/>
          </a:bodyPr>
          <a:lstStyle>
            <a:lvl1pPr indent="-228600" lvl="0" marL="457200" marR="0" rtl="0" algn="ctr">
              <a:spcBef>
                <a:spcPts val="100"/>
              </a:spcBef>
              <a:spcAft>
                <a:spcPts val="0"/>
              </a:spcAft>
              <a:buClr>
                <a:srgbClr val="204559"/>
              </a:buClr>
              <a:buSzPts val="700"/>
              <a:buFont typeface="Arial"/>
              <a:buNone/>
              <a:defRPr b="1" i="0" sz="700" u="sng" cap="none" strike="noStrike">
                <a:solidFill>
                  <a:srgbClr val="204559"/>
                </a:solidFill>
                <a:latin typeface="Arial"/>
                <a:ea typeface="Arial"/>
                <a:cs typeface="Arial"/>
                <a:sym typeface="Arial"/>
              </a:defRPr>
            </a:lvl1pPr>
            <a:lvl2pPr indent="-393700" lvl="1" marL="914400" marR="0" rtl="0" algn="l">
              <a:spcBef>
                <a:spcPts val="5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2pPr>
            <a:lvl3pPr indent="-368300" lvl="2" marL="1371600" marR="0" rtl="0" algn="l">
              <a:spcBef>
                <a:spcPts val="4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3pPr>
            <a:lvl4pPr indent="-342900" lvl="3" marL="1828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4" name="Google Shape;84;p15"/>
          <p:cNvSpPr txBox="1"/>
          <p:nvPr>
            <p:ph idx="14" type="body"/>
          </p:nvPr>
        </p:nvSpPr>
        <p:spPr>
          <a:xfrm>
            <a:off x="6825212" y="2697271"/>
            <a:ext cx="2094177" cy="132244"/>
          </a:xfrm>
          <a:prstGeom prst="rect">
            <a:avLst/>
          </a:prstGeom>
          <a:noFill/>
          <a:ln>
            <a:noFill/>
          </a:ln>
        </p:spPr>
        <p:txBody>
          <a:bodyPr anchorCtr="0" anchor="t" bIns="43650" lIns="43650" spcFirstLastPara="1" rIns="43650" wrap="square" tIns="43650">
            <a:spAutoFit/>
          </a:bodyPr>
          <a:lstStyle>
            <a:lvl1pPr indent="-228600" lvl="0" marL="457200" marR="0" rtl="0" algn="l">
              <a:spcBef>
                <a:spcPts val="10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1pPr>
            <a:lvl2pPr indent="-260350" lvl="1" marL="9144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2pPr>
            <a:lvl3pPr indent="-260350" lvl="2" marL="13716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3pPr>
            <a:lvl4pPr indent="-260350" lvl="3" marL="18288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4pPr>
            <a:lvl5pPr indent="-260350" lvl="4" marL="22860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5" name="Google Shape;85;p15"/>
          <p:cNvSpPr txBox="1"/>
          <p:nvPr>
            <p:ph idx="15" type="body"/>
          </p:nvPr>
        </p:nvSpPr>
        <p:spPr>
          <a:xfrm>
            <a:off x="6825736" y="4355306"/>
            <a:ext cx="2093129" cy="117820"/>
          </a:xfrm>
          <a:prstGeom prst="rect">
            <a:avLst/>
          </a:prstGeom>
          <a:noFill/>
          <a:ln>
            <a:noFill/>
          </a:ln>
        </p:spPr>
        <p:txBody>
          <a:bodyPr anchorCtr="0" anchor="ctr" bIns="17450" lIns="17450" spcFirstLastPara="1" rIns="17450" wrap="square" tIns="17450">
            <a:spAutoFit/>
          </a:bodyPr>
          <a:lstStyle>
            <a:lvl1pPr indent="-228600" lvl="0" marL="457200" marR="0" rtl="0" algn="ctr">
              <a:spcBef>
                <a:spcPts val="100"/>
              </a:spcBef>
              <a:spcAft>
                <a:spcPts val="0"/>
              </a:spcAft>
              <a:buClr>
                <a:srgbClr val="204559"/>
              </a:buClr>
              <a:buSzPts val="700"/>
              <a:buFont typeface="Arial"/>
              <a:buNone/>
              <a:defRPr b="1" i="0" sz="700" u="sng" cap="none" strike="noStrike">
                <a:solidFill>
                  <a:srgbClr val="204559"/>
                </a:solidFill>
                <a:latin typeface="Arial"/>
                <a:ea typeface="Arial"/>
                <a:cs typeface="Arial"/>
                <a:sym typeface="Arial"/>
              </a:defRPr>
            </a:lvl1pPr>
            <a:lvl2pPr indent="-393700" lvl="1" marL="914400" marR="0" rtl="0" algn="l">
              <a:spcBef>
                <a:spcPts val="5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2pPr>
            <a:lvl3pPr indent="-368300" lvl="2" marL="1371600" marR="0" rtl="0" algn="l">
              <a:spcBef>
                <a:spcPts val="4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3pPr>
            <a:lvl4pPr indent="-342900" lvl="3" marL="1828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6" name="Google Shape;86;p15"/>
          <p:cNvSpPr txBox="1"/>
          <p:nvPr>
            <p:ph idx="16" type="body"/>
          </p:nvPr>
        </p:nvSpPr>
        <p:spPr>
          <a:xfrm>
            <a:off x="6825212" y="4473126"/>
            <a:ext cx="2094177" cy="132244"/>
          </a:xfrm>
          <a:prstGeom prst="rect">
            <a:avLst/>
          </a:prstGeom>
          <a:noFill/>
          <a:ln>
            <a:noFill/>
          </a:ln>
        </p:spPr>
        <p:txBody>
          <a:bodyPr anchorCtr="0" anchor="t" bIns="43650" lIns="43650" spcFirstLastPara="1" rIns="43650" wrap="square" tIns="43650">
            <a:spAutoFit/>
          </a:bodyPr>
          <a:lstStyle>
            <a:lvl1pPr indent="-228600" lvl="0" marL="457200" marR="0" rtl="0" algn="l">
              <a:spcBef>
                <a:spcPts val="10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1pPr>
            <a:lvl2pPr indent="-260350" lvl="1" marL="9144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2pPr>
            <a:lvl3pPr indent="-260350" lvl="2" marL="13716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3pPr>
            <a:lvl4pPr indent="-260350" lvl="3" marL="18288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4pPr>
            <a:lvl5pPr indent="-260350" lvl="4" marL="22860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7" name="Google Shape;87;p15"/>
          <p:cNvSpPr txBox="1"/>
          <p:nvPr>
            <p:ph idx="17" type="body"/>
          </p:nvPr>
        </p:nvSpPr>
        <p:spPr>
          <a:xfrm>
            <a:off x="225811" y="2685897"/>
            <a:ext cx="2095169" cy="132244"/>
          </a:xfrm>
          <a:prstGeom prst="rect">
            <a:avLst/>
          </a:prstGeom>
          <a:noFill/>
          <a:ln>
            <a:noFill/>
          </a:ln>
        </p:spPr>
        <p:txBody>
          <a:bodyPr anchorCtr="0" anchor="t" bIns="43650" lIns="43650" spcFirstLastPara="1" rIns="43650" wrap="square" tIns="43650">
            <a:spAutoFit/>
          </a:bodyPr>
          <a:lstStyle>
            <a:lvl1pPr indent="-228600" lvl="0" marL="457200" marR="0" rtl="0" algn="l">
              <a:spcBef>
                <a:spcPts val="10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1pPr>
            <a:lvl2pPr indent="-260350" lvl="1" marL="9144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2pPr>
            <a:lvl3pPr indent="-260350" lvl="2" marL="13716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3pPr>
            <a:lvl4pPr indent="-260350" lvl="3" marL="18288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4pPr>
            <a:lvl5pPr indent="-260350" lvl="4" marL="2286000" marR="0" rtl="0" algn="l">
              <a:spcBef>
                <a:spcPts val="100"/>
              </a:spcBef>
              <a:spcAft>
                <a:spcPts val="0"/>
              </a:spcAft>
              <a:buClr>
                <a:schemeClr val="dk1"/>
              </a:buClr>
              <a:buSzPts val="500"/>
              <a:buFont typeface="Arial"/>
              <a:buChar char="»"/>
              <a:defRPr b="0" i="0" sz="500" u="none" cap="none" strike="noStrike">
                <a:solidFill>
                  <a:schemeClr val="dk1"/>
                </a:solidFill>
                <a:latin typeface="Arial"/>
                <a:ea typeface="Arial"/>
                <a:cs typeface="Arial"/>
                <a:sym typeface="Trebuchet MS"/>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8" name="Google Shape;88;p15"/>
          <p:cNvSpPr txBox="1"/>
          <p:nvPr>
            <p:ph idx="18" type="body"/>
          </p:nvPr>
        </p:nvSpPr>
        <p:spPr>
          <a:xfrm>
            <a:off x="1235957" y="803496"/>
            <a:ext cx="6666452" cy="200025"/>
          </a:xfrm>
          <a:prstGeom prst="rect">
            <a:avLst/>
          </a:prstGeom>
          <a:noFill/>
          <a:ln>
            <a:noFill/>
          </a:ln>
        </p:spPr>
        <p:txBody>
          <a:bodyPr anchorCtr="0" anchor="t" bIns="8725" lIns="17450" spcFirstLastPara="1" rIns="17450" wrap="square" tIns="8725">
            <a:normAutofit/>
          </a:bodyPr>
          <a:lstStyle>
            <a:lvl1pPr indent="-228600" lvl="0" marL="457200" marR="0" rtl="0" algn="ctr">
              <a:spcBef>
                <a:spcPts val="200"/>
              </a:spcBef>
              <a:spcAft>
                <a:spcPts val="0"/>
              </a:spcAft>
              <a:buClr>
                <a:schemeClr val="lt1"/>
              </a:buClr>
              <a:buSzPts val="800"/>
              <a:buFont typeface="Arial"/>
              <a:buNone/>
              <a:defRPr b="0" i="0" sz="800" u="none" cap="none" strike="noStrike">
                <a:solidFill>
                  <a:schemeClr val="lt1"/>
                </a:solidFill>
                <a:latin typeface="Arial"/>
                <a:ea typeface="Arial"/>
                <a:cs typeface="Arial"/>
                <a:sym typeface="Arial"/>
              </a:defRPr>
            </a:lvl1pPr>
            <a:lvl2pPr indent="-228600" lvl="1" marL="914400" marR="0" rtl="0" algn="l">
              <a:spcBef>
                <a:spcPts val="3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spcBef>
                <a:spcPts val="3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spcBef>
                <a:spcPts val="3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spcBef>
                <a:spcPts val="3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9" name="Google Shape;89;p15"/>
          <p:cNvSpPr txBox="1"/>
          <p:nvPr>
            <p:ph idx="19" type="body"/>
          </p:nvPr>
        </p:nvSpPr>
        <p:spPr>
          <a:xfrm>
            <a:off x="1235957" y="597331"/>
            <a:ext cx="6666452" cy="200025"/>
          </a:xfrm>
          <a:prstGeom prst="rect">
            <a:avLst/>
          </a:prstGeom>
          <a:noFill/>
          <a:ln>
            <a:noFill/>
          </a:ln>
        </p:spPr>
        <p:txBody>
          <a:bodyPr anchorCtr="1" anchor="t" bIns="8725" lIns="17450" spcFirstLastPara="1" rIns="17450" wrap="square" tIns="8725">
            <a:normAutofit/>
          </a:bodyPr>
          <a:lstStyle>
            <a:lvl1pPr indent="-228600" lvl="0" marL="457200" marR="0" rtl="0" algn="ctr">
              <a:spcBef>
                <a:spcPts val="300"/>
              </a:spcBef>
              <a:spcAft>
                <a:spcPts val="0"/>
              </a:spcAft>
              <a:buClr>
                <a:schemeClr val="lt1"/>
              </a:buClr>
              <a:buSzPts val="1300"/>
              <a:buFont typeface="Arial"/>
              <a:buNone/>
              <a:defRPr b="0" i="0" sz="1300" u="none" cap="none" strike="noStrike">
                <a:solidFill>
                  <a:schemeClr val="lt1"/>
                </a:solidFill>
                <a:latin typeface="Arial"/>
                <a:ea typeface="Arial"/>
                <a:cs typeface="Arial"/>
                <a:sym typeface="Arial"/>
              </a:defRPr>
            </a:lvl1pPr>
            <a:lvl2pPr indent="-228600" lvl="1" marL="914400" marR="0" rtl="0" algn="l">
              <a:spcBef>
                <a:spcPts val="3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spcBef>
                <a:spcPts val="3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spcBef>
                <a:spcPts val="3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spcBef>
                <a:spcPts val="3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0" name="Google Shape;90;p15"/>
          <p:cNvSpPr txBox="1"/>
          <p:nvPr>
            <p:ph idx="20" type="body"/>
          </p:nvPr>
        </p:nvSpPr>
        <p:spPr>
          <a:xfrm>
            <a:off x="1235957" y="375678"/>
            <a:ext cx="6666452" cy="212405"/>
          </a:xfrm>
          <a:prstGeom prst="rect">
            <a:avLst/>
          </a:prstGeom>
          <a:noFill/>
          <a:ln>
            <a:noFill/>
          </a:ln>
        </p:spPr>
        <p:txBody>
          <a:bodyPr anchorCtr="1" anchor="t" bIns="8725" lIns="17450" spcFirstLastPara="1" rIns="17450" wrap="square" tIns="8725">
            <a:normAutofit/>
          </a:bodyPr>
          <a:lstStyle>
            <a:lvl1pPr indent="-228600" lvl="0" marL="457200" marR="0" rtl="0" algn="ctr">
              <a:spcBef>
                <a:spcPts val="300"/>
              </a:spcBef>
              <a:spcAft>
                <a:spcPts val="0"/>
              </a:spcAft>
              <a:buClr>
                <a:schemeClr val="lt1"/>
              </a:buClr>
              <a:buSzPts val="1500"/>
              <a:buFont typeface="Arial"/>
              <a:buNone/>
              <a:defRPr b="1" i="0" sz="1500" u="none" cap="none" strike="noStrike">
                <a:solidFill>
                  <a:schemeClr val="lt1"/>
                </a:solidFill>
                <a:latin typeface="Arial"/>
                <a:ea typeface="Arial"/>
                <a:cs typeface="Arial"/>
                <a:sym typeface="Arial"/>
              </a:defRPr>
            </a:lvl1pPr>
            <a:lvl2pPr indent="-228600" lvl="1" marL="914400" marR="0" rtl="0" algn="l">
              <a:spcBef>
                <a:spcPts val="3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spcBef>
                <a:spcPts val="3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spcBef>
                <a:spcPts val="3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spcBef>
                <a:spcPts val="3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7879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4953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50061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50" name="Shape 50"/>
        <p:cNvGrpSpPr/>
        <p:nvPr/>
      </p:nvGrpSpPr>
      <p:grpSpPr>
        <a:xfrm>
          <a:off x="0" y="0"/>
          <a:ext cx="0" cy="0"/>
          <a:chOff x="0" y="0"/>
          <a:chExt cx="0" cy="0"/>
        </a:xfrm>
      </p:grpSpPr>
      <p:sp>
        <p:nvSpPr>
          <p:cNvPr id="51" name="Google Shape;51;p13"/>
          <p:cNvSpPr/>
          <p:nvPr/>
        </p:nvSpPr>
        <p:spPr>
          <a:xfrm>
            <a:off x="0" y="5216577"/>
            <a:ext cx="9144000" cy="269823"/>
          </a:xfrm>
          <a:prstGeom prst="rect">
            <a:avLst/>
          </a:prstGeom>
          <a:solidFill>
            <a:srgbClr val="204559"/>
          </a:solidFill>
          <a:ln>
            <a:noFill/>
          </a:ln>
        </p:spPr>
        <p:txBody>
          <a:bodyPr anchorCtr="0" anchor="ctr" bIns="24825" lIns="49675" spcFirstLastPara="1" rIns="49675" wrap="square" tIns="24825">
            <a:noAutofit/>
          </a:bodyPr>
          <a:lstStyle/>
          <a:p>
            <a:pPr indent="0" lvl="0" marL="0" marR="0" rtl="0" algn="l">
              <a:spcBef>
                <a:spcPts val="0"/>
              </a:spcBef>
              <a:spcAft>
                <a:spcPts val="0"/>
              </a:spcAft>
              <a:buNone/>
            </a:pPr>
            <a:r>
              <a:t/>
            </a:r>
            <a:endParaRPr b="0" i="0" sz="2700" u="none" cap="none" strike="noStrike">
              <a:solidFill>
                <a:schemeClr val="dk1"/>
              </a:solidFill>
              <a:latin typeface="Arial"/>
              <a:ea typeface="Arial"/>
              <a:cs typeface="Arial"/>
              <a:sym typeface="Arial"/>
            </a:endParaRPr>
          </a:p>
        </p:txBody>
      </p:sp>
      <p:sp>
        <p:nvSpPr>
          <p:cNvPr id="52" name="Google Shape;52;p13"/>
          <p:cNvSpPr/>
          <p:nvPr/>
        </p:nvSpPr>
        <p:spPr>
          <a:xfrm>
            <a:off x="0" y="340426"/>
            <a:ext cx="9144000" cy="810457"/>
          </a:xfrm>
          <a:prstGeom prst="rect">
            <a:avLst/>
          </a:prstGeom>
          <a:solidFill>
            <a:srgbClr val="204559"/>
          </a:solidFill>
          <a:ln>
            <a:noFill/>
          </a:ln>
        </p:spPr>
        <p:txBody>
          <a:bodyPr anchorCtr="0" anchor="ctr" bIns="24825" lIns="49675" spcFirstLastPara="1" rIns="49675" wrap="square" tIns="24825">
            <a:noAutofit/>
          </a:bodyPr>
          <a:lstStyle/>
          <a:p>
            <a:pPr indent="0" lvl="0" marL="0" marR="0" rtl="0" algn="l">
              <a:spcBef>
                <a:spcPts val="0"/>
              </a:spcBef>
              <a:spcAft>
                <a:spcPts val="0"/>
              </a:spcAft>
              <a:buNone/>
            </a:pPr>
            <a:r>
              <a:t/>
            </a:r>
            <a:endParaRPr b="0" i="0" sz="2700" u="none" cap="none" strike="noStrike">
              <a:solidFill>
                <a:schemeClr val="dk1"/>
              </a:solidFill>
              <a:latin typeface="Arial"/>
              <a:ea typeface="Arial"/>
              <a:cs typeface="Arial"/>
              <a:sym typeface="Arial"/>
            </a:endParaRPr>
          </a:p>
        </p:txBody>
      </p:sp>
      <p:sp>
        <p:nvSpPr>
          <p:cNvPr id="53" name="Google Shape;53;p13"/>
          <p:cNvSpPr/>
          <p:nvPr/>
        </p:nvSpPr>
        <p:spPr>
          <a:xfrm>
            <a:off x="152399" y="989097"/>
            <a:ext cx="8839201" cy="4325616"/>
          </a:xfrm>
          <a:prstGeom prst="roundRect">
            <a:avLst>
              <a:gd fmla="val 0" name="adj"/>
            </a:avLst>
          </a:prstGeom>
          <a:solidFill>
            <a:schemeClr val="lt1"/>
          </a:solidFill>
          <a:ln cap="flat" cmpd="sng" w="19050">
            <a:solidFill>
              <a:srgbClr val="204559"/>
            </a:solidFill>
            <a:prstDash val="solid"/>
            <a:round/>
            <a:headEnd len="sm" w="sm" type="none"/>
            <a:tailEnd len="sm" w="sm" type="none"/>
          </a:ln>
          <a:effectLst>
            <a:outerShdw blurRad="355600" sx="101000" rotWithShape="0" algn="ctr" sy="101000">
              <a:srgbClr val="000000">
                <a:alpha val="16863"/>
              </a:srgbClr>
            </a:outerShdw>
          </a:effectLst>
        </p:spPr>
        <p:txBody>
          <a:bodyPr anchorCtr="0" anchor="ctr" bIns="8725" lIns="17450" spcFirstLastPara="1" rIns="17450" wrap="square" tIns="8725">
            <a:noAutofit/>
          </a:bodyPr>
          <a:lstStyle/>
          <a:p>
            <a:pPr indent="0" lvl="0" marL="0" marR="0" rtl="0" algn="ctr">
              <a:spcBef>
                <a:spcPts val="0"/>
              </a:spcBef>
              <a:spcAft>
                <a:spcPts val="0"/>
              </a:spcAft>
              <a:buNone/>
            </a:pPr>
            <a:r>
              <a:t/>
            </a:r>
            <a:endParaRPr b="0" i="0" sz="2700" u="none" cap="none" strike="noStrike">
              <a:solidFill>
                <a:schemeClr val="lt1"/>
              </a:solidFill>
              <a:latin typeface="Arial"/>
              <a:ea typeface="Arial"/>
              <a:cs typeface="Arial"/>
              <a:sym typeface="Arial"/>
            </a:endParaRPr>
          </a:p>
        </p:txBody>
      </p:sp>
      <p:sp>
        <p:nvSpPr>
          <p:cNvPr id="54" name="Google Shape;54;p13"/>
          <p:cNvSpPr txBox="1"/>
          <p:nvPr/>
        </p:nvSpPr>
        <p:spPr>
          <a:xfrm>
            <a:off x="152399" y="5351488"/>
            <a:ext cx="523875" cy="53349"/>
          </a:xfrm>
          <a:prstGeom prst="rect">
            <a:avLst/>
          </a:prstGeom>
          <a:noFill/>
          <a:ln>
            <a:noFill/>
          </a:ln>
        </p:spPr>
        <p:txBody>
          <a:bodyPr anchorCtr="0" anchor="t" bIns="8700" lIns="17425" spcFirstLastPara="1" rIns="17425" wrap="square" tIns="8700">
            <a:spAutoFit/>
          </a:bodyPr>
          <a:lstStyle/>
          <a:p>
            <a:pPr indent="0" lvl="0" marL="0" marR="0" rtl="0" algn="l">
              <a:lnSpc>
                <a:spcPct val="65000"/>
              </a:lnSpc>
              <a:spcBef>
                <a:spcPts val="0"/>
              </a:spcBef>
              <a:spcAft>
                <a:spcPts val="0"/>
              </a:spcAft>
              <a:buNone/>
            </a:pPr>
            <a:r>
              <a:rPr b="1" i="0" lang="en" sz="100" u="none" cap="none" strike="noStrike">
                <a:solidFill>
                  <a:srgbClr val="BFBFBF"/>
                </a:solidFill>
                <a:latin typeface="Arial"/>
                <a:ea typeface="Arial"/>
                <a:cs typeface="Arial"/>
                <a:sym typeface="Arial"/>
              </a:rPr>
              <a:t>RESEARCH POSTER PRESENTATION DESIGN © 2019</a:t>
            </a:r>
            <a:endParaRPr sz="300"/>
          </a:p>
          <a:p>
            <a:pPr indent="0" lvl="0" marL="0" marR="0" rtl="0" algn="l">
              <a:lnSpc>
                <a:spcPct val="65000"/>
              </a:lnSpc>
              <a:spcBef>
                <a:spcPts val="100"/>
              </a:spcBef>
              <a:spcAft>
                <a:spcPts val="0"/>
              </a:spcAft>
              <a:buNone/>
            </a:pPr>
            <a:r>
              <a:rPr b="1" i="0" lang="en" sz="200" u="none" cap="none" strike="noStrike">
                <a:solidFill>
                  <a:srgbClr val="BFBFBF"/>
                </a:solidFill>
                <a:latin typeface="Arial"/>
                <a:ea typeface="Arial"/>
                <a:cs typeface="Arial"/>
                <a:sym typeface="Arial"/>
              </a:rPr>
              <a:t>www.PosterPresentations.com</a:t>
            </a:r>
            <a:endParaRPr sz="300"/>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3.jpg"/><Relationship Id="rId5"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6"/>
          <p:cNvSpPr txBox="1"/>
          <p:nvPr>
            <p:ph idx="20" type="body"/>
          </p:nvPr>
        </p:nvSpPr>
        <p:spPr>
          <a:xfrm>
            <a:off x="1235957" y="404230"/>
            <a:ext cx="6666452" cy="212405"/>
          </a:xfrm>
          <a:prstGeom prst="rect">
            <a:avLst/>
          </a:prstGeom>
          <a:noFill/>
          <a:ln>
            <a:noFill/>
          </a:ln>
        </p:spPr>
        <p:txBody>
          <a:bodyPr anchorCtr="1" anchor="t" bIns="8725" lIns="17450" spcFirstLastPara="1" rIns="17450" wrap="square" tIns="8725">
            <a:normAutofit/>
          </a:bodyPr>
          <a:lstStyle/>
          <a:p>
            <a:pPr indent="0" lvl="0" marL="0" rtl="0" algn="ctr">
              <a:spcBef>
                <a:spcPts val="0"/>
              </a:spcBef>
              <a:spcAft>
                <a:spcPts val="0"/>
              </a:spcAft>
              <a:buClr>
                <a:schemeClr val="lt1"/>
              </a:buClr>
              <a:buSzPts val="1500"/>
              <a:buFont typeface="Times New Roman"/>
              <a:buNone/>
            </a:pPr>
            <a:r>
              <a:rPr b="1" i="0" lang="en" sz="1500" u="none" strike="noStrike">
                <a:latin typeface="Arial"/>
                <a:ea typeface="Arial"/>
                <a:cs typeface="Arial"/>
                <a:sym typeface="Times New Roman"/>
              </a:rPr>
              <a:t>Testing the Effectiveness of the DSPIRA Radio Telescope for Public Use</a:t>
            </a:r>
            <a:endParaRPr sz="11400"/>
          </a:p>
          <a:p>
            <a:pPr indent="0" lvl="0" marL="0" rtl="0" algn="ctr">
              <a:spcBef>
                <a:spcPts val="300"/>
              </a:spcBef>
              <a:spcAft>
                <a:spcPts val="0"/>
              </a:spcAft>
              <a:buClr>
                <a:schemeClr val="lt1"/>
              </a:buClr>
              <a:buSzPts val="1500"/>
              <a:buFont typeface="Arial"/>
              <a:buNone/>
            </a:pPr>
            <a:r>
              <a:t/>
            </a:r>
            <a:endParaRPr sz="300"/>
          </a:p>
        </p:txBody>
      </p:sp>
      <p:sp>
        <p:nvSpPr>
          <p:cNvPr id="96" name="Google Shape;96;p16"/>
          <p:cNvSpPr txBox="1"/>
          <p:nvPr>
            <p:ph idx="19" type="body"/>
          </p:nvPr>
        </p:nvSpPr>
        <p:spPr>
          <a:xfrm>
            <a:off x="1241532" y="645980"/>
            <a:ext cx="6666600" cy="200100"/>
          </a:xfrm>
          <a:prstGeom prst="rect">
            <a:avLst/>
          </a:prstGeom>
          <a:noFill/>
          <a:ln>
            <a:noFill/>
          </a:ln>
        </p:spPr>
        <p:txBody>
          <a:bodyPr anchorCtr="1" anchor="t" bIns="8725" lIns="17450" spcFirstLastPara="1" rIns="17450" wrap="square" tIns="8725">
            <a:normAutofit/>
          </a:bodyPr>
          <a:lstStyle/>
          <a:p>
            <a:pPr indent="0" lvl="0" marL="0" rtl="0" algn="ctr">
              <a:spcBef>
                <a:spcPts val="0"/>
              </a:spcBef>
              <a:spcAft>
                <a:spcPts val="0"/>
              </a:spcAft>
              <a:buClr>
                <a:schemeClr val="lt1"/>
              </a:buClr>
              <a:buSzPts val="1300"/>
              <a:buFont typeface="Arial"/>
              <a:buNone/>
            </a:pPr>
            <a:r>
              <a:rPr lang="en" sz="1000"/>
              <a:t>Victoria Blanton and DJ Pisano</a:t>
            </a:r>
            <a:endParaRPr sz="1000"/>
          </a:p>
        </p:txBody>
      </p:sp>
      <p:sp>
        <p:nvSpPr>
          <p:cNvPr id="97" name="Google Shape;97;p16"/>
          <p:cNvSpPr txBox="1"/>
          <p:nvPr>
            <p:ph idx="18" type="body"/>
          </p:nvPr>
        </p:nvSpPr>
        <p:spPr>
          <a:xfrm>
            <a:off x="1241591" y="819725"/>
            <a:ext cx="6666452" cy="178230"/>
          </a:xfrm>
          <a:prstGeom prst="rect">
            <a:avLst/>
          </a:prstGeom>
          <a:noFill/>
          <a:ln>
            <a:noFill/>
          </a:ln>
        </p:spPr>
        <p:txBody>
          <a:bodyPr anchorCtr="0" anchor="t" bIns="8725" lIns="17450" spcFirstLastPara="1" rIns="17450" wrap="square" tIns="8725">
            <a:normAutofit/>
          </a:bodyPr>
          <a:lstStyle/>
          <a:p>
            <a:pPr indent="0" lvl="0" marL="0" rtl="0" algn="ctr">
              <a:spcBef>
                <a:spcPts val="0"/>
              </a:spcBef>
              <a:spcAft>
                <a:spcPts val="0"/>
              </a:spcAft>
              <a:buClr>
                <a:schemeClr val="lt1"/>
              </a:buClr>
              <a:buSzPts val="900"/>
              <a:buFont typeface="Arial"/>
              <a:buNone/>
            </a:pPr>
            <a:r>
              <a:rPr lang="en" sz="900"/>
              <a:t>WVU SURE Program and WVU Physics and Astronomy Department</a:t>
            </a:r>
            <a:endParaRPr sz="300"/>
          </a:p>
        </p:txBody>
      </p:sp>
      <p:sp>
        <p:nvSpPr>
          <p:cNvPr id="98" name="Google Shape;98;p16"/>
          <p:cNvSpPr txBox="1"/>
          <p:nvPr>
            <p:ph idx="2" type="body"/>
          </p:nvPr>
        </p:nvSpPr>
        <p:spPr>
          <a:xfrm>
            <a:off x="590777" y="1026288"/>
            <a:ext cx="2093516" cy="158696"/>
          </a:xfrm>
          <a:prstGeom prst="rect">
            <a:avLst/>
          </a:prstGeom>
          <a:noFill/>
          <a:ln>
            <a:noFill/>
          </a:ln>
        </p:spPr>
        <p:txBody>
          <a:bodyPr anchorCtr="0" anchor="ctr" bIns="17450" lIns="17450" spcFirstLastPara="1" rIns="17450" wrap="square" tIns="17450">
            <a:spAutoFit/>
          </a:bodyPr>
          <a:lstStyle/>
          <a:p>
            <a:pPr indent="0" lvl="0" marL="0" rtl="0" algn="ctr">
              <a:spcBef>
                <a:spcPts val="0"/>
              </a:spcBef>
              <a:spcAft>
                <a:spcPts val="0"/>
              </a:spcAft>
              <a:buClr>
                <a:srgbClr val="204559"/>
              </a:buClr>
              <a:buSzPts val="1000"/>
              <a:buNone/>
            </a:pPr>
            <a:r>
              <a:rPr lang="en" sz="1000"/>
              <a:t>ABSTRACT</a:t>
            </a:r>
            <a:endParaRPr sz="300"/>
          </a:p>
        </p:txBody>
      </p:sp>
      <p:sp>
        <p:nvSpPr>
          <p:cNvPr id="99" name="Google Shape;99;p16"/>
          <p:cNvSpPr txBox="1"/>
          <p:nvPr>
            <p:ph idx="1" type="body"/>
          </p:nvPr>
        </p:nvSpPr>
        <p:spPr>
          <a:xfrm>
            <a:off x="418971" y="1207877"/>
            <a:ext cx="2447700" cy="3000900"/>
          </a:xfrm>
          <a:prstGeom prst="rect">
            <a:avLst/>
          </a:prstGeom>
          <a:noFill/>
          <a:ln>
            <a:noFill/>
          </a:ln>
        </p:spPr>
        <p:txBody>
          <a:bodyPr anchorCtr="0" anchor="t" bIns="43650" lIns="43650" spcFirstLastPara="1" rIns="43650" wrap="square" tIns="43650">
            <a:spAutoFit/>
          </a:bodyPr>
          <a:lstStyle/>
          <a:p>
            <a:pPr indent="0" lvl="0" marL="0" rtl="0" algn="l">
              <a:spcBef>
                <a:spcPts val="0"/>
              </a:spcBef>
              <a:spcAft>
                <a:spcPts val="0"/>
              </a:spcAft>
              <a:buClr>
                <a:srgbClr val="000000"/>
              </a:buClr>
              <a:buSzPts val="800"/>
              <a:buNone/>
            </a:pPr>
            <a:r>
              <a:rPr b="0" i="0" lang="en" sz="770" u="none" strike="noStrike">
                <a:solidFill>
                  <a:srgbClr val="000000"/>
                </a:solidFill>
                <a:latin typeface="Arial"/>
                <a:ea typeface="Arial"/>
                <a:cs typeface="Arial"/>
                <a:sym typeface="Arial"/>
              </a:rPr>
              <a:t>Radio astronomy can be an expensive and inaccessible activity which can discourage its exploration and popularity. The DSPIRA radio telescope is designed by Greenbank Observatory, the NSF, and WVU. Materials used are publicly available, have varying price ranges for all components, and have options of self-construction or pre-built for certain, more complex components. The total price will average under $300. After completion, we will make a digital neutral hydrogen (HI) map which will be compared with pre-existing maps to test its accuracy. Through HI detection, we can measure the rotation and weight of the Milky Way while locating HI clusters that suggest future star formation. This contributes to our understanding of how our galaxy moves and evolves. With the success of the radio telescope project, we hope to contribute to the study of astronomy while encouraging others to take an interest in its increased availability.</a:t>
            </a:r>
            <a:endParaRPr sz="770">
              <a:latin typeface="Arial"/>
              <a:ea typeface="Arial"/>
              <a:cs typeface="Arial"/>
              <a:sym typeface="Arial"/>
            </a:endParaRPr>
          </a:p>
          <a:p>
            <a:pPr indent="0" lvl="0" marL="0" rtl="0" algn="l">
              <a:spcBef>
                <a:spcPts val="100"/>
              </a:spcBef>
              <a:spcAft>
                <a:spcPts val="0"/>
              </a:spcAft>
              <a:buClr>
                <a:schemeClr val="dk1"/>
              </a:buClr>
              <a:buSzPts val="500"/>
              <a:buNone/>
            </a:pPr>
            <a:r>
              <a:t/>
            </a:r>
            <a:endParaRPr sz="770"/>
          </a:p>
        </p:txBody>
      </p:sp>
      <p:sp>
        <p:nvSpPr>
          <p:cNvPr id="100" name="Google Shape;100;p16"/>
          <p:cNvSpPr/>
          <p:nvPr/>
        </p:nvSpPr>
        <p:spPr>
          <a:xfrm>
            <a:off x="582840" y="4140548"/>
            <a:ext cx="761922" cy="495328"/>
          </a:xfrm>
          <a:prstGeom prst="rect">
            <a:avLst/>
          </a:prstGeom>
          <a:noFill/>
          <a:ln>
            <a:noFill/>
          </a:ln>
        </p:spPr>
        <p:txBody>
          <a:bodyPr anchorCtr="0" anchor="ctr" bIns="8725" lIns="17450" spcFirstLastPara="1" rIns="17450" wrap="square" tIns="8725">
            <a:noAutofit/>
          </a:bodyPr>
          <a:lstStyle/>
          <a:p>
            <a:pPr indent="0" lvl="0" marL="0" marR="0" rtl="0" algn="l">
              <a:spcBef>
                <a:spcPts val="0"/>
              </a:spcBef>
              <a:spcAft>
                <a:spcPts val="0"/>
              </a:spcAft>
              <a:buNone/>
            </a:pPr>
            <a:r>
              <a:rPr b="0" i="0" lang="en" sz="800" u="none" cap="none" strike="noStrike">
                <a:solidFill>
                  <a:schemeClr val="dk1"/>
                </a:solidFill>
                <a:latin typeface="Arial"/>
                <a:ea typeface="Arial"/>
                <a:cs typeface="Arial"/>
                <a:sym typeface="Arial"/>
              </a:rPr>
              <a:t>Fig. 1: Radio telescope without electronic components.</a:t>
            </a:r>
            <a:endParaRPr sz="300"/>
          </a:p>
        </p:txBody>
      </p:sp>
      <p:pic>
        <p:nvPicPr>
          <p:cNvPr descr="Radio telescope (minus electronical components). Consists of a large aluminum insulation pyramid on an adjustable wooden support stand." id="101" name="Google Shape;101;p16" title="Fig. 1: Radio telescope without electronic components."/>
          <p:cNvPicPr preferRelativeResize="0"/>
          <p:nvPr/>
        </p:nvPicPr>
        <p:blipFill rotWithShape="1">
          <a:blip r:embed="rId3">
            <a:alphaModFix/>
          </a:blip>
          <a:srcRect b="0" l="0" r="0" t="0"/>
          <a:stretch/>
        </p:blipFill>
        <p:spPr>
          <a:xfrm rot="5400000">
            <a:off x="1527077" y="3832832"/>
            <a:ext cx="1517828" cy="1138371"/>
          </a:xfrm>
          <a:prstGeom prst="rect">
            <a:avLst/>
          </a:prstGeom>
          <a:noFill/>
          <a:ln>
            <a:noFill/>
          </a:ln>
        </p:spPr>
      </p:pic>
      <p:sp>
        <p:nvSpPr>
          <p:cNvPr id="102" name="Google Shape;102;p16"/>
          <p:cNvSpPr txBox="1"/>
          <p:nvPr>
            <p:ph idx="7" type="body"/>
          </p:nvPr>
        </p:nvSpPr>
        <p:spPr>
          <a:xfrm>
            <a:off x="3412506" y="1031119"/>
            <a:ext cx="2095500" cy="158696"/>
          </a:xfrm>
          <a:prstGeom prst="rect">
            <a:avLst/>
          </a:prstGeom>
          <a:noFill/>
          <a:ln>
            <a:noFill/>
          </a:ln>
        </p:spPr>
        <p:txBody>
          <a:bodyPr anchorCtr="0" anchor="ctr" bIns="17450" lIns="17450" spcFirstLastPara="1" rIns="17450" wrap="square" tIns="17450">
            <a:spAutoFit/>
          </a:bodyPr>
          <a:lstStyle/>
          <a:p>
            <a:pPr indent="0" lvl="0" marL="0" rtl="0" algn="ctr">
              <a:spcBef>
                <a:spcPts val="0"/>
              </a:spcBef>
              <a:spcAft>
                <a:spcPts val="0"/>
              </a:spcAft>
              <a:buClr>
                <a:srgbClr val="204559"/>
              </a:buClr>
              <a:buSzPts val="1000"/>
              <a:buNone/>
            </a:pPr>
            <a:r>
              <a:rPr lang="en" sz="1000"/>
              <a:t>METHODS</a:t>
            </a:r>
            <a:endParaRPr sz="300"/>
          </a:p>
        </p:txBody>
      </p:sp>
      <p:sp>
        <p:nvSpPr>
          <p:cNvPr id="103" name="Google Shape;103;p16"/>
          <p:cNvSpPr txBox="1"/>
          <p:nvPr>
            <p:ph idx="6" type="body"/>
          </p:nvPr>
        </p:nvSpPr>
        <p:spPr>
          <a:xfrm>
            <a:off x="3254503" y="1213334"/>
            <a:ext cx="2349600" cy="1553400"/>
          </a:xfrm>
          <a:prstGeom prst="rect">
            <a:avLst/>
          </a:prstGeom>
          <a:noFill/>
          <a:ln>
            <a:noFill/>
          </a:ln>
        </p:spPr>
        <p:txBody>
          <a:bodyPr anchorCtr="0" anchor="t" bIns="43650" lIns="43650" spcFirstLastPara="1" rIns="43650" wrap="square" tIns="43650">
            <a:spAutoFit/>
          </a:bodyPr>
          <a:lstStyle/>
          <a:p>
            <a:pPr indent="-114300" lvl="0" marL="114300" rtl="0" algn="l">
              <a:spcBef>
                <a:spcPts val="0"/>
              </a:spcBef>
              <a:spcAft>
                <a:spcPts val="0"/>
              </a:spcAft>
              <a:buClr>
                <a:schemeClr val="dk1"/>
              </a:buClr>
              <a:buSzPts val="800"/>
              <a:buFont typeface="Arial"/>
              <a:buChar char="•"/>
            </a:pPr>
            <a:r>
              <a:rPr lang="en" sz="800">
                <a:latin typeface="Arial"/>
                <a:ea typeface="Arial"/>
                <a:cs typeface="Arial"/>
                <a:sym typeface="Arial"/>
              </a:rPr>
              <a:t>Construct the base of the telescope with wood to support the horn.</a:t>
            </a:r>
            <a:endParaRPr sz="300"/>
          </a:p>
          <a:p>
            <a:pPr indent="-114300" lvl="0" marL="114300" rtl="0" algn="l">
              <a:spcBef>
                <a:spcPts val="200"/>
              </a:spcBef>
              <a:spcAft>
                <a:spcPts val="0"/>
              </a:spcAft>
              <a:buClr>
                <a:schemeClr val="dk1"/>
              </a:buClr>
              <a:buSzPts val="800"/>
              <a:buFont typeface="Arial"/>
              <a:buChar char="•"/>
            </a:pPr>
            <a:r>
              <a:rPr lang="en" sz="800">
                <a:latin typeface="Arial"/>
                <a:ea typeface="Arial"/>
                <a:cs typeface="Arial"/>
                <a:sym typeface="Arial"/>
              </a:rPr>
              <a:t>Construct the horn in a square pyramidal shape with aluminum insulation.</a:t>
            </a:r>
            <a:endParaRPr sz="300"/>
          </a:p>
          <a:p>
            <a:pPr indent="-114300" lvl="0" marL="114300" rtl="0" algn="l">
              <a:spcBef>
                <a:spcPts val="200"/>
              </a:spcBef>
              <a:spcAft>
                <a:spcPts val="0"/>
              </a:spcAft>
              <a:buClr>
                <a:schemeClr val="dk1"/>
              </a:buClr>
              <a:buSzPts val="800"/>
              <a:buFont typeface="Arial"/>
              <a:buChar char="•"/>
            </a:pPr>
            <a:r>
              <a:rPr lang="en" sz="800">
                <a:latin typeface="Arial"/>
                <a:ea typeface="Arial"/>
                <a:cs typeface="Arial"/>
                <a:sym typeface="Arial"/>
              </a:rPr>
              <a:t>Solder or purchase the LNA circuit board.</a:t>
            </a:r>
            <a:endParaRPr sz="300"/>
          </a:p>
          <a:p>
            <a:pPr indent="-114300" lvl="0" marL="114300" rtl="0" algn="l">
              <a:spcBef>
                <a:spcPts val="200"/>
              </a:spcBef>
              <a:spcAft>
                <a:spcPts val="0"/>
              </a:spcAft>
              <a:buClr>
                <a:schemeClr val="dk1"/>
              </a:buClr>
              <a:buSzPts val="800"/>
              <a:buFont typeface="Arial"/>
              <a:buChar char="•"/>
            </a:pPr>
            <a:r>
              <a:rPr lang="en" sz="800">
                <a:latin typeface="Arial"/>
                <a:ea typeface="Arial"/>
                <a:cs typeface="Arial"/>
                <a:sym typeface="Arial"/>
              </a:rPr>
              <a:t>Download the GNURadio software for the guided website.</a:t>
            </a:r>
            <a:endParaRPr sz="300"/>
          </a:p>
          <a:p>
            <a:pPr indent="-114300" lvl="0" marL="114300" rtl="0" algn="l">
              <a:spcBef>
                <a:spcPts val="200"/>
              </a:spcBef>
              <a:spcAft>
                <a:spcPts val="0"/>
              </a:spcAft>
              <a:buClr>
                <a:schemeClr val="dk1"/>
              </a:buClr>
              <a:buSzPts val="800"/>
              <a:buFont typeface="Arial"/>
              <a:buChar char="•"/>
            </a:pPr>
            <a:r>
              <a:rPr lang="en" sz="800">
                <a:latin typeface="Arial"/>
                <a:ea typeface="Arial"/>
                <a:cs typeface="Arial"/>
                <a:sym typeface="Arial"/>
              </a:rPr>
              <a:t>Connect the connect the computer with the GNURadio software to the telescope through the LNA and SDR.</a:t>
            </a:r>
            <a:endParaRPr sz="300"/>
          </a:p>
          <a:p>
            <a:pPr indent="-114300" lvl="0" marL="114300" rtl="0" algn="l">
              <a:spcBef>
                <a:spcPts val="200"/>
              </a:spcBef>
              <a:spcAft>
                <a:spcPts val="0"/>
              </a:spcAft>
              <a:buClr>
                <a:schemeClr val="dk1"/>
              </a:buClr>
              <a:buSzPts val="800"/>
              <a:buFont typeface="Arial"/>
              <a:buChar char="•"/>
            </a:pPr>
            <a:r>
              <a:rPr lang="en" sz="800">
                <a:latin typeface="Arial"/>
                <a:ea typeface="Arial"/>
                <a:cs typeface="Arial"/>
                <a:sym typeface="Arial"/>
              </a:rPr>
              <a:t>Use GNURadio to analyze radio wave data receive from the probe in the horn of the telescope.</a:t>
            </a:r>
            <a:endParaRPr sz="300"/>
          </a:p>
        </p:txBody>
      </p:sp>
      <p:sp>
        <p:nvSpPr>
          <p:cNvPr id="104" name="Google Shape;104;p16"/>
          <p:cNvSpPr txBox="1"/>
          <p:nvPr>
            <p:ph idx="5" type="body"/>
          </p:nvPr>
        </p:nvSpPr>
        <p:spPr>
          <a:xfrm>
            <a:off x="3382593" y="2945759"/>
            <a:ext cx="2093400" cy="189300"/>
          </a:xfrm>
          <a:prstGeom prst="rect">
            <a:avLst/>
          </a:prstGeom>
          <a:noFill/>
          <a:ln>
            <a:noFill/>
          </a:ln>
        </p:spPr>
        <p:txBody>
          <a:bodyPr anchorCtr="0" anchor="ctr" bIns="17450" lIns="17450" spcFirstLastPara="1" rIns="17450" wrap="square" tIns="17450">
            <a:spAutoFit/>
          </a:bodyPr>
          <a:lstStyle/>
          <a:p>
            <a:pPr indent="0" lvl="0" marL="0" rtl="0" algn="ctr">
              <a:spcBef>
                <a:spcPts val="0"/>
              </a:spcBef>
              <a:spcAft>
                <a:spcPts val="0"/>
              </a:spcAft>
              <a:buClr>
                <a:srgbClr val="204559"/>
              </a:buClr>
              <a:buSzPts val="1000"/>
              <a:buNone/>
            </a:pPr>
            <a:r>
              <a:rPr lang="en" sz="1000"/>
              <a:t>MATERIALS</a:t>
            </a:r>
            <a:endParaRPr sz="300"/>
          </a:p>
        </p:txBody>
      </p:sp>
      <p:graphicFrame>
        <p:nvGraphicFramePr>
          <p:cNvPr id="105" name="Google Shape;105;p16"/>
          <p:cNvGraphicFramePr/>
          <p:nvPr/>
        </p:nvGraphicFramePr>
        <p:xfrm>
          <a:off x="3156500" y="3160241"/>
          <a:ext cx="3000000" cy="3000000"/>
        </p:xfrm>
        <a:graphic>
          <a:graphicData uri="http://schemas.openxmlformats.org/drawingml/2006/table">
            <a:tbl>
              <a:tblPr>
                <a:noFill/>
                <a:tableStyleId>{DC1725C6-5FF6-4E2D-974B-285E55D7E999}</a:tableStyleId>
              </a:tblPr>
              <a:tblGrid>
                <a:gridCol w="869175"/>
                <a:gridCol w="869175"/>
                <a:gridCol w="869175"/>
              </a:tblGrid>
              <a:tr h="180800">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Budget Item</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Cost/Unit Price</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Extended Cost</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80800">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Lumber (2x4)</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$10/plank</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$20</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80800">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Lumber (2x2)</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$8/plank</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$8</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6125">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Aluminum Insulation</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$0.50/sq ft. (64 sq ft.)</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$32</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18925">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Power Drill</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$40</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$40</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99325">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Screws</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$6/box</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$12</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3750">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Computer (capable of running Linux)</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$200</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$200</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99325">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Airspy</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$179</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$170</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18925">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LNA Circuit</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$60</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$60</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33300">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Additional electrical components</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$30</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$30</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80800">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DSPIRA Software</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Free</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600" u="none" cap="none" strike="noStrike">
                          <a:solidFill>
                            <a:srgbClr val="000000"/>
                          </a:solidFill>
                          <a:latin typeface="Arial"/>
                          <a:ea typeface="Arial"/>
                          <a:cs typeface="Arial"/>
                          <a:sym typeface="Arial"/>
                        </a:rPr>
                        <a:t>Free</a:t>
                      </a:r>
                      <a:endParaRPr sz="1300" u="none" cap="none" strike="noStrike"/>
                    </a:p>
                  </a:txBody>
                  <a:tcPr marT="9925" marB="9925" marR="13225" marL="132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06" name="Google Shape;106;p16"/>
          <p:cNvSpPr txBox="1"/>
          <p:nvPr>
            <p:ph idx="3" type="body"/>
          </p:nvPr>
        </p:nvSpPr>
        <p:spPr>
          <a:xfrm>
            <a:off x="6310812" y="1052106"/>
            <a:ext cx="2093846" cy="158696"/>
          </a:xfrm>
          <a:prstGeom prst="rect">
            <a:avLst/>
          </a:prstGeom>
          <a:noFill/>
          <a:ln>
            <a:noFill/>
          </a:ln>
        </p:spPr>
        <p:txBody>
          <a:bodyPr anchorCtr="0" anchor="ctr" bIns="17450" lIns="17450" spcFirstLastPara="1" rIns="17450" wrap="square" tIns="17450">
            <a:spAutoFit/>
          </a:bodyPr>
          <a:lstStyle/>
          <a:p>
            <a:pPr indent="0" lvl="0" marL="0" rtl="0" algn="ctr">
              <a:spcBef>
                <a:spcPts val="0"/>
              </a:spcBef>
              <a:spcAft>
                <a:spcPts val="0"/>
              </a:spcAft>
              <a:buClr>
                <a:srgbClr val="204559"/>
              </a:buClr>
              <a:buSzPts val="1000"/>
              <a:buNone/>
            </a:pPr>
            <a:r>
              <a:rPr lang="en" sz="1000"/>
              <a:t>OBJECTIVES</a:t>
            </a:r>
            <a:endParaRPr sz="300"/>
          </a:p>
        </p:txBody>
      </p:sp>
      <p:sp>
        <p:nvSpPr>
          <p:cNvPr id="107" name="Google Shape;107;p16"/>
          <p:cNvSpPr txBox="1"/>
          <p:nvPr>
            <p:ph idx="17" type="body"/>
          </p:nvPr>
        </p:nvSpPr>
        <p:spPr>
          <a:xfrm>
            <a:off x="6053941" y="1195494"/>
            <a:ext cx="2607600" cy="1870800"/>
          </a:xfrm>
          <a:prstGeom prst="rect">
            <a:avLst/>
          </a:prstGeom>
          <a:noFill/>
          <a:ln>
            <a:noFill/>
          </a:ln>
        </p:spPr>
        <p:txBody>
          <a:bodyPr anchorCtr="0" anchor="t" bIns="43650" lIns="43650" spcFirstLastPara="1" rIns="43650" wrap="square" tIns="43650">
            <a:spAutoFit/>
          </a:bodyPr>
          <a:lstStyle/>
          <a:p>
            <a:pPr indent="-114300" lvl="0" marL="114300" rtl="0" algn="l">
              <a:spcBef>
                <a:spcPts val="0"/>
              </a:spcBef>
              <a:spcAft>
                <a:spcPts val="0"/>
              </a:spcAft>
              <a:buClr>
                <a:schemeClr val="dk1"/>
              </a:buClr>
              <a:buSzPts val="800"/>
              <a:buFont typeface="Arial"/>
              <a:buChar char="•"/>
            </a:pPr>
            <a:r>
              <a:rPr lang="en" sz="800">
                <a:latin typeface="Arial"/>
                <a:ea typeface="Arial"/>
                <a:cs typeface="Arial"/>
                <a:sym typeface="Arial"/>
              </a:rPr>
              <a:t>Finish the construction of the radio telescope with the materials listed in the guide.</a:t>
            </a:r>
            <a:endParaRPr sz="300"/>
          </a:p>
          <a:p>
            <a:pPr indent="-114300" lvl="0" marL="114300" rtl="0" algn="l">
              <a:spcBef>
                <a:spcPts val="200"/>
              </a:spcBef>
              <a:spcAft>
                <a:spcPts val="0"/>
              </a:spcAft>
              <a:buClr>
                <a:schemeClr val="dk1"/>
              </a:buClr>
              <a:buSzPts val="800"/>
              <a:buFont typeface="Arial"/>
              <a:buChar char="•"/>
            </a:pPr>
            <a:r>
              <a:rPr lang="en" sz="800">
                <a:latin typeface="Arial"/>
                <a:ea typeface="Arial"/>
                <a:cs typeface="Arial"/>
                <a:sym typeface="Arial"/>
              </a:rPr>
              <a:t>Build circuit with the listed parts guide.</a:t>
            </a:r>
            <a:endParaRPr sz="300"/>
          </a:p>
          <a:p>
            <a:pPr indent="-114300" lvl="0" marL="114300" rtl="0" algn="l">
              <a:spcBef>
                <a:spcPts val="200"/>
              </a:spcBef>
              <a:spcAft>
                <a:spcPts val="0"/>
              </a:spcAft>
              <a:buClr>
                <a:schemeClr val="dk1"/>
              </a:buClr>
              <a:buSzPts val="800"/>
              <a:buFont typeface="Arial"/>
              <a:buChar char="•"/>
            </a:pPr>
            <a:r>
              <a:rPr lang="en" sz="800">
                <a:latin typeface="Arial"/>
                <a:ea typeface="Arial"/>
                <a:cs typeface="Arial"/>
                <a:sym typeface="Arial"/>
              </a:rPr>
              <a:t>Use the DSPIRA software to detect neutral hydrogen (HI) in the night sky.</a:t>
            </a:r>
            <a:endParaRPr sz="300"/>
          </a:p>
          <a:p>
            <a:pPr indent="-114300" lvl="0" marL="114300" rtl="0" algn="l">
              <a:spcBef>
                <a:spcPts val="200"/>
              </a:spcBef>
              <a:spcAft>
                <a:spcPts val="0"/>
              </a:spcAft>
              <a:buClr>
                <a:schemeClr val="dk1"/>
              </a:buClr>
              <a:buSzPts val="800"/>
              <a:buFont typeface="Arial"/>
              <a:buChar char="•"/>
            </a:pPr>
            <a:r>
              <a:rPr lang="en" sz="800">
                <a:latin typeface="Arial"/>
                <a:ea typeface="Arial"/>
                <a:cs typeface="Arial"/>
                <a:sym typeface="Arial"/>
              </a:rPr>
              <a:t>Compare self-created hydrogen maps with pre-existing HI maps.</a:t>
            </a:r>
            <a:endParaRPr sz="300"/>
          </a:p>
          <a:p>
            <a:pPr indent="-114300" lvl="0" marL="114300" rtl="0" algn="l">
              <a:spcBef>
                <a:spcPts val="200"/>
              </a:spcBef>
              <a:spcAft>
                <a:spcPts val="0"/>
              </a:spcAft>
              <a:buClr>
                <a:schemeClr val="dk1"/>
              </a:buClr>
              <a:buSzPts val="800"/>
              <a:buFont typeface="Arial"/>
              <a:buChar char="•"/>
            </a:pPr>
            <a:r>
              <a:rPr lang="en" sz="800">
                <a:latin typeface="Arial"/>
                <a:ea typeface="Arial"/>
                <a:cs typeface="Arial"/>
                <a:sym typeface="Arial"/>
              </a:rPr>
              <a:t>Allow the Descriptive Astronomy 106 class to use the telescope for educational purposes.</a:t>
            </a:r>
            <a:endParaRPr sz="300"/>
          </a:p>
          <a:p>
            <a:pPr indent="-114300" lvl="0" marL="114300" rtl="0" algn="l">
              <a:spcBef>
                <a:spcPts val="200"/>
              </a:spcBef>
              <a:spcAft>
                <a:spcPts val="0"/>
              </a:spcAft>
              <a:buClr>
                <a:schemeClr val="dk1"/>
              </a:buClr>
              <a:buSzPts val="800"/>
              <a:buFont typeface="Arial"/>
              <a:buChar char="•"/>
            </a:pPr>
            <a:r>
              <a:rPr lang="en" sz="800">
                <a:latin typeface="Arial"/>
                <a:ea typeface="Arial"/>
                <a:cs typeface="Arial"/>
                <a:sym typeface="Arial"/>
              </a:rPr>
              <a:t>Submit any corrections or suggestions to the original guide creators.</a:t>
            </a:r>
            <a:endParaRPr sz="300"/>
          </a:p>
        </p:txBody>
      </p:sp>
      <p:sp>
        <p:nvSpPr>
          <p:cNvPr id="108" name="Google Shape;108;p16"/>
          <p:cNvSpPr/>
          <p:nvPr/>
        </p:nvSpPr>
        <p:spPr>
          <a:xfrm>
            <a:off x="8084090" y="2840900"/>
            <a:ext cx="593700" cy="399000"/>
          </a:xfrm>
          <a:prstGeom prst="rect">
            <a:avLst/>
          </a:prstGeom>
          <a:noFill/>
          <a:ln>
            <a:noFill/>
          </a:ln>
        </p:spPr>
        <p:txBody>
          <a:bodyPr anchorCtr="0" anchor="ctr" bIns="8725" lIns="17450" spcFirstLastPara="1" rIns="17450" wrap="square" tIns="8725">
            <a:noAutofit/>
          </a:bodyPr>
          <a:lstStyle/>
          <a:p>
            <a:pPr indent="0" lvl="0" marL="0" marR="0" rtl="0" algn="l">
              <a:spcBef>
                <a:spcPts val="0"/>
              </a:spcBef>
              <a:spcAft>
                <a:spcPts val="0"/>
              </a:spcAft>
              <a:buNone/>
            </a:pPr>
            <a:r>
              <a:rPr lang="en" sz="800">
                <a:solidFill>
                  <a:schemeClr val="dk1"/>
                </a:solidFill>
                <a:latin typeface="Arial"/>
                <a:ea typeface="Arial"/>
                <a:cs typeface="Arial"/>
                <a:sym typeface="Arial"/>
              </a:rPr>
              <a:t>Fig. 2: Soldering station with circuit board</a:t>
            </a:r>
            <a:endParaRPr sz="300"/>
          </a:p>
        </p:txBody>
      </p:sp>
      <p:pic>
        <p:nvPicPr>
          <p:cNvPr descr="A soldering station showing the microscope, soldering iron, unfinished circuit board, wire, sponge, and suction pen." id="109" name="Google Shape;109;p16" title="Fig. 2: Soldering station with circuit board"/>
          <p:cNvPicPr preferRelativeResize="0"/>
          <p:nvPr/>
        </p:nvPicPr>
        <p:blipFill rotWithShape="1">
          <a:blip r:embed="rId4">
            <a:alphaModFix/>
          </a:blip>
          <a:srcRect b="0" l="0" r="0" t="0"/>
          <a:stretch/>
        </p:blipFill>
        <p:spPr>
          <a:xfrm>
            <a:off x="6207177" y="2588965"/>
            <a:ext cx="1395582" cy="1046687"/>
          </a:xfrm>
          <a:prstGeom prst="rect">
            <a:avLst/>
          </a:prstGeom>
          <a:noFill/>
          <a:ln>
            <a:noFill/>
          </a:ln>
        </p:spPr>
      </p:pic>
      <p:sp>
        <p:nvSpPr>
          <p:cNvPr id="110" name="Google Shape;110;p16"/>
          <p:cNvSpPr/>
          <p:nvPr/>
        </p:nvSpPr>
        <p:spPr>
          <a:xfrm>
            <a:off x="6189386" y="3872064"/>
            <a:ext cx="550685" cy="399148"/>
          </a:xfrm>
          <a:prstGeom prst="rect">
            <a:avLst/>
          </a:prstGeom>
          <a:noFill/>
          <a:ln>
            <a:noFill/>
          </a:ln>
        </p:spPr>
        <p:txBody>
          <a:bodyPr anchorCtr="0" anchor="ctr" bIns="8725" lIns="17450" spcFirstLastPara="1" rIns="17450" wrap="square" tIns="8725">
            <a:noAutofit/>
          </a:bodyPr>
          <a:lstStyle/>
          <a:p>
            <a:pPr indent="0" lvl="0" marL="0" marR="0" rtl="0" algn="l">
              <a:spcBef>
                <a:spcPts val="0"/>
              </a:spcBef>
              <a:spcAft>
                <a:spcPts val="0"/>
              </a:spcAft>
              <a:buNone/>
            </a:pPr>
            <a:r>
              <a:rPr lang="en" sz="800">
                <a:solidFill>
                  <a:schemeClr val="dk1"/>
                </a:solidFill>
                <a:latin typeface="Arial"/>
                <a:ea typeface="Arial"/>
                <a:cs typeface="Arial"/>
                <a:sym typeface="Arial"/>
              </a:rPr>
              <a:t>Fig. 3: Completed circuit board.</a:t>
            </a:r>
            <a:endParaRPr sz="300"/>
          </a:p>
        </p:txBody>
      </p:sp>
      <p:pic>
        <p:nvPicPr>
          <p:cNvPr descr="Completed circuit board under the microscope light." id="111" name="Google Shape;111;p16" title="Fig. 3: Completed circuit board."/>
          <p:cNvPicPr preferRelativeResize="0"/>
          <p:nvPr/>
        </p:nvPicPr>
        <p:blipFill rotWithShape="1">
          <a:blip r:embed="rId5">
            <a:alphaModFix/>
          </a:blip>
          <a:srcRect b="14694" l="0" r="0" t="14027"/>
          <a:stretch/>
        </p:blipFill>
        <p:spPr>
          <a:xfrm>
            <a:off x="6817013" y="3665459"/>
            <a:ext cx="1860777" cy="736558"/>
          </a:xfrm>
          <a:prstGeom prst="rect">
            <a:avLst/>
          </a:prstGeom>
          <a:noFill/>
          <a:ln>
            <a:noFill/>
          </a:ln>
        </p:spPr>
      </p:pic>
      <p:sp>
        <p:nvSpPr>
          <p:cNvPr id="112" name="Google Shape;112;p16"/>
          <p:cNvSpPr txBox="1"/>
          <p:nvPr>
            <p:ph idx="13" type="body"/>
          </p:nvPr>
        </p:nvSpPr>
        <p:spPr>
          <a:xfrm>
            <a:off x="6366622" y="4445432"/>
            <a:ext cx="2093129" cy="158696"/>
          </a:xfrm>
          <a:prstGeom prst="rect">
            <a:avLst/>
          </a:prstGeom>
          <a:noFill/>
          <a:ln>
            <a:noFill/>
          </a:ln>
        </p:spPr>
        <p:txBody>
          <a:bodyPr anchorCtr="0" anchor="ctr" bIns="17450" lIns="17450" spcFirstLastPara="1" rIns="17450" wrap="square" tIns="17450">
            <a:spAutoFit/>
          </a:bodyPr>
          <a:lstStyle/>
          <a:p>
            <a:pPr indent="0" lvl="0" marL="0" rtl="0" algn="ctr">
              <a:spcBef>
                <a:spcPts val="0"/>
              </a:spcBef>
              <a:spcAft>
                <a:spcPts val="0"/>
              </a:spcAft>
              <a:buClr>
                <a:srgbClr val="204559"/>
              </a:buClr>
              <a:buSzPts val="1000"/>
              <a:buNone/>
            </a:pPr>
            <a:r>
              <a:rPr lang="en" sz="1000"/>
              <a:t>REFERENCES</a:t>
            </a:r>
            <a:endParaRPr sz="300"/>
          </a:p>
        </p:txBody>
      </p:sp>
      <p:sp>
        <p:nvSpPr>
          <p:cNvPr id="113" name="Google Shape;113;p16"/>
          <p:cNvSpPr txBox="1"/>
          <p:nvPr>
            <p:ph idx="14" type="body"/>
          </p:nvPr>
        </p:nvSpPr>
        <p:spPr>
          <a:xfrm>
            <a:off x="6189386" y="4595813"/>
            <a:ext cx="2447700" cy="731100"/>
          </a:xfrm>
          <a:prstGeom prst="rect">
            <a:avLst/>
          </a:prstGeom>
          <a:noFill/>
          <a:ln>
            <a:noFill/>
          </a:ln>
        </p:spPr>
        <p:txBody>
          <a:bodyPr anchorCtr="0" anchor="t" bIns="43650" lIns="43650" spcFirstLastPara="1" rIns="43650" wrap="square" tIns="43650">
            <a:spAutoFit/>
          </a:bodyPr>
          <a:lstStyle/>
          <a:p>
            <a:pPr indent="0" lvl="0" marL="0" rtl="0" algn="l">
              <a:spcBef>
                <a:spcPts val="0"/>
              </a:spcBef>
              <a:spcAft>
                <a:spcPts val="0"/>
              </a:spcAft>
              <a:buClr>
                <a:schemeClr val="dk1"/>
              </a:buClr>
              <a:buSzPts val="800"/>
              <a:buNone/>
            </a:pPr>
            <a:r>
              <a:rPr lang="en" sz="800">
                <a:latin typeface="Arial"/>
                <a:ea typeface="Arial"/>
                <a:cs typeface="Arial"/>
                <a:sym typeface="Arial"/>
              </a:rPr>
              <a:t>Green Bank Observatory, The National Science Foundation, &amp; West Virginia University. (2021). </a:t>
            </a:r>
            <a:r>
              <a:rPr i="1" lang="en" sz="800">
                <a:latin typeface="Arial"/>
                <a:ea typeface="Arial"/>
                <a:cs typeface="Arial"/>
                <a:sym typeface="Arial"/>
              </a:rPr>
              <a:t>DSPIRA Guided Tour</a:t>
            </a:r>
            <a:r>
              <a:rPr lang="en" sz="800">
                <a:latin typeface="Arial"/>
                <a:ea typeface="Arial"/>
                <a:cs typeface="Arial"/>
                <a:sym typeface="Arial"/>
              </a:rPr>
              <a:t>. Digital Signal Processing in Radio Astronomy Lesson Portal. https://wvurail.org/dspira/</a:t>
            </a:r>
            <a:endParaRPr sz="300"/>
          </a:p>
          <a:p>
            <a:pPr indent="0" lvl="0" marL="0" rtl="0" algn="l">
              <a:spcBef>
                <a:spcPts val="100"/>
              </a:spcBef>
              <a:spcAft>
                <a:spcPts val="0"/>
              </a:spcAft>
              <a:buClr>
                <a:schemeClr val="dk1"/>
              </a:buClr>
              <a:buSzPts val="500"/>
              <a:buNone/>
            </a:pPr>
            <a:r>
              <a:t/>
            </a:r>
            <a:endParaRPr sz="300"/>
          </a:p>
        </p:txBody>
      </p:sp>
      <p:sp>
        <p:nvSpPr>
          <p:cNvPr id="114" name="DSPIRA 1">
            <a:extLst>
              <a:ext uri="{FF2B5EF4-FFF2-40B4-BE49-F238E27FC236}">
                <a16:creationId xmlns:a16="http://schemas.microsoft.com/office/drawing/2014/main" id="{6051AF4C-F18F-45C8-B861-08B6BFA0B3FE}"/>
              </a:ext>
            </a:extLst>
          </p:cNvPr>
          <p:cNvSpPr>
            <a:spLocks noGrp="1"/>
          </p:cNvSpPr>
          <p:nvPr/>
        </p:nvSpPr>
        <p:spPr>
          <a:xfrm>
            <a:off x="0" y="0"/>
            <a:ext cx="9144000" cy="342900"/>
          </a:xfrm>
          <a:prstGeom prst="rect">
            <a:avLst/>
          </a:prstGeom>
          <a:solidFill>
            <a:srgbClr val="002855"/>
          </a:solidFill>
          <a:ln w="0">
            <a:noFill/>
          </a:ln>
        </p:spPr>
        <p:txBody>
          <a:bodyPr>
            <a:noAutofit/>
          </a:bodyPr>
          <a:lstStyle/>
          <a:p>
            <a:r>
              <a:t/>
            </a:r>
          </a:p>
        </p:txBody>
      </p:sp>
      <p:sp>
        <p:nvSpPr>
          <p:cNvPr id="115" name="DSPIRA 2">
            <a:extLst>
              <a:ext uri="{FF2B5EF4-FFF2-40B4-BE49-F238E27FC236}">
                <a16:creationId xmlns:a16="http://schemas.microsoft.com/office/drawing/2014/main" id="{EE318674-3B03-42C1-82D7-2ABE7E41DAA5}"/>
              </a:ext>
            </a:extLst>
          </p:cNvPr>
          <p:cNvSpPr>
            <a:spLocks noGrp="1"/>
          </p:cNvSpPr>
          <p:nvPr/>
        </p:nvSpPr>
        <p:spPr>
          <a:xfrm>
            <a:off x="228600" y="57150"/>
            <a:ext cx="8096250" cy="238125"/>
          </a:xfrm>
          <a:prstGeom prst="rect">
            <a:avLst/>
          </a:prstGeom>
          <a:noFill/>
          <a:ln w="0">
            <a:noFill/>
          </a:ln>
        </p:spPr>
        <p:txBody>
          <a:bodyPr>
            <a:noAutofit/>
          </a:bodyPr>
          <a:lstStyle/>
          <a:p>
            <a:pPr>
              <a:defRPr sz="1200" b="1">
                <a:solidFill>
                  <a:srgbClr val="FFFFFF"/>
                </a:solidFill>
                <a:latin typeface="Arial"/>
                <a:ea typeface="Arial"/>
                <a:cs typeface="Arial"/>
              </a:defRPr>
            </a:pPr>
            <a:r>
              <a:rPr sz="1200" b="1">
                <a:solidFill>
                  <a:srgbClr val="FFFFFF"/>
                </a:solidFill>
                <a:latin typeface="Arial"/>
                <a:ea typeface="Arial"/>
                <a:cs typeface="Arial"/>
              </a:rPr>
              <a:t>WVU DSPIRA</a:t>
            </a:r>
          </a:p>
        </p:txBody>
      </p:sp>
      <p:sp>
        <p:nvSpPr>
          <p:cNvPr id="116" name="DSPIRA 3">
            <a:extLst>
              <a:ext uri="{FF2B5EF4-FFF2-40B4-BE49-F238E27FC236}">
                <a16:creationId xmlns:a16="http://schemas.microsoft.com/office/drawing/2014/main" id="{4CBE64A6-E34F-4412-8F8F-D518337CBC62}"/>
              </a:ext>
            </a:extLst>
          </p:cNvPr>
          <p:cNvSpPr>
            <a:spLocks noGrp="1"/>
          </p:cNvSpPr>
          <p:nvPr/>
        </p:nvSpPr>
        <p:spPr>
          <a:xfrm>
            <a:off x="228600" y="5562600"/>
            <a:ext cx="7143750" cy="20955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wvurail.org/dspira</a:t>
            </a:r>
          </a:p>
        </p:txBody>
      </p:sp>
      <p:sp>
        <p:nvSpPr>
          <p:cNvPr id="117" name="DSPIRA 4">
            <a:extLst>
              <a:ext uri="{FF2B5EF4-FFF2-40B4-BE49-F238E27FC236}">
                <a16:creationId xmlns:a16="http://schemas.microsoft.com/office/drawing/2014/main" id="{82D2705F-8716-40D7-A2D0-170A21A71DE6}"/>
              </a:ext>
            </a:extLst>
          </p:cNvPr>
          <p:cNvSpPr>
            <a:spLocks noGrp="1"/>
          </p:cNvSpPr>
          <p:nvPr/>
        </p:nvSpPr>
        <p:spPr>
          <a:xfrm>
            <a:off x="8334375" y="5562600"/>
            <a:ext cx="762000" cy="209550"/>
          </a:xfrm>
          <a:prstGeom prst="rect">
            <a:avLst/>
          </a:prstGeom>
          <a:noFill/>
          <a:ln w="0">
            <a:noFill/>
          </a:ln>
        </p:spPr>
        <p:txBody>
          <a:bodyPr>
            <a:noAutofit/>
          </a:bodyPr>
          <a:lstStyle/>
          <a:p>
            <a:pPr>
              <a:defRPr sz="900" b="0">
                <a:solidFill>
                  <a:srgbClr val="002855"/>
                </a:solidFill>
                <a:latin typeface="Arial"/>
                <a:ea typeface="Arial"/>
                <a:cs typeface="Arial"/>
              </a:defRPr>
            </a:pPr>
            <a:r>
              <a:rPr sz="900" b="0">
                <a:solidFill>
                  <a:srgbClr val="002855"/>
                </a:solidFill>
                <a:latin typeface="Arial"/>
                <a:ea typeface="Arial"/>
                <a:cs typeface="Arial"/>
              </a:rPr>
              <a:t>1 of 1</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Without guides">
  <a:themeElements>
    <a:clrScheme name="Custom 2">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FFC65F"/>
      </a:accent6>
      <a:hlink>
        <a:srgbClr val="F59E00"/>
      </a:hlink>
      <a:folHlink>
        <a:srgbClr val="B2B2B2"/>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