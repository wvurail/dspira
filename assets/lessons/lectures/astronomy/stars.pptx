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d458ec9c744b63" /><Relationship Type="http://schemas.openxmlformats.org/officeDocument/2006/relationships/extended-properties" Target="/docProps/app.xml" Id="R0fc8111a69c44467" /><Relationship Type="http://schemas.openxmlformats.org/officeDocument/2006/relationships/officeDocument" Target="/ppt/presentation.xml" Id="Rc11960aaeb9341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c440a5af5047be"/>
  </p:sldMasterIdLst>
  <p:notesMasterIdLst>
    <p:notesMasterId xmlns:r="http://schemas.openxmlformats.org/officeDocument/2006/relationships" r:id="R19cad71775594ec3"/>
  </p:notesMasterIdLst>
  <p:sldIdLst>
    <p:sldId xmlns:r="http://schemas.openxmlformats.org/officeDocument/2006/relationships" id="256" r:id="R0db799bf214e40c8"/>
    <p:sldId xmlns:r="http://schemas.openxmlformats.org/officeDocument/2006/relationships" id="257" r:id="Rcfb87480521d44b6"/>
    <p:sldId xmlns:r="http://schemas.openxmlformats.org/officeDocument/2006/relationships" id="258" r:id="Re1bf9980eb1440a9"/>
    <p:sldId xmlns:r="http://schemas.openxmlformats.org/officeDocument/2006/relationships" id="259" r:id="R90718871f38c49fa"/>
    <p:sldId xmlns:r="http://schemas.openxmlformats.org/officeDocument/2006/relationships" id="260" r:id="Rb50cd53f9a674a8f"/>
    <p:sldId xmlns:r="http://schemas.openxmlformats.org/officeDocument/2006/relationships" id="261" r:id="Rbeef4fc3119c4b77"/>
    <p:sldId xmlns:r="http://schemas.openxmlformats.org/officeDocument/2006/relationships" id="262" r:id="R894e9f4108254b67"/>
    <p:sldId xmlns:r="http://schemas.openxmlformats.org/officeDocument/2006/relationships" id="263" r:id="Rbfa4641cdedb496f"/>
    <p:sldId xmlns:r="http://schemas.openxmlformats.org/officeDocument/2006/relationships" id="264" r:id="Rfddf3f8d4b7c4829"/>
    <p:sldId xmlns:r="http://schemas.openxmlformats.org/officeDocument/2006/relationships" id="265" r:id="R87cb38219328486c"/>
    <p:sldId xmlns:r="http://schemas.openxmlformats.org/officeDocument/2006/relationships" id="266" r:id="Rffc4bb3e1e624534"/>
    <p:sldId xmlns:r="http://schemas.openxmlformats.org/officeDocument/2006/relationships" id="267" r:id="R1cc04d3555734638"/>
    <p:sldId xmlns:r="http://schemas.openxmlformats.org/officeDocument/2006/relationships" id="268" r:id="R60d162da15b647b2"/>
    <p:sldId xmlns:r="http://schemas.openxmlformats.org/officeDocument/2006/relationships" id="269" r:id="Re004e32eca2945e4"/>
    <p:sldId xmlns:r="http://schemas.openxmlformats.org/officeDocument/2006/relationships" id="270" r:id="R96769e4b23664c3a"/>
    <p:sldId xmlns:r="http://schemas.openxmlformats.org/officeDocument/2006/relationships" id="271" r:id="R26b4235a4be84327"/>
    <p:sldId xmlns:r="http://schemas.openxmlformats.org/officeDocument/2006/relationships" id="272" r:id="R92378d1f39674075"/>
    <p:sldId xmlns:r="http://schemas.openxmlformats.org/officeDocument/2006/relationships" id="273" r:id="R2b259c0c6ecf408e"/>
    <p:sldId xmlns:r="http://schemas.openxmlformats.org/officeDocument/2006/relationships" id="274" r:id="Rd648e723143045e9"/>
    <p:sldId xmlns:r="http://schemas.openxmlformats.org/officeDocument/2006/relationships" id="275" r:id="R343de01cb8a34464"/>
    <p:sldId xmlns:r="http://schemas.openxmlformats.org/officeDocument/2006/relationships" id="276" r:id="R1019ddc5865b4eff"/>
    <p:sldId xmlns:r="http://schemas.openxmlformats.org/officeDocument/2006/relationships" id="277" r:id="Rc41b7bc0a8224c9e"/>
    <p:sldId xmlns:r="http://schemas.openxmlformats.org/officeDocument/2006/relationships" id="278" r:id="R327c1ae306664845"/>
    <p:sldId xmlns:r="http://schemas.openxmlformats.org/officeDocument/2006/relationships" id="279" r:id="R158a1fd8129043c0"/>
    <p:sldId xmlns:r="http://schemas.openxmlformats.org/officeDocument/2006/relationships" id="280" r:id="Rb0e5a473728f4428"/>
    <p:sldId xmlns:r="http://schemas.openxmlformats.org/officeDocument/2006/relationships" id="281" r:id="R3b3a947fd308460e"/>
    <p:sldId xmlns:r="http://schemas.openxmlformats.org/officeDocument/2006/relationships" id="282" r:id="R879cac4bb7c94940"/>
    <p:sldId xmlns:r="http://schemas.openxmlformats.org/officeDocument/2006/relationships" id="283" r:id="Ref448d012b9149d6"/>
    <p:sldId xmlns:r="http://schemas.openxmlformats.org/officeDocument/2006/relationships" id="284" r:id="R7929e49daf7745d5"/>
    <p:sldId xmlns:r="http://schemas.openxmlformats.org/officeDocument/2006/relationships" id="285" r:id="R5841c08e4f9d4183"/>
    <p:sldId xmlns:r="http://schemas.openxmlformats.org/officeDocument/2006/relationships" id="286" r:id="Rb669ca0c61d54e9c"/>
    <p:sldId xmlns:r="http://schemas.openxmlformats.org/officeDocument/2006/relationships" id="287" r:id="R5ea4033e2cbc4836"/>
    <p:sldId xmlns:r="http://schemas.openxmlformats.org/officeDocument/2006/relationships" id="288" r:id="Rf26a892edaad4f19"/>
    <p:sldId xmlns:r="http://schemas.openxmlformats.org/officeDocument/2006/relationships" id="289" r:id="Ra92cdcb4b418437e"/>
    <p:sldId xmlns:r="http://schemas.openxmlformats.org/officeDocument/2006/relationships" id="290" r:id="R508776cd864a4390"/>
    <p:sldId xmlns:r="http://schemas.openxmlformats.org/officeDocument/2006/relationships" id="291" r:id="R8a3e8b1d7bdc4796"/>
    <p:sldId xmlns:r="http://schemas.openxmlformats.org/officeDocument/2006/relationships" id="292" r:id="R39e7d818874a4004"/>
    <p:sldId xmlns:r="http://schemas.openxmlformats.org/officeDocument/2006/relationships" id="293" r:id="R2f96fe25f2804d3f"/>
    <p:sldId xmlns:r="http://schemas.openxmlformats.org/officeDocument/2006/relationships" id="294" r:id="Rcd21a4b72bc04f9a"/>
    <p:sldId xmlns:r="http://schemas.openxmlformats.org/officeDocument/2006/relationships" id="295" r:id="R9b1c5a0490104cab"/>
    <p:sldId xmlns:r="http://schemas.openxmlformats.org/officeDocument/2006/relationships" id="296" r:id="Raa4683cb432b4e15"/>
    <p:sldId xmlns:r="http://schemas.openxmlformats.org/officeDocument/2006/relationships" id="297" r:id="R80715594d55a4024"/>
    <p:sldId xmlns:r="http://schemas.openxmlformats.org/officeDocument/2006/relationships" id="298" r:id="Rba327dc4fa994a78"/>
    <p:sldId xmlns:r="http://schemas.openxmlformats.org/officeDocument/2006/relationships" id="299" r:id="Rcfff1a53760a4581"/>
    <p:sldId xmlns:r="http://schemas.openxmlformats.org/officeDocument/2006/relationships" id="300" r:id="Rc347319dc10d466b"/>
    <p:sldId xmlns:r="http://schemas.openxmlformats.org/officeDocument/2006/relationships" id="301" r:id="R7ce86fc5598c457e"/>
    <p:sldId xmlns:r="http://schemas.openxmlformats.org/officeDocument/2006/relationships" id="302" r:id="R0c4ee687c556423b"/>
    <p:sldId xmlns:r="http://schemas.openxmlformats.org/officeDocument/2006/relationships" id="303" r:id="R3e7d396c02d34e91"/>
    <p:sldId xmlns:r="http://schemas.openxmlformats.org/officeDocument/2006/relationships" id="304" r:id="Rd2f252c6eada4df7"/>
    <p:sldId xmlns:r="http://schemas.openxmlformats.org/officeDocument/2006/relationships" id="305" r:id="Rcf13178365914dae"/>
    <p:sldId xmlns:r="http://schemas.openxmlformats.org/officeDocument/2006/relationships" id="306" r:id="R8505448b4cf842f4"/>
    <p:sldId xmlns:r="http://schemas.openxmlformats.org/officeDocument/2006/relationships" id="307" r:id="Ree20a762b5204759"/>
    <p:sldId xmlns:r="http://schemas.openxmlformats.org/officeDocument/2006/relationships" id="308" r:id="R28500e202a0948a1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5469e64805b4b0f" /><Relationship Type="http://schemas.openxmlformats.org/officeDocument/2006/relationships/slideMaster" Target="/ppt/slideMasters/slideMaster1.xml" Id="R06c440a5af5047be" /><Relationship Type="http://schemas.openxmlformats.org/officeDocument/2006/relationships/notesMaster" Target="/ppt/notesMasters/notesMaster1.xml" Id="R19cad71775594ec3" /><Relationship Type="http://schemas.openxmlformats.org/officeDocument/2006/relationships/presProps" Target="/ppt/presProps.xml" Id="Recd3aad31c4344f9" /><Relationship Type="http://schemas.openxmlformats.org/officeDocument/2006/relationships/tableStyles" Target="/ppt/tableStyles.xml" Id="Rc9203761f20047da" /><Relationship Type="http://schemas.openxmlformats.org/officeDocument/2006/relationships/slide" Target="/ppt/slides/slide1.xml" Id="R0db799bf214e40c8" /><Relationship Type="http://schemas.openxmlformats.org/officeDocument/2006/relationships/slide" Target="/ppt/slides/slide2.xml" Id="Rcfb87480521d44b6" /><Relationship Type="http://schemas.openxmlformats.org/officeDocument/2006/relationships/slide" Target="/ppt/slides/slide3.xml" Id="Re1bf9980eb1440a9" /><Relationship Type="http://schemas.openxmlformats.org/officeDocument/2006/relationships/slide" Target="/ppt/slides/slide4.xml" Id="R90718871f38c49fa" /><Relationship Type="http://schemas.openxmlformats.org/officeDocument/2006/relationships/slide" Target="/ppt/slides/slide5.xml" Id="Rb50cd53f9a674a8f" /><Relationship Type="http://schemas.openxmlformats.org/officeDocument/2006/relationships/slide" Target="/ppt/slides/slide6.xml" Id="Rbeef4fc3119c4b77" /><Relationship Type="http://schemas.openxmlformats.org/officeDocument/2006/relationships/slide" Target="/ppt/slides/slide7.xml" Id="R894e9f4108254b67" /><Relationship Type="http://schemas.openxmlformats.org/officeDocument/2006/relationships/slide" Target="/ppt/slides/slide8.xml" Id="Rbfa4641cdedb496f" /><Relationship Type="http://schemas.openxmlformats.org/officeDocument/2006/relationships/slide" Target="/ppt/slides/slide9.xml" Id="Rfddf3f8d4b7c4829" /><Relationship Type="http://schemas.openxmlformats.org/officeDocument/2006/relationships/slide" Target="/ppt/slides/slide10.xml" Id="R87cb38219328486c" /><Relationship Type="http://schemas.openxmlformats.org/officeDocument/2006/relationships/slide" Target="/ppt/slides/slide11.xml" Id="Rffc4bb3e1e624534" /><Relationship Type="http://schemas.openxmlformats.org/officeDocument/2006/relationships/slide" Target="/ppt/slides/slide12.xml" Id="R1cc04d3555734638" /><Relationship Type="http://schemas.openxmlformats.org/officeDocument/2006/relationships/slide" Target="/ppt/slides/slide13.xml" Id="R60d162da15b647b2" /><Relationship Type="http://schemas.openxmlformats.org/officeDocument/2006/relationships/slide" Target="/ppt/slides/slide14.xml" Id="Re004e32eca2945e4" /><Relationship Type="http://schemas.openxmlformats.org/officeDocument/2006/relationships/slide" Target="/ppt/slides/slide15.xml" Id="R96769e4b23664c3a" /><Relationship Type="http://schemas.openxmlformats.org/officeDocument/2006/relationships/slide" Target="/ppt/slides/slide16.xml" Id="R26b4235a4be84327" /><Relationship Type="http://schemas.openxmlformats.org/officeDocument/2006/relationships/slide" Target="/ppt/slides/slide17.xml" Id="R92378d1f39674075" /><Relationship Type="http://schemas.openxmlformats.org/officeDocument/2006/relationships/slide" Target="/ppt/slides/slide18.xml" Id="R2b259c0c6ecf408e" /><Relationship Type="http://schemas.openxmlformats.org/officeDocument/2006/relationships/slide" Target="/ppt/slides/slide19.xml" Id="Rd648e723143045e9" /><Relationship Type="http://schemas.openxmlformats.org/officeDocument/2006/relationships/slide" Target="/ppt/slides/slide20.xml" Id="R343de01cb8a34464" /><Relationship Type="http://schemas.openxmlformats.org/officeDocument/2006/relationships/slide" Target="/ppt/slides/slide21.xml" Id="R1019ddc5865b4eff" /><Relationship Type="http://schemas.openxmlformats.org/officeDocument/2006/relationships/slide" Target="/ppt/slides/slide22.xml" Id="Rc41b7bc0a8224c9e" /><Relationship Type="http://schemas.openxmlformats.org/officeDocument/2006/relationships/slide" Target="/ppt/slides/slide23.xml" Id="R327c1ae306664845" /><Relationship Type="http://schemas.openxmlformats.org/officeDocument/2006/relationships/slide" Target="/ppt/slides/slide24.xml" Id="R158a1fd8129043c0" /><Relationship Type="http://schemas.openxmlformats.org/officeDocument/2006/relationships/slide" Target="/ppt/slides/slide25.xml" Id="Rb0e5a473728f4428" /><Relationship Type="http://schemas.openxmlformats.org/officeDocument/2006/relationships/slide" Target="/ppt/slides/slide26.xml" Id="R3b3a947fd308460e" /><Relationship Type="http://schemas.openxmlformats.org/officeDocument/2006/relationships/slide" Target="/ppt/slides/slide27.xml" Id="R879cac4bb7c94940" /><Relationship Type="http://schemas.openxmlformats.org/officeDocument/2006/relationships/slide" Target="/ppt/slides/slide28.xml" Id="Ref448d012b9149d6" /><Relationship Type="http://schemas.openxmlformats.org/officeDocument/2006/relationships/slide" Target="/ppt/slides/slide29.xml" Id="R7929e49daf7745d5" /><Relationship Type="http://schemas.openxmlformats.org/officeDocument/2006/relationships/slide" Target="/ppt/slides/slide30.xml" Id="R5841c08e4f9d4183" /><Relationship Type="http://schemas.openxmlformats.org/officeDocument/2006/relationships/slide" Target="/ppt/slides/slide31.xml" Id="Rb669ca0c61d54e9c" /><Relationship Type="http://schemas.openxmlformats.org/officeDocument/2006/relationships/slide" Target="/ppt/slides/slide32.xml" Id="R5ea4033e2cbc4836" /><Relationship Type="http://schemas.openxmlformats.org/officeDocument/2006/relationships/slide" Target="/ppt/slides/slide33.xml" Id="Rf26a892edaad4f19" /><Relationship Type="http://schemas.openxmlformats.org/officeDocument/2006/relationships/slide" Target="/ppt/slides/slide34.xml" Id="Ra92cdcb4b418437e" /><Relationship Type="http://schemas.openxmlformats.org/officeDocument/2006/relationships/slide" Target="/ppt/slides/slide35.xml" Id="R508776cd864a4390" /><Relationship Type="http://schemas.openxmlformats.org/officeDocument/2006/relationships/slide" Target="/ppt/slides/slide36.xml" Id="R8a3e8b1d7bdc4796" /><Relationship Type="http://schemas.openxmlformats.org/officeDocument/2006/relationships/slide" Target="/ppt/slides/slide37.xml" Id="R39e7d818874a4004" /><Relationship Type="http://schemas.openxmlformats.org/officeDocument/2006/relationships/slide" Target="/ppt/slides/slide38.xml" Id="R2f96fe25f2804d3f" /><Relationship Type="http://schemas.openxmlformats.org/officeDocument/2006/relationships/slide" Target="/ppt/slides/slide39.xml" Id="Rcd21a4b72bc04f9a" /><Relationship Type="http://schemas.openxmlformats.org/officeDocument/2006/relationships/slide" Target="/ppt/slides/slide40.xml" Id="R9b1c5a0490104cab" /><Relationship Type="http://schemas.openxmlformats.org/officeDocument/2006/relationships/slide" Target="/ppt/slides/slide41.xml" Id="Raa4683cb432b4e15" /><Relationship Type="http://schemas.openxmlformats.org/officeDocument/2006/relationships/slide" Target="/ppt/slides/slide42.xml" Id="R80715594d55a4024" /><Relationship Type="http://schemas.openxmlformats.org/officeDocument/2006/relationships/slide" Target="/ppt/slides/slide43.xml" Id="Rba327dc4fa994a78" /><Relationship Type="http://schemas.openxmlformats.org/officeDocument/2006/relationships/slide" Target="/ppt/slides/slide44.xml" Id="Rcfff1a53760a4581" /><Relationship Type="http://schemas.openxmlformats.org/officeDocument/2006/relationships/slide" Target="/ppt/slides/slide45.xml" Id="Rc347319dc10d466b" /><Relationship Type="http://schemas.openxmlformats.org/officeDocument/2006/relationships/slide" Target="/ppt/slides/slide46.xml" Id="R7ce86fc5598c457e" /><Relationship Type="http://schemas.openxmlformats.org/officeDocument/2006/relationships/slide" Target="/ppt/slides/slide47.xml" Id="R0c4ee687c556423b" /><Relationship Type="http://schemas.openxmlformats.org/officeDocument/2006/relationships/slide" Target="/ppt/slides/slide48.xml" Id="R3e7d396c02d34e91" /><Relationship Type="http://schemas.openxmlformats.org/officeDocument/2006/relationships/slide" Target="/ppt/slides/slide49.xml" Id="Rd2f252c6eada4df7" /><Relationship Type="http://schemas.openxmlformats.org/officeDocument/2006/relationships/slide" Target="/ppt/slides/slide50.xml" Id="Rcf13178365914dae" /><Relationship Type="http://schemas.openxmlformats.org/officeDocument/2006/relationships/slide" Target="/ppt/slides/slide51.xml" Id="R8505448b4cf842f4" /><Relationship Type="http://schemas.openxmlformats.org/officeDocument/2006/relationships/slide" Target="/ppt/slides/slide52.xml" Id="Ree20a762b5204759" /><Relationship Type="http://schemas.openxmlformats.org/officeDocument/2006/relationships/slide" Target="/ppt/slides/slide53.xml" Id="R28500e202a0948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082af1da9e47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42a2b2bac741d7" /><Relationship Type="http://schemas.openxmlformats.org/officeDocument/2006/relationships/notesMaster" Target="/ppt/notesMasters/notesMaster1.xml" Id="R5024cd7ebfdc4d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9d240aee1a4767" /><Relationship Type="http://schemas.openxmlformats.org/officeDocument/2006/relationships/notesMaster" Target="/ppt/notesMasters/notesMaster1.xml" Id="R35182cb082c747f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9e7fb96c5c48af" /><Relationship Type="http://schemas.openxmlformats.org/officeDocument/2006/relationships/notesMaster" Target="/ppt/notesMasters/notesMaster1.xml" Id="R8c7a99f6433a4b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146cbb4c2644242" /><Relationship Type="http://schemas.openxmlformats.org/officeDocument/2006/relationships/notesMaster" Target="/ppt/notesMasters/notesMaster1.xml" Id="R8629a10eaa4d4a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d5aa1b424364f8b" /><Relationship Type="http://schemas.openxmlformats.org/officeDocument/2006/relationships/notesMaster" Target="/ppt/notesMasters/notesMaster1.xml" Id="Rf2a1c310b58b48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ad1eafc8f647b8" /><Relationship Type="http://schemas.openxmlformats.org/officeDocument/2006/relationships/notesMaster" Target="/ppt/notesMasters/notesMaster1.xml" Id="R13139490e27f466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34f23d1cac6439f" /><Relationship Type="http://schemas.openxmlformats.org/officeDocument/2006/relationships/notesMaster" Target="/ppt/notesMasters/notesMaster1.xml" Id="Rd6a2128f60f5449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cf10f3a4044306" /><Relationship Type="http://schemas.openxmlformats.org/officeDocument/2006/relationships/notesMaster" Target="/ppt/notesMasters/notesMaster1.xml" Id="R00f545a8baea40d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21d27a2c794b87" /><Relationship Type="http://schemas.openxmlformats.org/officeDocument/2006/relationships/notesMaster" Target="/ppt/notesMasters/notesMaster1.xml" Id="Rc6d4363c0d414e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4642d6b098e432e" /><Relationship Type="http://schemas.openxmlformats.org/officeDocument/2006/relationships/notesMaster" Target="/ppt/notesMasters/notesMaster1.xml" Id="Rd450e1512af7482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6a57e2394ad4709" /><Relationship Type="http://schemas.openxmlformats.org/officeDocument/2006/relationships/notesMaster" Target="/ppt/notesMasters/notesMaster1.xml" Id="Rcb8f645063a94f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d6b041725fc4efa" /><Relationship Type="http://schemas.openxmlformats.org/officeDocument/2006/relationships/notesMaster" Target="/ppt/notesMasters/notesMaster1.xml" Id="R26058aee488d43e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c3fb4f6d5374234" /><Relationship Type="http://schemas.openxmlformats.org/officeDocument/2006/relationships/notesMaster" Target="/ppt/notesMasters/notesMaster1.xml" Id="R748a92c335e04b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ecb06c48a143eb" /><Relationship Type="http://schemas.openxmlformats.org/officeDocument/2006/relationships/notesMaster" Target="/ppt/notesMasters/notesMaster1.xml" Id="Rdb02b4ee59d34e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4ae82dea3f429f" /><Relationship Type="http://schemas.openxmlformats.org/officeDocument/2006/relationships/notesMaster" Target="/ppt/notesMasters/notesMaster1.xml" Id="Rbd30c9b0d11649a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0030a31355f47b1" /><Relationship Type="http://schemas.openxmlformats.org/officeDocument/2006/relationships/notesMaster" Target="/ppt/notesMasters/notesMaster1.xml" Id="Re8791ce1af51425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850726b28074f24" /><Relationship Type="http://schemas.openxmlformats.org/officeDocument/2006/relationships/notesMaster" Target="/ppt/notesMasters/notesMaster1.xml" Id="R428654a0088b40f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8803ea28bdc4079" /><Relationship Type="http://schemas.openxmlformats.org/officeDocument/2006/relationships/notesMaster" Target="/ppt/notesMasters/notesMaster1.xml" Id="Raa6d1dc303a7484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587d87ffcd41ad" /><Relationship Type="http://schemas.openxmlformats.org/officeDocument/2006/relationships/notesMaster" Target="/ppt/notesMasters/notesMaster1.xml" Id="R9ba76959f4304db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458f79774534b81" /><Relationship Type="http://schemas.openxmlformats.org/officeDocument/2006/relationships/notesMaster" Target="/ppt/notesMasters/notesMaster1.xml" Id="Rf2a5a76eb6084e8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fd798de7d6b486b" /><Relationship Type="http://schemas.openxmlformats.org/officeDocument/2006/relationships/notesMaster" Target="/ppt/notesMasters/notesMaster1.xml" Id="R7898a31b7d8147a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0394b2a1e424e4f" /><Relationship Type="http://schemas.openxmlformats.org/officeDocument/2006/relationships/notesMaster" Target="/ppt/notesMasters/notesMaster1.xml" Id="R653f757bd28d4aa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b3f53f71e27422a" /><Relationship Type="http://schemas.openxmlformats.org/officeDocument/2006/relationships/notesMaster" Target="/ppt/notesMasters/notesMaster1.xml" Id="R010b5df7c50b4cd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6e69ce594dc4e09" /><Relationship Type="http://schemas.openxmlformats.org/officeDocument/2006/relationships/notesMaster" Target="/ppt/notesMasters/notesMaster1.xml" Id="Rc0b83f4ea9d4409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1d6f454969644d0" /><Relationship Type="http://schemas.openxmlformats.org/officeDocument/2006/relationships/notesMaster" Target="/ppt/notesMasters/notesMaster1.xml" Id="R554327908f324b59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210ac2129e04f76" /><Relationship Type="http://schemas.openxmlformats.org/officeDocument/2006/relationships/notesMaster" Target="/ppt/notesMasters/notesMaster1.xml" Id="R0f0d4dd5bc724dc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d1c296fe85a64385" /><Relationship Type="http://schemas.openxmlformats.org/officeDocument/2006/relationships/notesMaster" Target="/ppt/notesMasters/notesMaster1.xml" Id="Rf6bfa10305b94d84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82f285d04c744e8" /><Relationship Type="http://schemas.openxmlformats.org/officeDocument/2006/relationships/notesMaster" Target="/ppt/notesMasters/notesMaster1.xml" Id="Rd40d82eb03124ec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223d725f77b4afa" /><Relationship Type="http://schemas.openxmlformats.org/officeDocument/2006/relationships/notesMaster" Target="/ppt/notesMasters/notesMaster1.xml" Id="Rdd8c1488fc0a422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9ec571a92f34fee" /><Relationship Type="http://schemas.openxmlformats.org/officeDocument/2006/relationships/notesMaster" Target="/ppt/notesMasters/notesMaster1.xml" Id="R47104a4b1bee4be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3479012cea14be9" /><Relationship Type="http://schemas.openxmlformats.org/officeDocument/2006/relationships/notesMaster" Target="/ppt/notesMasters/notesMaster1.xml" Id="Re2c78f0ec8d04e5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6110202adc5485c" /><Relationship Type="http://schemas.openxmlformats.org/officeDocument/2006/relationships/notesMaster" Target="/ppt/notesMasters/notesMaster1.xml" Id="Raece4d5d082e466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6e9a2a2544d4c81" /><Relationship Type="http://schemas.openxmlformats.org/officeDocument/2006/relationships/notesMaster" Target="/ppt/notesMasters/notesMaster1.xml" Id="R0b0d685fbc9e4dd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ccdb46aad5540fa" /><Relationship Type="http://schemas.openxmlformats.org/officeDocument/2006/relationships/notesMaster" Target="/ppt/notesMasters/notesMaster1.xml" Id="Rd3108c2c914f468b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214e7b598174e23" /><Relationship Type="http://schemas.openxmlformats.org/officeDocument/2006/relationships/notesMaster" Target="/ppt/notesMasters/notesMaster1.xml" Id="R0a84b9c013dc45d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d53d4b5a90042f8" /><Relationship Type="http://schemas.openxmlformats.org/officeDocument/2006/relationships/notesMaster" Target="/ppt/notesMasters/notesMaster1.xml" Id="R443633d0d91f44b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f143a4c104d4ce3" /><Relationship Type="http://schemas.openxmlformats.org/officeDocument/2006/relationships/notesMaster" Target="/ppt/notesMasters/notesMaster1.xml" Id="Ra9874c2872e8429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bef64764f1a4446" /><Relationship Type="http://schemas.openxmlformats.org/officeDocument/2006/relationships/notesMaster" Target="/ppt/notesMasters/notesMaster1.xml" Id="Rd8f61248f9874184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c8c0650d48b48ba" /><Relationship Type="http://schemas.openxmlformats.org/officeDocument/2006/relationships/notesMaster" Target="/ppt/notesMasters/notesMaster1.xml" Id="Ra6980ea6b01f429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61ea70579e845db" /><Relationship Type="http://schemas.openxmlformats.org/officeDocument/2006/relationships/notesMaster" Target="/ppt/notesMasters/notesMaster1.xml" Id="R07a6811537f943b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a1db0dd6bb444a8" /><Relationship Type="http://schemas.openxmlformats.org/officeDocument/2006/relationships/notesMaster" Target="/ppt/notesMasters/notesMaster1.xml" Id="R544bbf6843db4d1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6b0b03b174840f1" /><Relationship Type="http://schemas.openxmlformats.org/officeDocument/2006/relationships/notesMaster" Target="/ppt/notesMasters/notesMaster1.xml" Id="R72906de25ed9437e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4cf1ddc58fa4a51" /><Relationship Type="http://schemas.openxmlformats.org/officeDocument/2006/relationships/notesMaster" Target="/ppt/notesMasters/notesMaster1.xml" Id="R858ce7026de04c62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d06f65ec18b4873" /><Relationship Type="http://schemas.openxmlformats.org/officeDocument/2006/relationships/notesMaster" Target="/ppt/notesMasters/notesMaster1.xml" Id="R988b5f96caaa4369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cc91597e51f4d11" /><Relationship Type="http://schemas.openxmlformats.org/officeDocument/2006/relationships/notesMaster" Target="/ppt/notesMasters/notesMaster1.xml" Id="R5811867b1ae847b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59e52defec2d4c8a" /><Relationship Type="http://schemas.openxmlformats.org/officeDocument/2006/relationships/notesMaster" Target="/ppt/notesMasters/notesMaster1.xml" Id="Re216a3079a3c4c05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e47c93933df24016" /><Relationship Type="http://schemas.openxmlformats.org/officeDocument/2006/relationships/notesMaster" Target="/ppt/notesMasters/notesMaster1.xml" Id="Rc9784c8b664a4cf3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f7f8d08eba5d415d" /><Relationship Type="http://schemas.openxmlformats.org/officeDocument/2006/relationships/notesMaster" Target="/ppt/notesMasters/notesMaster1.xml" Id="Rbb664d7e693c456d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0b23bdc39734957" /><Relationship Type="http://schemas.openxmlformats.org/officeDocument/2006/relationships/notesMaster" Target="/ppt/notesMasters/notesMaster1.xml" Id="Reae7af3e18c1465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5907b461a9e44e19" /><Relationship Type="http://schemas.openxmlformats.org/officeDocument/2006/relationships/notesMaster" Target="/ppt/notesMasters/notesMaster1.xml" Id="R800c85e30c9b4ab8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19022b10ff545c0" /><Relationship Type="http://schemas.openxmlformats.org/officeDocument/2006/relationships/notesMaster" Target="/ppt/notesMasters/notesMaster1.xml" Id="Ra6c3754d166445ab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3c7344f1676d4176" /><Relationship Type="http://schemas.openxmlformats.org/officeDocument/2006/relationships/notesMaster" Target="/ppt/notesMasters/notesMaster1.xml" Id="R1e03aefd8ea3455b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c9f40bc170624e5d" /><Relationship Type="http://schemas.openxmlformats.org/officeDocument/2006/relationships/notesMaster" Target="/ppt/notesMasters/notesMaster1.xml" Id="R5341bc7748a847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39.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49.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assets/lessons/lectures/astronomy/stars.pdf, page 53.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ebdadf001743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e3d9e2e1e77435f" /><Relationship Type="http://schemas.openxmlformats.org/officeDocument/2006/relationships/slideLayout" Target="/ppt/slideLayouts/slideLayout1.xml" Id="Rc66d94320b4449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6d94320b4449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00f01560049cd" /><Relationship Type="http://schemas.openxmlformats.org/officeDocument/2006/relationships/image" Target="/ppt/media/image.png" Id="Rb9ee8d3aa9324e3f" /><Relationship Type="http://schemas.openxmlformats.org/officeDocument/2006/relationships/notesSlide" Target="/ppt/notesSlides/notesSlide1.xml" Id="R1a0b5a21831647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2cf938ce949f1" /><Relationship Type="http://schemas.openxmlformats.org/officeDocument/2006/relationships/image" Target="/ppt/media/image2.png" Id="R9eb23c624b2b4edb" /><Relationship Type="http://schemas.openxmlformats.org/officeDocument/2006/relationships/notesSlide" Target="/ppt/notesSlides/notesSlide2.xml" Id="R68f6f19c2ea74b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862ebd739e44a5" /><Relationship Type="http://schemas.openxmlformats.org/officeDocument/2006/relationships/image" Target="/ppt/media/image3.png" Id="Rb174997289874b79" /><Relationship Type="http://schemas.openxmlformats.org/officeDocument/2006/relationships/notesSlide" Target="/ppt/notesSlides/notesSlide3.xml" Id="R86e2b1ded9ce41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4d7db1c304e8e" /><Relationship Type="http://schemas.openxmlformats.org/officeDocument/2006/relationships/image" Target="/ppt/media/image4.png" Id="Ra70e3f070ba74315" /><Relationship Type="http://schemas.openxmlformats.org/officeDocument/2006/relationships/notesSlide" Target="/ppt/notesSlides/notesSlide4.xml" Id="Red33f3fdae6f45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44c05b9bd84e83" /><Relationship Type="http://schemas.openxmlformats.org/officeDocument/2006/relationships/image" Target="/ppt/media/image5.png" Id="R87f8191638a24aa1" /><Relationship Type="http://schemas.openxmlformats.org/officeDocument/2006/relationships/notesSlide" Target="/ppt/notesSlides/notesSlide5.xml" Id="Rc58c41dd45354a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69fdc70d804d57" /><Relationship Type="http://schemas.openxmlformats.org/officeDocument/2006/relationships/image" Target="/ppt/media/image6.png" Id="Re3ff8aac94064269" /><Relationship Type="http://schemas.openxmlformats.org/officeDocument/2006/relationships/notesSlide" Target="/ppt/notesSlides/notesSlide6.xml" Id="R6275b37f63bd44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f0a7920c654692" /><Relationship Type="http://schemas.openxmlformats.org/officeDocument/2006/relationships/image" Target="/ppt/media/image7.png" Id="R050b7537e7034d9c" /><Relationship Type="http://schemas.openxmlformats.org/officeDocument/2006/relationships/notesSlide" Target="/ppt/notesSlides/notesSlide7.xml" Id="Re345f3e6853f406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e6af9a0204c4d" /><Relationship Type="http://schemas.openxmlformats.org/officeDocument/2006/relationships/image" Target="/ppt/media/image8.png" Id="R18e53f145afa4ac3" /><Relationship Type="http://schemas.openxmlformats.org/officeDocument/2006/relationships/notesSlide" Target="/ppt/notesSlides/notesSlide8.xml" Id="Ree6093670e5040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66fe94b9a441c" /><Relationship Type="http://schemas.openxmlformats.org/officeDocument/2006/relationships/image" Target="/ppt/media/image9.png" Id="R97170f2dd0184d95" /><Relationship Type="http://schemas.openxmlformats.org/officeDocument/2006/relationships/notesSlide" Target="/ppt/notesSlides/notesSlide9.xml" Id="Rbb5dff1ca8034d2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bef9dcc3f4348" /><Relationship Type="http://schemas.openxmlformats.org/officeDocument/2006/relationships/image" Target="/ppt/media/image10.png" Id="R72e3aa6c109f43f0" /><Relationship Type="http://schemas.openxmlformats.org/officeDocument/2006/relationships/notesSlide" Target="/ppt/notesSlides/notesSlide10.xml" Id="Ra19f8235648b4c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4943435124254" /><Relationship Type="http://schemas.openxmlformats.org/officeDocument/2006/relationships/image" Target="/ppt/media/image11.png" Id="R4bc1127ab7ca4136" /><Relationship Type="http://schemas.openxmlformats.org/officeDocument/2006/relationships/notesSlide" Target="/ppt/notesSlides/notesSlide11.xml" Id="Rb63ff900a647489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96005b30824df8" /><Relationship Type="http://schemas.openxmlformats.org/officeDocument/2006/relationships/image" Target="/ppt/media/image12.png" Id="Rc51f0347980a404f" /><Relationship Type="http://schemas.openxmlformats.org/officeDocument/2006/relationships/notesSlide" Target="/ppt/notesSlides/notesSlide12.xml" Id="Rde76b107f4e146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33df19ef1417e" /><Relationship Type="http://schemas.openxmlformats.org/officeDocument/2006/relationships/image" Target="/ppt/media/image13.png" Id="R81b5242be4ce4a79" /><Relationship Type="http://schemas.openxmlformats.org/officeDocument/2006/relationships/notesSlide" Target="/ppt/notesSlides/notesSlide13.xml" Id="Rebbb9a2f660048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15afd64b74d17" /><Relationship Type="http://schemas.openxmlformats.org/officeDocument/2006/relationships/image" Target="/ppt/media/image14.png" Id="R57b0d0f1dfcc4937" /><Relationship Type="http://schemas.openxmlformats.org/officeDocument/2006/relationships/notesSlide" Target="/ppt/notesSlides/notesSlide14.xml" Id="Rac43dc5e4bb6498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5d3fad7d543e7" /><Relationship Type="http://schemas.openxmlformats.org/officeDocument/2006/relationships/image" Target="/ppt/media/image15.png" Id="R41581e8b15584bc8" /><Relationship Type="http://schemas.openxmlformats.org/officeDocument/2006/relationships/notesSlide" Target="/ppt/notesSlides/notesSlide15.xml" Id="Rcadf8d3c85404e2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bd4c38b94943e3" /><Relationship Type="http://schemas.openxmlformats.org/officeDocument/2006/relationships/image" Target="/ppt/media/image16.png" Id="R1361d5a850d7491d" /><Relationship Type="http://schemas.openxmlformats.org/officeDocument/2006/relationships/notesSlide" Target="/ppt/notesSlides/notesSlide16.xml" Id="Rd413c5846faa4c7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fb6b4a9e84706" /><Relationship Type="http://schemas.openxmlformats.org/officeDocument/2006/relationships/image" Target="/ppt/media/image17.png" Id="Rcdf70094a2cd4734" /><Relationship Type="http://schemas.openxmlformats.org/officeDocument/2006/relationships/notesSlide" Target="/ppt/notesSlides/notesSlide17.xml" Id="R5af8c272730e421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27eb1c7b74d23" /><Relationship Type="http://schemas.openxmlformats.org/officeDocument/2006/relationships/image" Target="/ppt/media/image18.png" Id="Rf199015a93df4f4a" /><Relationship Type="http://schemas.openxmlformats.org/officeDocument/2006/relationships/notesSlide" Target="/ppt/notesSlides/notesSlide18.xml" Id="R602f9b925c41409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c120896cd4ae4" /><Relationship Type="http://schemas.openxmlformats.org/officeDocument/2006/relationships/image" Target="/ppt/media/image19.png" Id="Raeb18c2f30ea4417" /><Relationship Type="http://schemas.openxmlformats.org/officeDocument/2006/relationships/notesSlide" Target="/ppt/notesSlides/notesSlide19.xml" Id="R67e6792fe3ce44d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fe17eb1a3e470d" /><Relationship Type="http://schemas.openxmlformats.org/officeDocument/2006/relationships/image" Target="/ppt/media/image20.png" Id="R714ee5ca60894e9f" /><Relationship Type="http://schemas.openxmlformats.org/officeDocument/2006/relationships/notesSlide" Target="/ppt/notesSlides/notesSlide20.xml" Id="Rc169dc486fc94e2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2443a6e544b00" /><Relationship Type="http://schemas.openxmlformats.org/officeDocument/2006/relationships/image" Target="/ppt/media/image21.png" Id="Raabdb41b841742a1" /><Relationship Type="http://schemas.openxmlformats.org/officeDocument/2006/relationships/notesSlide" Target="/ppt/notesSlides/notesSlide21.xml" Id="Rd7c7396f1e6442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a7e0a50a445a4" /><Relationship Type="http://schemas.openxmlformats.org/officeDocument/2006/relationships/image" Target="/ppt/media/image22.png" Id="R3519001428494901" /><Relationship Type="http://schemas.openxmlformats.org/officeDocument/2006/relationships/notesSlide" Target="/ppt/notesSlides/notesSlide22.xml" Id="Rdc1c7339a44e450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e3ad69be345ef" /><Relationship Type="http://schemas.openxmlformats.org/officeDocument/2006/relationships/image" Target="/ppt/media/image23.png" Id="R7067a5c98e8748aa" /><Relationship Type="http://schemas.openxmlformats.org/officeDocument/2006/relationships/notesSlide" Target="/ppt/notesSlides/notesSlide23.xml" Id="Rec1ba7f7b2eb481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09bf60ca54a7a" /><Relationship Type="http://schemas.openxmlformats.org/officeDocument/2006/relationships/image" Target="/ppt/media/image24.png" Id="Ra5568750d9754318" /><Relationship Type="http://schemas.openxmlformats.org/officeDocument/2006/relationships/notesSlide" Target="/ppt/notesSlides/notesSlide24.xml" Id="Rb73a6113595b424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6df33afcae4667" /><Relationship Type="http://schemas.openxmlformats.org/officeDocument/2006/relationships/image" Target="/ppt/media/image25.png" Id="R808704051f6c4e3e" /><Relationship Type="http://schemas.openxmlformats.org/officeDocument/2006/relationships/notesSlide" Target="/ppt/notesSlides/notesSlide25.xml" Id="R419a2ab3085442a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4ee4c27614482" /><Relationship Type="http://schemas.openxmlformats.org/officeDocument/2006/relationships/image" Target="/ppt/media/image26.png" Id="R4e1a23c4b60a4285" /><Relationship Type="http://schemas.openxmlformats.org/officeDocument/2006/relationships/notesSlide" Target="/ppt/notesSlides/notesSlide26.xml" Id="R121863a1083643c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b0a0733864f36" /><Relationship Type="http://schemas.openxmlformats.org/officeDocument/2006/relationships/image" Target="/ppt/media/image27.png" Id="R4fb69ee5e68b4cff" /><Relationship Type="http://schemas.openxmlformats.org/officeDocument/2006/relationships/notesSlide" Target="/ppt/notesSlides/notesSlide27.xml" Id="Re5dcc1a2d9e442b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cd62dc5c154091" /><Relationship Type="http://schemas.openxmlformats.org/officeDocument/2006/relationships/image" Target="/ppt/media/image28.png" Id="R76bbf806ca8a4a40" /><Relationship Type="http://schemas.openxmlformats.org/officeDocument/2006/relationships/notesSlide" Target="/ppt/notesSlides/notesSlide28.xml" Id="R0c5f9745c6504d9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2315f6be14c22" /><Relationship Type="http://schemas.openxmlformats.org/officeDocument/2006/relationships/image" Target="/ppt/media/image29.png" Id="R37f5ba5e62c74e69" /><Relationship Type="http://schemas.openxmlformats.org/officeDocument/2006/relationships/notesSlide" Target="/ppt/notesSlides/notesSlide29.xml" Id="Re0cb1e7438384d2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c762f1c03c4ed1" /><Relationship Type="http://schemas.openxmlformats.org/officeDocument/2006/relationships/image" Target="/ppt/media/image30.png" Id="Rf2168436d1584d92" /><Relationship Type="http://schemas.openxmlformats.org/officeDocument/2006/relationships/notesSlide" Target="/ppt/notesSlides/notesSlide30.xml" Id="Radb6ee5832d5457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97e75841e45a6" /><Relationship Type="http://schemas.openxmlformats.org/officeDocument/2006/relationships/image" Target="/ppt/media/image31.png" Id="R017c667931394eac" /><Relationship Type="http://schemas.openxmlformats.org/officeDocument/2006/relationships/notesSlide" Target="/ppt/notesSlides/notesSlide31.xml" Id="R1755006ddb9a4af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f2dec602d3420c" /><Relationship Type="http://schemas.openxmlformats.org/officeDocument/2006/relationships/image" Target="/ppt/media/image32.png" Id="R7c9f9d6e674e4060" /><Relationship Type="http://schemas.openxmlformats.org/officeDocument/2006/relationships/notesSlide" Target="/ppt/notesSlides/notesSlide32.xml" Id="R52480c5ac4b7465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1687ac47c0434b" /><Relationship Type="http://schemas.openxmlformats.org/officeDocument/2006/relationships/image" Target="/ppt/media/image33.png" Id="R3f1b7d6cf2fd4607" /><Relationship Type="http://schemas.openxmlformats.org/officeDocument/2006/relationships/notesSlide" Target="/ppt/notesSlides/notesSlide33.xml" Id="Rf08773dabb8a483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b85f37ae69439b" /><Relationship Type="http://schemas.openxmlformats.org/officeDocument/2006/relationships/image" Target="/ppt/media/image34.png" Id="R856aec216523493e" /><Relationship Type="http://schemas.openxmlformats.org/officeDocument/2006/relationships/notesSlide" Target="/ppt/notesSlides/notesSlide34.xml" Id="R2941faab131f430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9b863005a4c0b" /><Relationship Type="http://schemas.openxmlformats.org/officeDocument/2006/relationships/image" Target="/ppt/media/image35.png" Id="R7560fcbc3a654cf8" /><Relationship Type="http://schemas.openxmlformats.org/officeDocument/2006/relationships/notesSlide" Target="/ppt/notesSlides/notesSlide35.xml" Id="Re687f9f1ec294920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6b4d7cd00460c" /><Relationship Type="http://schemas.openxmlformats.org/officeDocument/2006/relationships/image" Target="/ppt/media/image36.png" Id="Rf4757e5bf9d949ad" /><Relationship Type="http://schemas.openxmlformats.org/officeDocument/2006/relationships/notesSlide" Target="/ppt/notesSlides/notesSlide36.xml" Id="R49b1625873ab48fd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72527937f24c90" /><Relationship Type="http://schemas.openxmlformats.org/officeDocument/2006/relationships/image" Target="/ppt/media/image37.png" Id="Rb8529825623344fe" /><Relationship Type="http://schemas.openxmlformats.org/officeDocument/2006/relationships/notesSlide" Target="/ppt/notesSlides/notesSlide37.xml" Id="R4609fcd7fa66475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a346338364b5b" /><Relationship Type="http://schemas.openxmlformats.org/officeDocument/2006/relationships/image" Target="/ppt/media/image38.png" Id="R805e9a77847d476f" /><Relationship Type="http://schemas.openxmlformats.org/officeDocument/2006/relationships/notesSlide" Target="/ppt/notesSlides/notesSlide38.xml" Id="R85be230836f046d8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4d14800c14c7f" /><Relationship Type="http://schemas.openxmlformats.org/officeDocument/2006/relationships/image" Target="/ppt/media/image39.png" Id="R068464c5f1c842aa" /><Relationship Type="http://schemas.openxmlformats.org/officeDocument/2006/relationships/notesSlide" Target="/ppt/notesSlides/notesSlide39.xml" Id="R08bf92f25dca45c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849bd80b0488e" /><Relationship Type="http://schemas.openxmlformats.org/officeDocument/2006/relationships/image" Target="/ppt/media/image40.png" Id="Rdd762d920a644172" /><Relationship Type="http://schemas.openxmlformats.org/officeDocument/2006/relationships/notesSlide" Target="/ppt/notesSlides/notesSlide40.xml" Id="R590896ef674d42f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a50e8fbb14bd9" /><Relationship Type="http://schemas.openxmlformats.org/officeDocument/2006/relationships/image" Target="/ppt/media/image41.png" Id="R28966b8d91864684" /><Relationship Type="http://schemas.openxmlformats.org/officeDocument/2006/relationships/notesSlide" Target="/ppt/notesSlides/notesSlide41.xml" Id="R70cedb4b89d74f3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f0fae9eaa4141" /><Relationship Type="http://schemas.openxmlformats.org/officeDocument/2006/relationships/image" Target="/ppt/media/image42.png" Id="Rfc9b5968d5994e17" /><Relationship Type="http://schemas.openxmlformats.org/officeDocument/2006/relationships/notesSlide" Target="/ppt/notesSlides/notesSlide42.xml" Id="Ra5f05e6f6785491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1ef3701c9c4adb" /><Relationship Type="http://schemas.openxmlformats.org/officeDocument/2006/relationships/image" Target="/ppt/media/image43.png" Id="R6b68ce59e1194180" /><Relationship Type="http://schemas.openxmlformats.org/officeDocument/2006/relationships/notesSlide" Target="/ppt/notesSlides/notesSlide43.xml" Id="Re2abf9d9f7204f8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a856c87040492d" /><Relationship Type="http://schemas.openxmlformats.org/officeDocument/2006/relationships/image" Target="/ppt/media/image44.png" Id="Rcb81239207b8447c" /><Relationship Type="http://schemas.openxmlformats.org/officeDocument/2006/relationships/notesSlide" Target="/ppt/notesSlides/notesSlide44.xml" Id="Rbb734c9bfbc44cb6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36f140ffbe4661" /><Relationship Type="http://schemas.openxmlformats.org/officeDocument/2006/relationships/image" Target="/ppt/media/image45.png" Id="R95b6b68e243c417c" /><Relationship Type="http://schemas.openxmlformats.org/officeDocument/2006/relationships/notesSlide" Target="/ppt/notesSlides/notesSlide45.xml" Id="R0eccb8f15c8c42a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1fe054ca374d9a" /><Relationship Type="http://schemas.openxmlformats.org/officeDocument/2006/relationships/image" Target="/ppt/media/image46.png" Id="R74cd49968d534385" /><Relationship Type="http://schemas.openxmlformats.org/officeDocument/2006/relationships/notesSlide" Target="/ppt/notesSlides/notesSlide46.xml" Id="Rf1c6d4390f2242a9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cb81c2fda4db3" /><Relationship Type="http://schemas.openxmlformats.org/officeDocument/2006/relationships/image" Target="/ppt/media/image47.png" Id="R7d080c9b7ffe4d61" /><Relationship Type="http://schemas.openxmlformats.org/officeDocument/2006/relationships/notesSlide" Target="/ppt/notesSlides/notesSlide47.xml" Id="R7c975b24d6924ccb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3c2b582f74103" /><Relationship Type="http://schemas.openxmlformats.org/officeDocument/2006/relationships/image" Target="/ppt/media/image48.png" Id="R3c0f75b6b1f14b1d" /><Relationship Type="http://schemas.openxmlformats.org/officeDocument/2006/relationships/notesSlide" Target="/ppt/notesSlides/notesSlide48.xml" Id="R4f2f3e225b37427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50520c880d40dc" /><Relationship Type="http://schemas.openxmlformats.org/officeDocument/2006/relationships/image" Target="/ppt/media/image49.png" Id="R8a612e22bd51406c" /><Relationship Type="http://schemas.openxmlformats.org/officeDocument/2006/relationships/notesSlide" Target="/ppt/notesSlides/notesSlide49.xml" Id="Rdf887ae151a74694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d18daa2474a36" /><Relationship Type="http://schemas.openxmlformats.org/officeDocument/2006/relationships/image" Target="/ppt/media/image50.png" Id="Ra5a83b3f58394f31" /><Relationship Type="http://schemas.openxmlformats.org/officeDocument/2006/relationships/notesSlide" Target="/ppt/notesSlides/notesSlide50.xml" Id="Rc4d813d0e59f451e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f9ea1154ab4191" /><Relationship Type="http://schemas.openxmlformats.org/officeDocument/2006/relationships/image" Target="/ppt/media/image51.png" Id="R9b3d92a8506046b4" /><Relationship Type="http://schemas.openxmlformats.org/officeDocument/2006/relationships/notesSlide" Target="/ppt/notesSlides/notesSlide51.xml" Id="R1ba2851be03f4230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bf1f1ad7246ff" /><Relationship Type="http://schemas.openxmlformats.org/officeDocument/2006/relationships/image" Target="/ppt/media/image52.png" Id="R9617f3ab162446d1" /><Relationship Type="http://schemas.openxmlformats.org/officeDocument/2006/relationships/notesSlide" Target="/ppt/notesSlides/notesSlide52.xml" Id="Rdddbc322ceeb4627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0a80bf019468e" /><Relationship Type="http://schemas.openxmlformats.org/officeDocument/2006/relationships/image" Target="/ppt/media/image53.png" Id="R4fda217c27cd49af" /><Relationship Type="http://schemas.openxmlformats.org/officeDocument/2006/relationships/notesSlide" Target="/ppt/notesSlides/notesSlide53.xml" Id="R348d49e2edef494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e8d3aa9324e3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EC7C16-F31D-46F3-9EE7-CC1E60CF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423" y="3075749"/>
            <a:ext cx="142888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C8513-C2E3-4273-9D3F-B0EC705B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28" y="4770107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6680A3-F3DF-4806-8314-611FAC12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607" y="5368587"/>
            <a:ext cx="6423567" cy="5188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38D49-8088-4DAA-9E02-449E3326B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824" y="5832650"/>
            <a:ext cx="178974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9, 2017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F8F47E-DDC9-463B-AE69-74FFCE6C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650852-C4C1-4E71-86FE-42979570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53</a:t>
            </a:r>
          </a:p>
        </p:txBody>
      </p:sp>
      <p:sp>
        <p:nvSpPr>
          <p:cNvPr id="1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27815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b23c624b2b4ed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82CCDB-F768-45BB-A339-3A0DC35B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51" y="803298"/>
            <a:ext cx="8116037" cy="954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thousands of nearby stars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27742-6857-4145-A61B-124FCB23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207" y="1514202"/>
            <a:ext cx="321678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find: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8E4883-604F-4510-8B60-0267D9E1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2576043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008CA-A37D-4005-BD4B-AC7E3DFE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2576043"/>
            <a:ext cx="452064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luminosity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BF552-5FB4-4333-9C8B-80B62128E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3354985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CDDEA7-AE59-4F59-BBD5-E6276C22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3354985"/>
            <a:ext cx="819341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(color or spectral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2D6335-48ED-47BC-96CF-DB7C5BE2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4006937"/>
            <a:ext cx="139222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type)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DC871B-47BD-4662-B4F3-E532D86B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4785848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D4364-0F97-41C4-A5B9-4A7B55CFD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4785848"/>
            <a:ext cx="388839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size (radius)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FA655-E222-46C6-B41A-9BE7EB15C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5564790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725E4-17F4-40FE-AD7C-3907DC64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5564790"/>
            <a:ext cx="22340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2E286C-6E4C-42A6-A65A-02FA482C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184" y="6481779"/>
            <a:ext cx="8244838" cy="653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1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1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WE FIND ANY RHYME, REASON, OR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153D8A-58F4-4D42-A20C-DC05AFFA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158" y="7084995"/>
            <a:ext cx="3417453" cy="622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6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6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RELATIONSHIPS?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7BF381-4541-4EA4-8675-875EFAD4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0A70B4-FD71-44EF-A2DD-7A34764B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53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085203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74997289874b7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46154-57EA-4296-954C-6AD70209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270" y="1089306"/>
            <a:ext cx="5310095" cy="1042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129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129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6372EC-BA11-4915-BF3B-CBA90EB20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9" y="2334253"/>
            <a:ext cx="20849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92996B-1859-4B06-8F0C-E8B2EFD22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2334253"/>
            <a:ext cx="620487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done independently by Enjar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57383-E87C-49EF-8901-7FA72F77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2918453"/>
            <a:ext cx="836847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Hertzsprung and Henry Norris Russell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FA99BE-2CD7-45C4-9A1B-3B94A707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3502653"/>
            <a:ext cx="290535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around 1910.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657A9-82B6-4B49-9CA7-C5EB3102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9" y="4201193"/>
            <a:ext cx="20849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BEB6A1-3EC0-4474-866B-50EFEF34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4201193"/>
            <a:ext cx="696231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graph of luminosity (or absolute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6FF9FA-CFBB-4A26-9F35-8B56A49E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4785393"/>
            <a:ext cx="780074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magnitude)  versus temperature (or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B3A974-C703-4FD4-9042-96FDE1A3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4" y="5369593"/>
            <a:ext cx="314833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65718C-4C3D-4038-B199-F284BA99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55B49E-9C4E-44CE-89D1-9AEE32C51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53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671881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0e3f070ba7431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75E5A6-3BE4-43AE-9C0D-0F86DD49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98" y="1123328"/>
            <a:ext cx="470263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868F9-51CD-4B8A-A234-5D8182C53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29689"/>
            <a:ext cx="280198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Hertzprung-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427D1-8A08-4466-9FAE-EA5DEF3B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82778"/>
            <a:ext cx="3898306" cy="6093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Russell (H-R) diagram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E437B0-1D70-4089-B359-3A487FE1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40012"/>
            <a:ext cx="3899442" cy="609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shows the relationship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AEDB9-EB38-4F5D-8A29-F335B9A9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92992"/>
            <a:ext cx="3369868" cy="6093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between luminosity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F2F08-C8E5-4DE0-ACEC-4C6313C6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145785"/>
            <a:ext cx="292913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temperature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BF973-98E9-4C24-9B8B-3F56897F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02985"/>
            <a:ext cx="35845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(absolute magnitude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D258DA-1D63-4311-8879-84F86DF5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056479"/>
            <a:ext cx="3852591" cy="608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spectral class) for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F5FE48-8A90-4DB6-9203-9135EA21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508922"/>
            <a:ext cx="96564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E1B82-248C-4C75-ADAC-42C467FE8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9DB20-17CE-4C9D-9716-A1D1101A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53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9170951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f8191638a24aa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62B6CC-D290-48FE-B4BC-60420900C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0698" y="1123328"/>
            <a:ext cx="470263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5DD9F-4B00-443A-B5A9-117659E11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29689"/>
            <a:ext cx="305481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6206FB-3D8F-4A3E-8C07-E1F41E5BF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83045"/>
            <a:ext cx="3621740" cy="6089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shows that there is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D352C-B4A8-4F8C-B664-470A2DBB8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39923"/>
            <a:ext cx="3413610" cy="609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definite relationship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4F5BC-5F5C-43CA-B188-ACEA5816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92821"/>
            <a:ext cx="221078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between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AB7B3A-F9D9-4768-8DE1-0B949BAA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145820"/>
            <a:ext cx="3497974" cy="609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 (absolute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28295-2EF7-40B3-8EA6-5A89AE309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03226"/>
            <a:ext cx="3517393" cy="6091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magnitude) of a star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A4ED9C-4C74-494F-9D33-70ACCD0C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056152"/>
            <a:ext cx="3412007" cy="609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its temperature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866AD-390E-41B6-877A-8592F9AA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508922"/>
            <a:ext cx="2588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(spectral class)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DD23FC-6259-4282-A0F9-42C81D312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4A9E2D-AF2C-4588-A84E-7A672A99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53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297567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f8aac9406426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B3A45-D7CD-472C-A53A-D606D9372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880" y="994688"/>
            <a:ext cx="5352742" cy="117087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76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76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FF2F1A-7779-4352-8A65-739E295D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42" y="2106147"/>
            <a:ext cx="22775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5D5FD-5776-4B1D-81DD-7FE35404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2106147"/>
            <a:ext cx="467332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Goes from top left (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E7F46-B390-44D7-8992-9C1C4F12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633" y="2106142"/>
            <a:ext cx="199375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3366FF"/>
                </a:solidFill>
                <a:latin typeface="Arial"/>
                <a:ea typeface="Arial"/>
                <a:cs typeface="Arial"/>
              </a:rPr>
              <a:t>hot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4771B5-9281-44D4-A3C3-42C9208F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2690342"/>
            <a:ext cx="1392496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3366FF"/>
                </a:solidFill>
                <a:latin typeface="Arial"/>
                <a:ea typeface="Arial"/>
                <a:cs typeface="Arial"/>
              </a:rPr>
              <a:t>bright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FF6DF4-66FB-4C75-9BF1-E0DB0616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1265" y="2690342"/>
            <a:ext cx="415975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to bottom right (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57FB9-20E8-42D0-B85D-ECC47203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4142" y="2690342"/>
            <a:ext cx="223363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cool and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67735-A440-4FC4-AA23-591D2B88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67" y="3274542"/>
            <a:ext cx="91028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FD7550-9E9C-435C-9342-B77B3E17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9503" y="3274542"/>
            <a:ext cx="36961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AAF289-0832-46B8-B5FF-A7009C87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0" y="3989984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4DA4E1-5D09-4EFE-9063-0ABC0E294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6" y="3989984"/>
            <a:ext cx="782992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90% of the stars are in the Main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80236C-60DC-4E01-8B91-C4CA1FF0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5" y="4574184"/>
            <a:ext cx="698751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stage of their lives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F606B0-C318-4F0F-8923-E5A13BEFA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130" y="5285364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FB2EB8-AFD9-47A5-B1DB-2043CD22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256" y="5285364"/>
            <a:ext cx="424981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Includes our Sun.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45FCAE-1E6A-42CF-9ABA-CB091597E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A9602-C945-49EF-B6E5-83E6EC15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53</a:t>
            </a:r>
          </a:p>
        </p:txBody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207664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0b7537e7034d9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3EF66-7DE6-4ED5-942C-FCE006A8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4668" y="1123328"/>
            <a:ext cx="437256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6CE39C-DB45-47A6-8D28-0394FD44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010731"/>
            <a:ext cx="3540495" cy="6094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Main Sequence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6700B-0A17-48F9-AEFE-59EF7774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463694"/>
            <a:ext cx="3391379" cy="6094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runs from the lower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964867-AD93-41F7-B3A9-828C3AB6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921107"/>
            <a:ext cx="3411352" cy="6091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right to upper left of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46EEE-8966-434E-8B59-92F1F08C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373781"/>
            <a:ext cx="29280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H-R diagram.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F2F8D-5DAE-4A9B-B6B4-C63CE7CA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466236"/>
            <a:ext cx="3855721" cy="6091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Hotter main sequence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C00AA-5305-4D3F-8870-2FAA32346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921335"/>
            <a:ext cx="3201934" cy="6056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brighter.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24C7D-7AAC-4F62-B5DD-4EB7C765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06ACC-1218-414E-B1CF-4A5F7042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53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923096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53f145afa4ac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789AB-82D5-459F-B8E2-B38F7F88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0868" y="993470"/>
            <a:ext cx="4321804" cy="13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6400" b="1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6400" b="1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3135E-7778-4086-B4D1-D10C265D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2332202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EBD9F-FA7F-4411-9012-F3E8F786B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2334300"/>
            <a:ext cx="6894224" cy="863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49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49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Really Big, Not Very Hot but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710CAC-3E86-4E2B-8224-89353D7F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2986494"/>
            <a:ext cx="3831979" cy="8630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4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4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VERY BRIGHT!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75DEB-6920-4DFC-8DB9-B4EE00A9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3763073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6DA11-D70F-4735-9BA9-8CE7E2DA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3763073"/>
            <a:ext cx="731859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Betelgeuse: 3500 K , 100,000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F643E9-424E-40BA-8ECD-B11A40B2F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4410761"/>
            <a:ext cx="816156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times more luminous than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0D31B3-F249-45D4-8DD2-15CCC7FF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5189702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74B4B1-FCBF-4AD4-BF52-61BED79FC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5189793"/>
            <a:ext cx="8126865" cy="8668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6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266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radius must be 1000x that of Sun!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2E7D1-7364-4FF0-B954-E02A393DE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328A9B-985F-4C07-B7CB-DE0E35F8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53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471450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170f2dd0184d9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E71A6-4411-417E-99E1-760ED892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96306F-71FC-4F1B-B0B7-04FDA717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53</a:t>
            </a:r>
          </a:p>
        </p:txBody>
      </p:sp>
      <p:sp>
        <p:nvSpPr>
          <p:cNvPr id="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830458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e3aa6c109f43f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27966B-0AE3-4C65-B533-57696D6D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527" y="1123328"/>
            <a:ext cx="318179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5D2BEC-8DFF-4B38-8997-43D00B727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556851"/>
            <a:ext cx="18510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3539C-EC8E-473A-B5F5-A5F876D2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9715" y="3556851"/>
            <a:ext cx="77792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C190B-1A23-4C06-9AF8-79627DF91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009819"/>
            <a:ext cx="198120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Supergiant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526898-701D-4018-8B1B-D0BB7CF8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8189" y="4009819"/>
            <a:ext cx="162005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64BFE1-0C2E-4F4C-B4DD-980CE6B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467195"/>
            <a:ext cx="3667152" cy="609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located above and to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DEECF-3934-481F-A90F-69136DF4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920018"/>
            <a:ext cx="3498386" cy="609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right of the Main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5CB72-1DB8-4320-BB13-57F0E27D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372956"/>
            <a:ext cx="18542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88A33-9FB9-4FB1-9110-F952379B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33BA9E-3C61-4449-A511-E253DE90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53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501010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1127ab7ca413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CE821-9CB1-47FD-A37B-2EF1F374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2345" y="993470"/>
            <a:ext cx="5179145" cy="130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6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6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134289-475B-45AB-AC9B-4E722D7DC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2186254"/>
            <a:ext cx="24701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77280-A41B-478E-B6BD-AD57DF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2192174"/>
            <a:ext cx="6657021" cy="94517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5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Small, Very Hot but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0B6781-AF61-4482-81FF-5430E09A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2766313"/>
            <a:ext cx="4042231" cy="9478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Very Bright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F8FBB8-5921-4F6B-95CF-156CF1A8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3477476"/>
            <a:ext cx="24701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20A6C8-DBB9-45D1-A35E-D925F105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3477476"/>
            <a:ext cx="208934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Sirius 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C12FC6-6868-4890-B77F-9F5562A2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3867" y="3477476"/>
            <a:ext cx="563732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: 27,000 K, but gives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F121D-AB1E-4291-A138-6A698013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4045996"/>
            <a:ext cx="7738706" cy="952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off 1000 times less light than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414A6-5E44-46FA-821B-FAE90EBD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4616145"/>
            <a:ext cx="209322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14710C-BA3A-4D6C-B1A7-97C48639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92" y="5331600"/>
            <a:ext cx="24701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8D217B-888F-46A8-BB59-12D98FD1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5332076"/>
            <a:ext cx="7185742" cy="9542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times smaller than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89E0B0-9491-4D15-8D31-1CBBE075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417" y="5903150"/>
            <a:ext cx="1098793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E3FFE-A0CD-4324-922C-AD57D835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FE155C-E930-4589-9104-B99AE1DD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53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299393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1f0347980a404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30134C-6266-4066-A21B-EB685468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0C691F-954C-494D-B54E-817FECC9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53</a:t>
            </a:r>
          </a:p>
        </p:txBody>
      </p:sp>
      <p:sp>
        <p:nvSpPr>
          <p:cNvPr id="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279012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b5242be4ce4a7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203C9-C9E3-4A9B-A32F-7A83934F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964" y="1123328"/>
            <a:ext cx="380824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169B12-E3CA-4160-AD2C-58369BCB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786166"/>
            <a:ext cx="847117" cy="60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Tiny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49ED1-57FA-4138-A6DF-542AC088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5148" y="3784435"/>
            <a:ext cx="195757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B8015-74D5-463E-8CD9-3EB156A6C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627" y="3784435"/>
            <a:ext cx="106957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stars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42B44D-C6F2-4C26-A37A-3527F038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4237475"/>
            <a:ext cx="3053646" cy="609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located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E9BFB-BA27-40D7-97EC-002F73A8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4695194"/>
            <a:ext cx="3746226" cy="608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bottom left of the H-R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D9B6D6-E7E2-420C-AF63-2C0479AD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5147572"/>
            <a:ext cx="141183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diagram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1F9650-7DC5-4976-AF73-A102BB5A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F729A-45E9-4853-AFE4-2BBCD10E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53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10487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b0d0f1dfcc493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C1845D-2ED9-4A15-8BE8-53562B03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59" y="993570"/>
            <a:ext cx="8978092" cy="624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Determining the Sizes of Stars from an HR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AAD480-E6D8-48E0-B10A-C028A52BE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1793223"/>
            <a:ext cx="20043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CF2372-02BB-4936-95B9-77A43875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1826620"/>
            <a:ext cx="3504761" cy="465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Smallest stars are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DF340-9274-412C-BF78-0898E629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161518"/>
            <a:ext cx="3064969" cy="486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tiny White Dwarf stars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B0384-E67C-47E0-91F2-633D4BA66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514272"/>
            <a:ext cx="2800675" cy="484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are found in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6F0678-6F48-4F71-94D5-1FDC0628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858306"/>
            <a:ext cx="3179695" cy="4961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left corner of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FE91CF-48FE-4196-9293-2DB31639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230756"/>
            <a:ext cx="1643163" cy="4611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HR diagram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0E664-73FB-43E0-8E4C-40D0B309B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3622024"/>
            <a:ext cx="20043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1AFDAB-0F1A-4773-8EC2-61516C58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3653897"/>
            <a:ext cx="3524298" cy="4684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0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0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stars span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65DF4-FA13-4B09-AC5E-C706C739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002821"/>
            <a:ext cx="3358234" cy="472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range of sizes from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77CF7-0E1A-48F2-8910-10893408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344942"/>
            <a:ext cx="3313627" cy="4879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 found in the lower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B42644-1BF5-4E63-B473-203AFADE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690793"/>
            <a:ext cx="3498495" cy="4899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right to the large found 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AD9263-1ECC-418F-8D83-5BD0710E6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5037095"/>
            <a:ext cx="1930863" cy="4985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5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5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upper left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9F9E5-2AD0-48B5-96DE-4839B037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5450824"/>
            <a:ext cx="20043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02944F-7B71-42C3-B362-2EA25A0EB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5481980"/>
            <a:ext cx="3288156" cy="469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1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1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largest stars are the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1A1E92-0412-4F67-8DE7-05CF1E00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5833488"/>
            <a:ext cx="3597318" cy="469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 and Supergiant stars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5A4745-8A6B-4CEE-A28B-463DC390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6174365"/>
            <a:ext cx="3087175" cy="4868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are found in the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276AA4-2B2E-4668-B5C3-B46309DA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6522096"/>
            <a:ext cx="2457625" cy="493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upper right corner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BE26CC-2266-4329-9850-BCB15730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9536" y="6734725"/>
            <a:ext cx="572774" cy="3502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597FA8-B38B-449A-BBC8-466AE57C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3856" y="2593503"/>
            <a:ext cx="574470" cy="34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EE7B50-07A1-47AD-B0A2-C6E417CE0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D199AB-F1AA-4E34-86D1-D13FA937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53</a:t>
            </a:r>
          </a:p>
        </p:txBody>
      </p:sp>
      <p:sp>
        <p:nvSpPr>
          <p:cNvPr id="2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3046677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581e8b15584bc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0C1C3F-06C4-436B-B87B-A323C38B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4561" y="5222617"/>
            <a:ext cx="183549" cy="303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9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9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E63F0-A34C-4943-9567-999D1C47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6643" y="3747702"/>
            <a:ext cx="183549" cy="3034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9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9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55A858-FA8D-4DCF-B19A-EB8F13733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6425" y="6767149"/>
            <a:ext cx="1634872" cy="3218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(K)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5E55A0-B8F0-4FF1-9556-126D3748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8878" y="1682973"/>
            <a:ext cx="1350025" cy="3100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Type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FE5E1-3D57-44F9-84B8-234CB073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6043" y="6442480"/>
            <a:ext cx="670793" cy="3095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20,000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E0ECDD-9ADB-4914-B5C3-8AB84459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6505" y="6442450"/>
            <a:ext cx="670897" cy="3095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2859E-ED80-4557-8D35-48259A52B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8950" y="6441686"/>
            <a:ext cx="565511" cy="310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5,000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84764-057E-4F90-870E-32C2599B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124" y="1978029"/>
            <a:ext cx="297006" cy="2696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O5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C3CA65-2EBA-45E5-A95A-CEADF92C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015" y="1971781"/>
            <a:ext cx="288598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B5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1D215D-91EE-4E7C-8E22-194D8B20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236" y="1971781"/>
            <a:ext cx="294928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A5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7D97BA-EB66-4653-9668-EAFA4DF1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9251" y="1971781"/>
            <a:ext cx="662463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F5 G5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66FB06-2193-4ABE-8730-D2B80F4A0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5744" y="1971781"/>
            <a:ext cx="296863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K5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3E5F68-52D5-4C33-BBFD-28DE0A1C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52" y="1971781"/>
            <a:ext cx="326598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M5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4C9332-6B7F-46DC-B321-F85A3653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344" y="2435428"/>
            <a:ext cx="523375" cy="2604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F0FADD-2228-4CF8-89F3-2436CCD4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940" y="2846976"/>
            <a:ext cx="434966" cy="26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FF8233-AF8A-44AE-9953-E380B047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823" y="3258809"/>
            <a:ext cx="302445" cy="2656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0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0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F9A31-5C51-492C-BF88-F15577BF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0410" y="3669352"/>
            <a:ext cx="214038" cy="271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BB2ADF-E25C-44D3-9A8F-863AF44F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8993" y="4078614"/>
            <a:ext cx="125631" cy="2800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1DF21-457F-47E4-A02F-6FD9B0FC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4692" y="4494591"/>
            <a:ext cx="169747" cy="2769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C5EFB0-8F21-4313-9ACC-E6BC27CD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6109" y="4912378"/>
            <a:ext cx="258153" cy="267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177BAC-554C-4DCC-9A57-C5EAB7EE4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7522" y="5328649"/>
            <a:ext cx="346562" cy="2640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25301A-1D38-48BA-8F5A-7458EF6F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8940" y="5744391"/>
            <a:ext cx="434970" cy="2618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2595A8-26AE-458D-93CF-7745B695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5876" y="2460693"/>
            <a:ext cx="196219" cy="3277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75CC0A-F8C8-48EA-9F3C-DD3A9E96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9833" y="3060285"/>
            <a:ext cx="196393" cy="3078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5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5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 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A6E33F-FC0C-4F61-94D7-7FB02FD1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3140" y="2658657"/>
            <a:ext cx="196219" cy="30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14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14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 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B7B82F-D5B5-47D8-9451-0EEFD082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0985" y="4904447"/>
            <a:ext cx="160603" cy="337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6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6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 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48065E-7931-48D2-A7C5-11663A8A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167" y="2476366"/>
            <a:ext cx="265891" cy="329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-5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942D71-7B31-457C-B8A2-B43EDA88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178" y="3295238"/>
            <a:ext cx="196393" cy="328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 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D6BDC4-8A95-4337-A0C0-133A4EAA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720" y="4128054"/>
            <a:ext cx="196393" cy="328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8534E2-F693-4D3F-A355-ED691943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4682" y="4947781"/>
            <a:ext cx="301604" cy="317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732651-B873-4CA6-9750-71BB0F5D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8286" y="5765575"/>
            <a:ext cx="301783" cy="3181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 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FC3A3B-725E-4FEA-8CD2-070A75952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218" y="3775861"/>
            <a:ext cx="536072" cy="3341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4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4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9CFE2A3-44A6-4B43-8881-E2AA7B2D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218" y="4050611"/>
            <a:ext cx="896630" cy="29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628B30-2857-47C5-9C00-2C211890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2949" y="2452132"/>
            <a:ext cx="1103182" cy="3103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2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2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1706AB-B041-4DCB-AFED-2203474ED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3518" y="5463437"/>
            <a:ext cx="1352048" cy="3210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8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8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7B59A6-0079-43A0-98B0-EF190BFB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BD35D2-804C-46E7-966D-FA9C6F64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53</a:t>
            </a:r>
          </a:p>
        </p:txBody>
      </p:sp>
      <p:sp>
        <p:nvSpPr>
          <p:cNvPr id="4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4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4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7075457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1d5a850d7491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59194C-266F-4549-9BFC-DD4420AD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245" y="1365521"/>
            <a:ext cx="8298605" cy="604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does the size of star A compare with star D?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DC90C-FDDA-41C5-9944-2C02BD602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736" y="3221761"/>
            <a:ext cx="348121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61E08A-C268-4CCA-83F5-9E23D0CA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0" y="3230477"/>
            <a:ext cx="2149059" cy="5137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 is larger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B5EE8-2077-4E3E-94F3-F23FB15A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3623860"/>
            <a:ext cx="34796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6F61B-2D4C-47A0-B273-EC07C3B8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3627923"/>
            <a:ext cx="220350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D is larger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A8162-2DAD-4767-9C20-2A00C192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4026028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D0D81E-B8EF-4E82-B538-C2D13B2E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4030299"/>
            <a:ext cx="3501623" cy="5212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the same size.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13067-874A-44D9-99FE-581BEB4B1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4428236"/>
            <a:ext cx="366550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D366B7-6DCD-4108-8CD4-1EBF0BB43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4432825"/>
            <a:ext cx="2919222" cy="5206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insufficient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5DA9F-B2D0-4FE2-B6DE-2B65EDF4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4821767"/>
            <a:ext cx="363220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information to determine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DD33C-0F60-4D2C-910A-61C53ACD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71" y="5211236"/>
            <a:ext cx="6340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89ECAA-9705-422C-8660-ACC7FF1B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1527" y="4990808"/>
            <a:ext cx="124663" cy="1904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3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475AAC-9EE1-41FE-A575-347FF6B6E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796" y="4112992"/>
            <a:ext cx="124668" cy="1904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3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3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D038C-BBA1-49F3-AE52-6A0C002DC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7085" y="5915356"/>
            <a:ext cx="988438" cy="192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 (K)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AB7CA2-AA85-42B9-A9A2-27A6C602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9958" y="2889334"/>
            <a:ext cx="818898" cy="1857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4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4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Type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7A739-D464-40C1-9007-CA5B534B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6461" y="5721260"/>
            <a:ext cx="414658" cy="1866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20,000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071C67-F9F7-4E76-AB79-D1D7F381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2317" y="5721243"/>
            <a:ext cx="414717" cy="1866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E3AAF7-D7CC-414E-AA1E-81F059A5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744" y="5720492"/>
            <a:ext cx="351997" cy="1879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5,000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9032C6-DD0C-49BA-ABEA-4E176F1E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3464" y="3062604"/>
            <a:ext cx="192190" cy="1655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O5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5543D0-205C-47BA-87B0-05F8F4C7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8183" y="3061947"/>
            <a:ext cx="18718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B5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9DC67B-73CD-4714-ACFD-DCCAB5E1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9863" y="3061947"/>
            <a:ext cx="190954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A5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99E675-93B4-42E4-A941-8B92EA22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01" y="3061947"/>
            <a:ext cx="409701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F5 G5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2C6477-1E40-424C-A384-50107E51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5518" y="3061947"/>
            <a:ext cx="19210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K5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EF3A90-61FD-438F-B453-C058FF0C7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5834" y="3061947"/>
            <a:ext cx="209807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M5 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B4E8A1-2F0E-48AA-9F19-B1198737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3891" y="3336280"/>
            <a:ext cx="326920" cy="1577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D409D8-ACA8-4562-943E-90BB122B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6608" y="3581031"/>
            <a:ext cx="301405" cy="1588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1,000 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1CEF63-A899-40EA-BC23-6F54F551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5695" y="3825672"/>
            <a:ext cx="222318" cy="1618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066E3F-B9E9-4FD6-A6C2-4DE2ADBC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420" y="4069590"/>
            <a:ext cx="169593" cy="165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7CC128-0641-4B4D-8C3A-FAAB2A1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1139" y="4315846"/>
            <a:ext cx="116873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13D259-4FAA-42A2-A1FA-96F63BA8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4777" y="4562315"/>
            <a:ext cx="143235" cy="1666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.1 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02A127-01F6-4458-B30D-A52D5B46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2052" y="4808520"/>
            <a:ext cx="169070" cy="1653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1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1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92420B-2B90-4D56-86C9-4C83C1E3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339" y="5057288"/>
            <a:ext cx="221685" cy="161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.001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191B504-5622-4B6A-8A0D-C7977FEB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6619" y="5305288"/>
            <a:ext cx="274301" cy="159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7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.0001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BA034C9-198C-4C84-8789-B534D6F2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8745" y="3349481"/>
            <a:ext cx="132209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116F13-4628-4645-A8B6-33A1B62D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881" y="3704227"/>
            <a:ext cx="132307" cy="192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 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BF626E-BC40-41E0-A1CC-EE0E507B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3575" y="3465193"/>
            <a:ext cx="132208" cy="1923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6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6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 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8E2458F-745F-4E12-AFEC-D6EDBB6C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9545" y="4807364"/>
            <a:ext cx="111013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 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8102EC-4804-4256-A446-32C91E30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8658" y="3359526"/>
            <a:ext cx="173672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-5 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58DEE1-9A70-4C39-877B-16650429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1276" y="3846279"/>
            <a:ext cx="132307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 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37ADBC-923E-474B-8BC6-86EB3C64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944" y="4341948"/>
            <a:ext cx="132307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5 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06CB2EE-2274-4F21-92CF-FDE7A0EA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1229" y="4829606"/>
            <a:ext cx="194924" cy="1951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 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4765821-0D5A-4864-B641-D076B62D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1231" y="5316321"/>
            <a:ext cx="195033" cy="195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 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BEA4F2D-AC47-4FC6-A2CB-EE6D8445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9808" y="4134519"/>
            <a:ext cx="334474" cy="2007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2A890E-3571-403B-9A34-3C43658B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9808" y="4298161"/>
            <a:ext cx="549063" cy="175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8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8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0A35F1-0FBC-4A82-8699-E96DE4E0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9597" y="3346932"/>
            <a:ext cx="671996" cy="1861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1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1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EDC745-A75F-4F1F-B5B5-023DF83A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1418" y="5139300"/>
            <a:ext cx="820115" cy="1923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4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94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74643A5-6C59-4B21-9B6D-4595B26C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EC017B8-C30A-4E05-981E-FB79DDB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53</a:t>
            </a:r>
          </a:p>
        </p:txBody>
      </p:sp>
      <p:sp>
        <p:nvSpPr>
          <p:cNvPr id="5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5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5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631100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70094a2cd473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04C35-1D84-44FE-9377-319D2F6C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943" y="1481073"/>
            <a:ext cx="7384768" cy="954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about stellar masses?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83497-FC14-4242-A09B-2F034E2D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2" y="273810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1E4E2-5EA2-4CBC-8A52-123E39BB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7" y="2738107"/>
            <a:ext cx="786430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determine the masses of stars if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6BB42-8715-46CD-8013-0D23E70D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7" y="3258807"/>
            <a:ext cx="677625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have companions.  These are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EF6ACC-E63D-4EE0-888B-EA356A9C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7" y="3779532"/>
            <a:ext cx="12875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called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DA6DD7-5CDC-4153-ABD9-82566B5FC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5776" y="3779532"/>
            <a:ext cx="22704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binary stars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7D241D-C245-44C6-B7B8-0B8ED6AE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791" y="3779532"/>
            <a:ext cx="39813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5DDBA-233F-4768-8CB5-7A342BF1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3" y="4401793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0C2B86-C86F-4C14-AA4E-13C9A00B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8" y="4401793"/>
            <a:ext cx="702324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measure the mass by using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FF91DA-3095-431C-A3AB-399B1C44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8" y="4922532"/>
            <a:ext cx="76332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Newton’s Laws and Kepler’s Laws, just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76071-60C5-4F73-951B-AC823DED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78" y="5439040"/>
            <a:ext cx="455447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 in our solar system.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911AD-8D35-447C-8104-72225AE0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50C8DD-D516-464B-A225-394CD2DD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53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1858364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9015a93df4f4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C04153-0715-4A92-A582-76F611A3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625" y="627202"/>
            <a:ext cx="266065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about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4D78FC-1FC0-4996-8EBD-0339A2B7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086" y="1211402"/>
            <a:ext cx="198567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94F9D6-69E4-479D-9794-688414C6E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7" y="2218292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2DB1BC-C31B-44AF-8FA6-9A6D1AF9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2" y="2218292"/>
            <a:ext cx="248972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A148A-76EE-4E96-A523-1E335EC6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697" y="2218292"/>
            <a:ext cx="83182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431EA-6CB4-4637-BE74-F86941DF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2" y="2607755"/>
            <a:ext cx="290798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range in mass from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EE91F-5083-485E-8C18-7A2971FF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2" y="2997224"/>
            <a:ext cx="76099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0.1M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80290-CB46-420D-BCEE-94BD03A7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786" y="3073424"/>
            <a:ext cx="13022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100M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198654-887B-49E3-B333-449A7743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552" y="2997224"/>
            <a:ext cx="12871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FB1FE-B0C3-47DD-AAD6-0B332CC1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2" y="346289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C9C222-B203-44FE-BEE7-F55CF730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8" y="3462897"/>
            <a:ext cx="225633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masses of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F25AEE-BDE8-4DCC-A1A1-E42CE7AB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5419" y="3462897"/>
            <a:ext cx="88600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C09E78-4FBE-41EA-97F5-A691FFD9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3852355"/>
            <a:ext cx="162660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FBD370-056F-46A7-8E3B-E8E6566BA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902" y="3852355"/>
            <a:ext cx="83182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1F674F-4FEE-4D0D-9860-DC2422AF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4241824"/>
            <a:ext cx="202584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increase with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8D3A4E-2BCB-42FC-8276-6796F8E9F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4634326"/>
            <a:ext cx="1639907" cy="516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luminosity,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33A1AF-80E9-49EA-AD3F-668DE9F3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5020760"/>
            <a:ext cx="326900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temperature, and size.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94E8E0-DEE6-408A-BF67-E358FF1A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2" y="5486429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CD94E2-8A70-42F0-977B-2A9B0180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8" y="5486429"/>
            <a:ext cx="31231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increases from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39F04D-151E-4D8F-BB00-E6AF5C73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5875868"/>
            <a:ext cx="291019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right to upper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200547-D745-455D-89D6-42769533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7" y="6265336"/>
            <a:ext cx="56160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left.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3E28A6-70FE-44FD-99BF-689A469D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656" y="4946571"/>
            <a:ext cx="572773" cy="35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Small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1E2B29-0B26-42F7-A230-E996050E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1856" y="1583731"/>
            <a:ext cx="574470" cy="343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0A4982-1B44-45F5-A8EB-822DD9CC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1DBB94-9FD4-4D4F-B465-89E5B453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53</a:t>
            </a:r>
          </a:p>
        </p:txBody>
      </p:sp>
      <p:sp>
        <p:nvSpPr>
          <p:cNvPr id="2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0028294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b18c2f30ea441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6720E-2766-4C7F-88E7-59FEB264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246" y="966521"/>
            <a:ext cx="512174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about masses?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4D6725-A8DE-43F2-954C-2143462E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6" y="189317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18B317-AC0A-40D4-A9F1-834E2DBA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1893170"/>
            <a:ext cx="27816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no simple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10AD75-C0DF-41B1-9880-1422333D1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2282633"/>
            <a:ext cx="280132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relationship for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A9863-CEC9-4123-A476-6B8111A7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2672102"/>
            <a:ext cx="305288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of non-main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35D29-616C-4423-9F9E-B4DBD073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3061570"/>
            <a:ext cx="233101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754DD8-F7A5-4343-AE6B-806D5994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6" y="3527239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9A146-5449-4BF3-B154-30532EEA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3527239"/>
            <a:ext cx="238512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 Giants and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A6128C-3F0B-4C61-8A74-DDF4E64E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3916702"/>
            <a:ext cx="278436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Supergiants range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D4BD40-4792-49B2-8BA3-7B39442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21" y="4306171"/>
            <a:ext cx="222155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about 1 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F76DF-7A51-4136-AD3E-CEC71DF7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280" y="4382371"/>
            <a:ext cx="48907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4F242-6F20-4A46-AE6C-34886939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0" y="4695634"/>
            <a:ext cx="67137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06E7E2-CD8F-4F31-9F41-049B78AE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2519" y="4695634"/>
            <a:ext cx="12871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2D9CBC-B8A7-4AF5-BD24-0CFB09FEF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85" y="516130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02DB5C-E505-401B-B1F3-913DB6CE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0" y="5161307"/>
            <a:ext cx="261734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White Dwarfs are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084D4C-26C8-4F79-8650-FC6C85A5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0" y="5550746"/>
            <a:ext cx="148276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about 1 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9079AE-A431-4132-AA4F-78C7772B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913" y="5550746"/>
            <a:ext cx="12871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860C14-BD0A-48A5-B65C-4EAECF4B7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4F1F1D-01BA-4892-ACAB-B30FE8C2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53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7800097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ee5ca60894e9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E80FF8-7DC4-4A85-AF62-6D516874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1918" y="3492102"/>
            <a:ext cx="5464419" cy="9548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is there a Main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DC66F2-CDB0-404C-9296-4744EA76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153" y="4203211"/>
            <a:ext cx="305424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05745B-8039-467B-8CDA-92BDCC31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C8A98F-4FE4-455C-BAF8-4FEF84EB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53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030001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bdb41b841742a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DF6A3A-E83A-4F77-A357-8379EAEA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8492" y="824319"/>
            <a:ext cx="626705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to generate energy: 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721C0-F203-417F-8EB1-9DB2C354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574" y="1480472"/>
            <a:ext cx="638063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 vs. Fission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4E496-CB92-43D3-9CD4-AB686AC4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29669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C9F8AA-DF59-4817-A6FD-22CB6336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96699"/>
            <a:ext cx="281903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 is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3292D-3B3F-45C4-87A2-BD9AC15D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618430"/>
            <a:ext cx="17260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combination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33E51D-C153-41C4-988E-E990DB69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1448" y="2618430"/>
            <a:ext cx="213941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two atoms to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CB07F6-3845-402F-9A10-CD08458B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940097"/>
            <a:ext cx="356579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a more massive atom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6BD5B7-62C2-425F-BE3B-0C649E75C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32958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8AD8A3-5D8A-46A9-A6A1-4BDE702E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329581"/>
            <a:ext cx="286778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fission is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6A0A8-5166-43E2-9C66-2265C42FA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467" y="3329581"/>
            <a:ext cx="104564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splitting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EF1E50-1669-44D0-B36B-0474C2196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51297"/>
            <a:ext cx="386140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one atom to form two less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FBB7A-AA3C-4183-B862-B47AA2AE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973099"/>
            <a:ext cx="210545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massive atoms.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8882C-328B-4794-8ED5-8C715DA3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366773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513C3D-850E-4987-9010-3AB1C269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366773"/>
            <a:ext cx="41106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light atoms, like hydrogen,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38EACA-637C-42D1-8ED4-C093FE66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688465"/>
            <a:ext cx="389398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produces energy.  For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6A9AE0-F96D-4844-B130-A76121EF2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010267"/>
            <a:ext cx="334785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heavy atoms, it does not.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3B12F7-51C7-42AE-9E41-EFF201176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40394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A12E2A-CFAD-4B50-8342-4DF5825D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403941"/>
            <a:ext cx="295139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heavy atoms, like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3062F3-8B5B-4D7B-A429-CBC96777E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725699"/>
            <a:ext cx="341422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uranium, fission releases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8DD4-814D-465D-95DB-E9890B93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043173"/>
            <a:ext cx="354196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energy.  For light atoms, it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CC0941-0DAF-42E8-8CEC-1EA78A57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364865"/>
            <a:ext cx="126284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does not.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BA0D0F-BC9E-4542-83BA-BD71472C8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15E445-3A12-4916-9269-EAA885A01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53</a:t>
            </a:r>
          </a:p>
        </p:txBody>
      </p:sp>
      <p:sp>
        <p:nvSpPr>
          <p:cNvPr id="2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504075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900142849490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1AEA7-746F-4848-AB45-AC609046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992949"/>
            <a:ext cx="4042648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FA815-BC40-4DE7-A959-E242AA5B8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65" y="2086808"/>
            <a:ext cx="8031893" cy="6080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centers of stars are hot enough and dense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3CCEE-B501-42DB-BC53-83EE6CA4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596" y="2539616"/>
            <a:ext cx="6281553" cy="6082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enough to fuse hydrogen into helium.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7B7391-F4F2-442B-88D9-C02DBFEB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171" y="5326525"/>
            <a:ext cx="551174" cy="4586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95B94-0A7F-48C6-BEA7-FA501AE2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190" y="5213947"/>
            <a:ext cx="1019945" cy="450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1 He +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7A7D6-5146-458A-ADAA-69A4BA38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068" y="5590062"/>
            <a:ext cx="1044360" cy="473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Energy!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2B3000-329B-4B2C-972B-CE4E101F0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571F47-08AD-4580-92E1-BA8CAEB7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53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4411511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7a5c98e8748a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63B641-048F-450D-B0EB-C8F2331F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992949"/>
            <a:ext cx="4042648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40F9E-913A-4C28-8DD1-21B090D7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941" y="1924416"/>
            <a:ext cx="8132619" cy="6077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hotter the core, the more fusion that occurs.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476B1-B5C0-40D4-8156-3756B71B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649" y="2470308"/>
            <a:ext cx="6721233" cy="608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just one possible fusion process.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67855-5CBB-4D6B-8AE1-DDBC3AB5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171" y="5326525"/>
            <a:ext cx="551174" cy="4586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5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5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 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1A542A-9E90-4B84-8E02-D0E22068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190" y="5213947"/>
            <a:ext cx="1019945" cy="450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1 He +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F0283D-7E4D-4A35-B99A-F7588860A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068" y="5590062"/>
            <a:ext cx="1044360" cy="473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Energy!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219BCF-D6F1-4A02-BDFF-1A050E03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88551D-A536-4504-8D0F-F180CF0F2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53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25969983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568750d975431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7519C9-0750-4513-BD4F-97694BE2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992949"/>
            <a:ext cx="4042648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Nuclear Fusion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D70D7-F26F-4652-8A70-D9DD02A2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84" y="2087061"/>
            <a:ext cx="8511388" cy="6075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we know this happens in the center of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044A1F-AE2C-4033-A890-1908FAFE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896" y="2538823"/>
            <a:ext cx="92480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5F1AA-FF15-43C1-8F31-4FFF86E4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258" y="5256648"/>
            <a:ext cx="166185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Photons (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535AC-8203-43CB-9B35-B6785DB7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038" y="5256648"/>
            <a:ext cx="228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D1929A-5D24-4641-BF36-80700471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7362" y="5257542"/>
            <a:ext cx="5920172" cy="6081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take 10,000 years to escape Sun.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6B14A1-F50A-4DFC-9EE0-2756A7F9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715" y="5802678"/>
            <a:ext cx="166367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3725EF-D6E5-4A3D-AEBF-EC03FBE17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292" y="5802678"/>
            <a:ext cx="26866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F80D0-DC39-437F-B158-A507A912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762" y="5802678"/>
            <a:ext cx="228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97875-EFE1-495A-8493-9460BC88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086" y="5803530"/>
            <a:ext cx="5708717" cy="608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flow freely from Sun and can be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223CA9-A80B-4FC8-A671-46ABEFE4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2510" y="6264455"/>
            <a:ext cx="3136467" cy="609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detected on Earth.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2CB24A-CDC7-406A-ABAA-3EEE7827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FC6E1E-3449-4DBD-86CA-521776EF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53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1534425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704051f6c4e3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A8456-5797-4404-B00B-BBD57F56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8037" y="1123328"/>
            <a:ext cx="258710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B4041-C3D9-40E3-AF48-F123DEB6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90386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EAB3E-D0AF-418C-BFAF-F9D38C64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90386"/>
            <a:ext cx="745827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 have almost no mass and no electric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49D74-70D0-478B-BAD4-CFC7B68B6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667125"/>
            <a:ext cx="121300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charge.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23EB5-3E94-4AC0-85E5-B70BC34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132809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CCAD58-B601-40BE-AF09-36320197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132809"/>
            <a:ext cx="768133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Neutrinos only weakly interact with matter.  They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EF0463-4119-4127-8F75-7C1B4938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513824"/>
            <a:ext cx="732297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could pass through 1 light-year of lead without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B56725-CFC7-48B9-AF2B-2F288219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894824"/>
            <a:ext cx="420772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interacting with any atoms.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5FDDC2-1025-4F20-8266-8087F442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356240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B7D55-FA54-44F3-AC3C-32853DD9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356240"/>
            <a:ext cx="527976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65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F6D0A-891C-4714-8A80-EBEFD521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956" y="4356240"/>
            <a:ext cx="93640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A9D77-3460-493C-BEB9-3AE70B94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1264" y="4356240"/>
            <a:ext cx="6815010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solar neutrinos pass through every square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687742-A2D0-4F1B-9EAB-3B697966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4737255"/>
            <a:ext cx="6010596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centimeter of your body every second.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0A80B2-56BF-435C-A731-DB711915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198648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FB62B-23EC-46AB-88B3-BB79BEB0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8" y="5198648"/>
            <a:ext cx="816187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number of solar neutrinos we can detect match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8FEA9-979C-4D14-8214-D20B87D0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5579687"/>
            <a:ext cx="800660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predicted to come from the reactions in the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4AC823-AB9C-455B-9C9A-FAF00C64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5960687"/>
            <a:ext cx="808904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of the Sun providing evidence that our models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3A4237-91DB-4F88-8960-C1C4BDC5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6341687"/>
            <a:ext cx="181781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correct.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E5ADA4-528C-4A9F-A614-69942BF4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8FF30C-5DEB-4D40-86B0-22506AF5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53</a:t>
            </a:r>
          </a:p>
        </p:txBody>
      </p:sp>
      <p:sp>
        <p:nvSpPr>
          <p:cNvPr id="2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6516225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1a23c4b60a428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F7DEA-9D22-4A51-8B29-EA0058F5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011" y="1123571"/>
            <a:ext cx="5795214" cy="9546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are stars stable?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B92DB-7E23-433D-A99D-516DA4DB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07B4C-16F3-4449-8FF9-7B8B00BE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331702"/>
            <a:ext cx="483981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don’t they collapse?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A0FC3-C0F7-41AB-9C5E-187888B7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958219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705FA-FE33-4CFB-8289-A743B190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958219"/>
            <a:ext cx="46701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don’t they expand?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905892-3CF0-48F1-8B6C-FDEAE057F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A71E5-4406-47CE-BF07-A919902D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53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2107561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69ee5e68b4cf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41508B-D71A-4EF4-ACBF-7B2E42CA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814" y="1123328"/>
            <a:ext cx="219111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A870B-31BB-4476-AD15-288D18D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4142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BAE2A1-5523-497C-98B1-0E2EEA7D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42" y="2284387"/>
            <a:ext cx="5578761" cy="6498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main sequence stars are in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17492C-1E1D-4E95-A036-BEEF41B4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20360"/>
            <a:ext cx="4179971" cy="6500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9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9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hydrostatic equilibrium.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7607E-32F9-40BD-961C-583FCB0E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257817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88640-E1D9-4F16-A172-EAE3C3A6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3257817"/>
            <a:ext cx="143555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Gravity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F8FF6-BED7-4AC4-846A-55A35FBB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0693" y="3257817"/>
            <a:ext cx="343913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is pushing the star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28A7B-CFD7-47CF-B9D3-B3AF6FC6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693888"/>
            <a:ext cx="156909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inward. 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3F1093-FD47-4599-8C8C-C8F9E728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234" y="3693884"/>
            <a:ext cx="102849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Light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BF0F55-7CA1-43F7-8EAB-4A81501A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4809" y="3693884"/>
            <a:ext cx="307804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generated in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D3996C-F34D-4F1B-9B8B-0A0E7605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134170"/>
            <a:ext cx="4316775" cy="6501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 generates thermal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FF304-97D3-4B88-9537-033A4F5F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570465"/>
            <a:ext cx="5127124" cy="6497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pressure pushing outwards.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F7EAD-3ABE-4D70-987A-98AFAC860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10777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4B2922-944D-4ABD-A7BD-D88C599D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108093"/>
            <a:ext cx="5599936" cy="6497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During hydrostatic equilibrium,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B96C9-24E8-4159-8200-098019D8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544356"/>
            <a:ext cx="4921464" cy="649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forces are balanced.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DE09C8-572C-4DA7-BDEC-27666BC0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6081445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AF22DF-4E18-46B8-B7B7-0D9EAC01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081703"/>
            <a:ext cx="5352697" cy="649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balance is why the Main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30FB88-6268-4EA2-B9C5-9D1B71A45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517521"/>
            <a:ext cx="312410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exists.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E12021-8A0B-40FD-9B6C-8FB52F668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6646EE-2078-4EF2-8F9A-D7FED481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53</a:t>
            </a:r>
          </a:p>
        </p:txBody>
      </p:sp>
      <p:sp>
        <p:nvSpPr>
          <p:cNvPr id="2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7678179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bbf806ca8a4a4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52A19-60DA-4B69-890D-D0DC07C0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5814" y="1123328"/>
            <a:ext cx="219111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Balance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D2F9C-31A8-42E4-894C-F26A6093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1689"/>
            <a:ext cx="5583789" cy="6896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a main sequence star,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037912-2856-4393-8293-90B34FB3B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50847"/>
            <a:ext cx="56550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energy generated by nuclear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0556A-3012-446F-8F93-8140877D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216421"/>
            <a:ext cx="532004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is producing enough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CB9FB-94D0-4051-884C-EAB8AF2A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682149"/>
            <a:ext cx="337483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outward pressure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2279E-58C3-4E1B-A1A6-01C02CA7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4351" y="3682149"/>
            <a:ext cx="227101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balance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0AB44-8D91-4125-B522-B23162B8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152049"/>
            <a:ext cx="75821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3EE1E-54D1-416D-A4B9-5DE0944C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719" y="4152049"/>
            <a:ext cx="311226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7F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7F00"/>
                </a:solidFill>
                <a:latin typeface="Arial"/>
                <a:ea typeface="Arial"/>
                <a:cs typeface="Arial"/>
              </a:rPr>
              <a:t>inward pressure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62878B-AE87-4119-80DE-4B367A14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1879" y="4152049"/>
            <a:ext cx="186106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from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934D9-8C26-4AB1-8BF3-083AD614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19084"/>
            <a:ext cx="3206572" cy="68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the star.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EEA123-194A-45BD-956E-350C57ED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073" y="5189856"/>
            <a:ext cx="5297340" cy="6897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5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5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more massive a star,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D754D-79F9-445D-9F01-DD35907A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901" y="5654886"/>
            <a:ext cx="50570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more energy it must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35F47-8A7C-497D-B700-4E9252D2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0287" y="6124786"/>
            <a:ext cx="18619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produce.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A1468-8784-4879-9849-30A6AE54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228954-391C-4293-BF92-5EA054A3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53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48274328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5ba5e62c74e6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2B96D0-A484-4BE1-8490-BB48AB04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754" y="1123910"/>
            <a:ext cx="6852202" cy="954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Mass-Luminosity Relation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82CFB-4BBC-49CD-BF6B-257A68E4A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734" y="2331702"/>
            <a:ext cx="71419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Because main sequence stars are in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491FC7-9E5A-4227-9EB5-FA159B24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486" y="2852402"/>
            <a:ext cx="45761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hydrostatic equilibrium,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662F67-FEF1-4603-9674-236A30BD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9199" y="2852402"/>
            <a:ext cx="304091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massive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D81DA6-18C3-48C3-B14F-F1060392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504" y="3373128"/>
            <a:ext cx="505985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more luminous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1C80E-8AAA-4B7D-A4C5-F385D90E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1980" y="3373128"/>
            <a:ext cx="3981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8C07AF-05DA-4599-9B96-41B64998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A252A-5B93-4378-9E02-32051C6F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53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4102369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68436d1584d9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C79547-2255-4D42-9239-B666ADD2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754" y="1123910"/>
            <a:ext cx="6852202" cy="954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Mass-Luminosity Relation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E3E47-34B5-447C-AAE3-3DE5DC86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262" y="2332219"/>
            <a:ext cx="7336426" cy="690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If you increase the mass of a star,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53A91E-181E-41B8-9D31-FE0CF9B9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0548" y="2852402"/>
            <a:ext cx="520222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inward pressure increases.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3BCC3-A591-4FFC-8807-9E739A0C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8DE996-949F-46AB-BC4A-68AF72A9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53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2074847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7c667931394ea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C12A4-B413-4F65-BF8A-DAA475A1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754" y="1123910"/>
            <a:ext cx="6852202" cy="954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Mass-Luminosity Relation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B8CE5-5BF9-4EEF-9B61-0384C77A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465" y="2331702"/>
            <a:ext cx="822032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causes the core of the star to heat up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6B1E47-31F2-443D-98C4-EBE9520E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556" y="2854006"/>
            <a:ext cx="5070599" cy="6882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produce more energy.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A5F43D-ED1B-4082-A594-D3601F66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65153-1E03-4188-B47F-F08B4BB7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53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99178797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f9d6e674e406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BB26D-D7E4-4CFE-813F-88663313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4754" y="1123910"/>
            <a:ext cx="6852202" cy="954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Mass-Luminosity Relation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202E18-BB09-4887-9BEE-8FC3A654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602" y="2331702"/>
            <a:ext cx="846097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increases the outward pressure, and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2F475-E729-4DCB-9D49-B617B13E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7811" y="2852754"/>
            <a:ext cx="6427595" cy="6902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stabilizes the more luminous star.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31F9A-1BB1-43F6-9DDE-61D1C2F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BEE3A8-0649-4D91-9339-7CAD6692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53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7947144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1b7d6cf2fd460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46113-8D1A-4E74-9C14-6B60967A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A0F1F-A48D-4D8A-9EB2-B08BAB1E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5E7090-2E58-4461-BE0F-1BF11E6D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200" y="2332671"/>
            <a:ext cx="7539555" cy="519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faster rate of fusion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C0C09-33E6-4DA4-A736-537F4EEA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367" y="2797414"/>
            <a:ext cx="31804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423D1D-14FC-4FC4-ABFE-8B50B8D73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286" y="2798251"/>
            <a:ext cx="5462652" cy="520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lifetime on Main Sequence!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5350C-6FC3-4C2D-995D-B484F1C7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8EA32-F92D-4005-8D54-A244B678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53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6557027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6aec216523493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E711B-9275-413B-85F4-3EAA1851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C4FA6-0562-440B-8B68-B0FAE123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DC5C6-B8B3-4D03-AFDA-C33D590B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518" y="2330465"/>
            <a:ext cx="5561194" cy="608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BD7409-60A5-4117-82FD-0165986F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9036" y="2329689"/>
            <a:ext cx="21656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58F112-F1A4-482A-B359-1F2D3182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235" y="4789061"/>
            <a:ext cx="2906073" cy="391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Stars are very massive,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772C0-0B61-4E8E-B29A-6F92DA31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5844" y="5139569"/>
            <a:ext cx="1675262" cy="3925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luminous,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9D81D-468C-45A1-9FF7-900A5D8A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3777" y="5491574"/>
            <a:ext cx="2229165" cy="3916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very short-lived.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633B15-CB02-4446-BEB9-A20FE7AF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507D04-B9CD-43A7-9599-155F8495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53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5848185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0fcbc3a654cf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67FA5-3373-4665-9E57-69E9F848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9A060-0490-4726-ABCB-C53F5D1F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BC7DA-9DD2-4237-AFC3-4D01ABF1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518" y="2330465"/>
            <a:ext cx="5561194" cy="608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9281A-BB21-4C5C-B192-30D0A2A9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9036" y="2329689"/>
            <a:ext cx="21656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832A59-5E82-4480-8252-CE4945A8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290" y="5139846"/>
            <a:ext cx="1931750" cy="3920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 stars (Sun-like)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DC9448-ABB0-45D5-8DF4-EFCD82F4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2071" y="5491541"/>
            <a:ext cx="2419721" cy="391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not very massive,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39722C-C530-447D-85EA-65119E41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0149" y="5838445"/>
            <a:ext cx="2081525" cy="3919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very luminous,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251062-1D73-47BF-B7B8-506AF593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2321" y="6189564"/>
            <a:ext cx="1620622" cy="392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long-lived.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4C2FF-1F2E-4C1C-8CA1-995BCDEA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AC3568-6189-44AD-AB7B-CDD2E5EE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53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3387404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57e5bf9d949a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3EF16-22E4-4DF4-A8BD-709ED7EE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2C823-7FB2-498F-B420-0B039EA2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2C754-4EFA-4A13-8626-A63361400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518" y="2330465"/>
            <a:ext cx="5561194" cy="608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F9CEB-9D54-44AA-9D14-772FEF3A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9036" y="2329689"/>
            <a:ext cx="216568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A43BB0-5D93-44A7-9A2E-BD0D5E25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7157" y="5839031"/>
            <a:ext cx="3244051" cy="3910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have very little mass,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E6B51-C96B-4124-BC01-6AA79951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0501" y="6189306"/>
            <a:ext cx="1581269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very faint,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FB27B-C5A0-4D40-A085-3ECF4D9A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7880" y="6543266"/>
            <a:ext cx="2725061" cy="3885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1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very, very long-lived.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DE2CBE-122F-423A-9F79-62652D1BB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D3F07D-6D7F-4606-A328-F19C3EC5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53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8164349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29825623344f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E7B0C-A61A-43DC-8CBE-CDC9CDA7D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0721" y="1123328"/>
            <a:ext cx="434115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Evolution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B0DFF-598C-4A08-82A9-7DED27A9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586434-2D22-46F1-8B12-20C0EC2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331702"/>
            <a:ext cx="37858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stars form?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09B81-96E1-4026-AD67-E7E3BB81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958219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C81EDF-4E00-4521-9BCD-751BD5D8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958219"/>
            <a:ext cx="34982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stars die?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AD7D1B-9098-43A4-84E1-A984654D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5BBB5A-7B6B-4D22-A98F-925CE84D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53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9037086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e9a77847d476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45226-8FCE-4ED7-B38C-2140D814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1960" y="1123400"/>
            <a:ext cx="6659830" cy="954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Stages of Star 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F40218-D996-4903-9745-1827384A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31702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82E91-A1A8-4688-B0D4-8DFAA1AB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2331702"/>
            <a:ext cx="49107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Interstellar medium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8B92F-2C6A-4423-B717-103702D2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7910" y="2331702"/>
            <a:ext cx="299353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– gas and dust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AFACB-4470-47A1-BA15-967192FE0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958219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ABB7CD-4FC5-4C0E-B353-F704BB7F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094" y="2968145"/>
            <a:ext cx="423606" cy="6743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F578D-654E-405E-AA86-6EE364CC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0581" y="2958219"/>
            <a:ext cx="19335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AE961B-2609-49A6-8693-C28AFFA2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011" y="2958219"/>
            <a:ext cx="467234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forms from the coldest,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BC7C43-D664-4B74-9850-FC70AF34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3474771"/>
            <a:ext cx="510415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densest part of the ISM, a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366846-1D8E-4C44-8D31-28724383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1407" y="3474771"/>
            <a:ext cx="219942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molecular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BE15BA-D051-47F7-BBF6-F3793910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3995401"/>
            <a:ext cx="11895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5D7892-23B2-424F-84F3-C2ED7403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4617756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06EB8E-BEAD-4F05-9096-A7128D1A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4617756"/>
            <a:ext cx="78389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protostar gets hot enough for fusion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65630C-FB7E-45A4-BBF4-A2DD1C4E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5138427"/>
            <a:ext cx="544239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its center and becomes a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7AFD3-C562-470F-92AD-9C141D68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7792" y="5138427"/>
            <a:ext cx="11669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D2476-3C2B-405E-9FE9-9E3ADA20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5654870"/>
            <a:ext cx="294143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7E5D3D-B38D-4AD8-B4AA-C65C148D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9397" y="5654870"/>
            <a:ext cx="1581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3C3CF0-05E5-403F-90C1-C6D4A55C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6281386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28891-2AA2-403C-93D8-FE2A554F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6282320"/>
            <a:ext cx="4336195" cy="6893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Lather, Rinse, Repeat.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C9E066-E47F-416E-9F77-24C8011B7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532897-8607-4EBB-81EA-47E4FC42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38 of 53</a:t>
            </a:r>
          </a:p>
        </p:txBody>
      </p:sp>
      <p:sp>
        <p:nvSpPr>
          <p:cNvPr id="2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12600797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8464c5f1c842a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E6D1E-3D0C-47C0-9600-DBBD4034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671" y="1123894"/>
            <a:ext cx="7911960" cy="9540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Interstellar Medium (ISM)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E4BB8-5D26-473D-A4EC-218AE8BF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4142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7DC58-8D6B-469F-A9D6-5C36015C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284142"/>
            <a:ext cx="36200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99% Interstellar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8843F-C185-40D0-A45F-ACF8E174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2817608"/>
            <a:ext cx="4610187" cy="650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75% Hydrogen (by mass)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AA5F2F-410E-4329-B827-9B9EBF45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3355174"/>
            <a:ext cx="222079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24% Helium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A2D53-6263-4247-B4E2-E2FC6BCA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3888619"/>
            <a:ext cx="346136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1% everything else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EDE81-65D0-458D-BC62-87A5153E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426211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F98521-F9F9-4217-A80D-6F8F8244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426211"/>
            <a:ext cx="150203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1% dust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DB85C-DBDC-4654-8F5F-3CF06B4F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4960015"/>
            <a:ext cx="4742018" cy="6496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mostly Carbon and Silicon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E33471-EAF4-48E7-9252-A6FF8622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468" y="6031435"/>
            <a:ext cx="8389638" cy="6489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Average density:  1 atom per cubic centimeter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6F9A1-EA41-4680-8E2C-4443C8A0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496" y="6470912"/>
            <a:ext cx="112135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vs.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78CF42-3DBA-482E-97B5-7999091B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3348" y="6478167"/>
            <a:ext cx="339188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8AD27-0D2B-46C6-B31C-1DEE4ED79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7498" y="6472502"/>
            <a:ext cx="5041608" cy="6475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 cubic centimeter for air.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D529E-B058-4305-ACF3-15CEEE12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D3C3C0-E482-4E02-92D7-BD118E13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39 of 53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78208960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762d920a64417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B1DCD-5375-4822-8372-C3CCB7BF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684" y="1123331"/>
            <a:ext cx="6296017" cy="95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Components of the 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D510C1-D7AB-4002-8945-3F97E52D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4CCBF-2FFB-46E5-AA6A-C1BF3AC3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2331702"/>
            <a:ext cx="23685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 Gas (10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FEEA97-0719-464F-A387-FEEC1816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105" y="2338636"/>
            <a:ext cx="198154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A26FD-6006-447D-8077-99748C88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2711" y="2331702"/>
            <a:ext cx="440888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seen in X-ray light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9AB72-913C-4863-A894-7E1704E3D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1" y="2958218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A58056-877C-4422-8C6D-0CD134FDF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2958218"/>
            <a:ext cx="28332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Warm Gas (10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B14172-C981-4914-8464-6A2638B47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6162" y="2965152"/>
            <a:ext cx="198154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756FA-08D2-49CA-8B23-CE66D61D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6768" y="2958218"/>
            <a:ext cx="433634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traced by ionized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86C21E-2DA6-454C-A35F-271AA4E3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8" y="3474770"/>
            <a:ext cx="195840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hydrogen.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FCB10-B9E1-4DDA-9C03-C24331E4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3" y="409702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D8D22E-29D3-4202-90AF-66890C344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8" y="4097026"/>
            <a:ext cx="283723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Cool Gas (&lt;10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553CF3-B01E-4538-91F2-4658867E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054" y="4103959"/>
            <a:ext cx="198154" cy="4605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3BE341-F281-4C21-84CB-4B86BF49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2659" y="4097025"/>
            <a:ext cx="44075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K) – traced by neutral,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A51BF3-6AE1-4EE5-A2A8-35436A1D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7" y="4617700"/>
            <a:ext cx="335108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atomic hydrogen.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8A5948-718B-41E8-A021-2872B0C60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2" y="5239985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206AD0-477A-4E89-9613-87E21047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7" y="5239985"/>
            <a:ext cx="81074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(10-300 K) – seen as molecular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1630ED-87C3-400A-B5C8-741AE3BE0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7" y="5760700"/>
            <a:ext cx="14075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324CAE-1D1F-4FB6-B852-574D6045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601" y="6383055"/>
            <a:ext cx="351806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only form in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7A0145-E34A-4A84-A5D9-24D8C450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815" y="6383055"/>
            <a:ext cx="471963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cold, molecular clouds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A04E9E-E1B5-4424-97F1-D853DD72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32281B-09C4-4C09-BE9A-FC436306A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40 of 53</a:t>
            </a:r>
          </a:p>
        </p:txBody>
      </p:sp>
      <p:sp>
        <p:nvSpPr>
          <p:cNvPr id="2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73399328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966b8d9186468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270D4-6100-4B20-AED7-46E12B77B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684" y="1123331"/>
            <a:ext cx="6296017" cy="95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Components of the 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B4907-0F03-4570-AE32-48FEA0FA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16794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C300A-9156-4D91-A4EB-615E890E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2167949"/>
            <a:ext cx="816303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(10-300 K) – molecular clouds seen in dust and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15BA3-6AD9-432A-A481-720F7A1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084" y="6410376"/>
            <a:ext cx="8045135" cy="4759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Images of dust in molecular clouds blocking star light behind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843D2-9FEA-49E9-A826-F648C11C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4336" y="6790132"/>
            <a:ext cx="965609" cy="492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2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2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them.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E57F5-EEC0-49D4-885F-1E0A0CE48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677" y="6812288"/>
            <a:ext cx="3267192" cy="4552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4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4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dark nebulae.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A19A0-5F99-48A5-A632-0139E6C18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48376A-9F13-4713-8A4E-5D8F2701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41 of 53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4251292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9b5968d5994e1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9EDF90-7BDF-4E19-96DB-AC9D1BE5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3684" y="1123331"/>
            <a:ext cx="6296017" cy="9550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Components of the 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C2AC0-062C-4728-91D8-66550DBE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128344"/>
            <a:ext cx="165524" cy="582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EF528-4F83-42C3-88F9-7188C1AB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8" y="2128344"/>
            <a:ext cx="8170615" cy="582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Cold Gas – molecular clouds seen in dust and gas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CB76C4-1831-4DFE-8C41-4A2BB4A9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8481" y="6663390"/>
            <a:ext cx="6769458" cy="4734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 map of molecules in a Giant Molecular Cloud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DDA4C2-803B-4EC9-B939-8F41B458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84EDF-554E-4EB6-B261-2A4F277C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42 of 53</a:t>
            </a:r>
          </a:p>
        </p:txBody>
      </p:sp>
      <p:sp>
        <p:nvSpPr>
          <p:cNvPr id="1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52934246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8ce59e119418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3A1A7-D26F-4DEB-A160-ED3C8DE4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2817" y="1123349"/>
            <a:ext cx="4636636" cy="955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Molecular Clouds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722AF-0045-4881-BFAB-BB69EAAC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474" y="2168256"/>
            <a:ext cx="8090410" cy="6077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coldest and densest regions of the ISM will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7C172-EFAB-493A-A5C8-CEC11A25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571" y="2620748"/>
            <a:ext cx="7360169" cy="6085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molecular clouds when compressed..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664FC1-4F1C-49E1-AAEA-B99413D8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CF8E8A-8333-409E-A79A-FE0A23CD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43 of 53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5078407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81239207b8447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AAA65D-9E17-4F4C-8AFE-F400AC78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32" y="828522"/>
            <a:ext cx="8190037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Densest parts of Molecular Cloud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37849D-2374-4510-BFFB-8D4F0596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5503" y="1480479"/>
            <a:ext cx="497017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continue to collapse.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096C9-19C1-4BCF-8656-A314FE70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8DEA62-37F4-445C-8569-DB9E259E0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44 of 53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31028502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b6b68e243c417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AEE7C-7F50-4D21-9182-C13538D6E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03" y="1541017"/>
            <a:ext cx="4035259" cy="4635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molecular core collapses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E8A821-177B-445E-B3CA-3A2C714F8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684" y="1916241"/>
            <a:ext cx="2632206" cy="487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due to gravity from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9C691-4D9B-4345-975D-B2DF4858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227" y="1915981"/>
            <a:ext cx="1058837" cy="4877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own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D21576-9992-41DE-9842-3B99867F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80" y="2320606"/>
            <a:ext cx="715983" cy="462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7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7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14BF8-C177-4735-A0D5-7B09491E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8" y="2319872"/>
            <a:ext cx="3537125" cy="4637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These cores are too cold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5A455-CC9F-4A39-B6E1-8EC39EE1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947" y="2699537"/>
            <a:ext cx="4044244" cy="480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support their mass, so they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371DCB-BD28-4E2C-B5B0-F0EF11D3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1" y="3089951"/>
            <a:ext cx="3998852" cy="4784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5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5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continue to collapse and heat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7F058B-48FA-41F7-AB37-AC202C73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716" y="3465175"/>
            <a:ext cx="461727" cy="5021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835577-297E-4BB7-9B90-BDF26812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130" y="4265125"/>
            <a:ext cx="3514747" cy="4671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2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the cores collapse they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CCA6E1-93D0-4142-AAEC-F0F51833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262" y="4649647"/>
            <a:ext cx="4121689" cy="4754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begin to spin faster, eventually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D42338-7F20-420D-8E27-D9852A10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318" y="5033415"/>
            <a:ext cx="1372930" cy="4849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forming a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573A7B-3EB7-48E1-9765-820E519FB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2148" y="5023455"/>
            <a:ext cx="1262338" cy="501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68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68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8981B6-6900-45DF-873A-E55C434A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6386" y="5034679"/>
            <a:ext cx="1719659" cy="4828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surrounded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CB124-27FB-4EC1-92C9-FC21E5DA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261" y="5431356"/>
            <a:ext cx="826938" cy="4707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1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1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an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EB4B67-5032-479A-9B03-144C33B2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0390" y="5429490"/>
            <a:ext cx="1918475" cy="473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2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2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accretion disk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4CAF2-2C82-4724-8CED-A0D5BF7D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292" y="5405754"/>
            <a:ext cx="382189" cy="51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CC02A-1935-4CD0-8F09-CB96CB36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2415" y="5808381"/>
            <a:ext cx="1288698" cy="49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1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1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material.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75E96-B462-41D6-A42A-44708815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67B70F-D86F-4650-B4D1-30F714B1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45 of 53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9194148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cd49968d53438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7AB21A-72C2-416E-9E5D-C9D5BF43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183" y="1123790"/>
            <a:ext cx="7053125" cy="954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Protostars in Orion Nebula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F17449-BEE4-4810-AFBD-3578535A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406" y="2331702"/>
            <a:ext cx="702391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protostars surrounded by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E8861-4883-476B-B91C-D568EFFE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3109" y="2852402"/>
            <a:ext cx="484201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cocoons of dust and gas.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0B452E-3A9B-4D56-84FD-E3672DCA7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71991A-D2BF-4090-8117-408DE6BF6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46 of 53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57379694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080c9b7ffe4d6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CD3F0A-87EC-47C5-B45C-5908B324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6" y="1193787"/>
            <a:ext cx="474502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After a protostar with an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4E088-881F-4256-AB4E-1BAF6CC9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714487"/>
            <a:ext cx="411985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accretion disk forms,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ADA713-76EA-4007-A2DE-E817CB75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235213"/>
            <a:ext cx="481502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material continues to fall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76B13-FF27-4B66-8083-1D5A0FA6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751655"/>
            <a:ext cx="45498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onto the “star” from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455E7B-7784-4C8F-BB1B-071C4B07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272355"/>
            <a:ext cx="104699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disk.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9AE3B5-9C22-4EB6-A56B-6F764FC2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516981"/>
            <a:ext cx="44771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material has too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D599A7-755D-46C1-99D1-A8A73409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037655"/>
            <a:ext cx="121440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much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FB4763-0A2E-4BDB-B48B-127CAF180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129" y="5037655"/>
            <a:ext cx="375826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angular momentum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5A931D-B4DC-4DE1-8E25-F9A01E33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558381"/>
            <a:ext cx="426352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fall onto star and is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86A5C1-1731-48F5-99EF-F6C9FE6B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6074820"/>
            <a:ext cx="248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ejected as a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D4211-9BEA-4493-9837-43CFF7EC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787" y="6074820"/>
            <a:ext cx="6148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jet.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F18BF-ED0A-4006-9541-CAD0B694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32E139-6D50-427B-B35F-5E6F5757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47 of 53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71149767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f75b6b1f14b1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B7AB7-3EC6-431E-B60A-65721BB2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163203"/>
            <a:ext cx="3902537" cy="5936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jet blows away the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48D5C-21B3-4228-B98B-F4BFF89F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607940"/>
            <a:ext cx="3936554" cy="5863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remaining gas and dust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04C80-DB75-4FEE-ACE2-2BF23F6D8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032092"/>
            <a:ext cx="4362510" cy="605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surrounding the protostar.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E4E2C-2EEC-4F84-8C5D-318B8FE0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105743"/>
            <a:ext cx="4498340" cy="6016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protostar continues to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FCC3F-2000-4658-B33C-BA2DD0A4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557172"/>
            <a:ext cx="1463868" cy="5831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C7B25-A92D-4077-9A64-109161F1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824" y="3561496"/>
            <a:ext cx="2485556" cy="5759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34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34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due to gravity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69F058-B655-45CF-BA0B-2C51748B7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9847" y="3549418"/>
            <a:ext cx="750478" cy="596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D9ED5-AADC-475F-AFC5-27732F6DB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3978385"/>
            <a:ext cx="1398204" cy="6077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heat up.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38022-83D3-46CA-9AF2-26C3021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5055636"/>
            <a:ext cx="4342344" cy="597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4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4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Eventually the core of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C0B052-FC55-4E68-A5FD-7132A9514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5485028"/>
            <a:ext cx="2826698" cy="6156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 will be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261641-3B50-4065-B42C-0DD81781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5903" y="5520009"/>
            <a:ext cx="2483163" cy="5573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3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3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dense enough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9ECF2-B781-4135-B6E0-A529E672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5947129"/>
            <a:ext cx="2706356" cy="572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15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15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hot enough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0E32EF-1B29-4F0A-858C-FF351ACA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5886" y="5922788"/>
            <a:ext cx="2238775" cy="6126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1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1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for fusion to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4BBD5E-905B-46DF-AB93-30ACEBE8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6376198"/>
            <a:ext cx="5259823" cy="5908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0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0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occur and then we have a main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1C5BC-BD22-43BC-B2F0-C862B767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0" y="6821398"/>
            <a:ext cx="2384523" cy="5754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sequence star.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93A1FB-C06B-4965-B988-ECEC28C1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2EDE2C-5E9E-4811-8EA4-06E19E90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48 of 53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4491605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12e22bd51406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5058B-FE7D-41C0-8AEC-83C09A31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366" y="828522"/>
            <a:ext cx="834190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happens if a protostar never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0B6E2-E5E2-4E73-9407-746AEB82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706" y="1480479"/>
            <a:ext cx="852167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gets hot enough for nuclear fusion?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83A55-C036-4B47-9D8B-02600AC3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2507807"/>
            <a:ext cx="15663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5065E-7068-4E46-8A6E-ED56621A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2507807"/>
            <a:ext cx="3418381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 with less than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8A5BA-5E3F-4F5A-914F-4560A850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2833776"/>
            <a:ext cx="3437979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0.08 solar masses will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BC2704-7FE5-4C6E-B98B-EFC011DC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159770"/>
            <a:ext cx="882738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E9B43F-A8CB-4012-B492-F0B95FA2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3540" y="3159770"/>
            <a:ext cx="2973388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get hot enough for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AB3355-5339-438F-A3B1-1D28729F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481477"/>
            <a:ext cx="3439009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fusion to occur in their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58BD1-312B-40B3-935E-B543572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3807446"/>
            <a:ext cx="1147810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cores.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F1380D-1599-4FF3-8337-5FAD918E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7" y="4213900"/>
            <a:ext cx="15663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A6CED-5F28-4FA9-957B-7C7C9BF8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3" y="4213900"/>
            <a:ext cx="2629041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called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4EE18-F2B1-4D09-B0D9-21FBE86F9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0274" y="4213900"/>
            <a:ext cx="1051728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brown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DF4115-F38E-4E15-BFE0-1E9240CD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539769"/>
            <a:ext cx="1034120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AFA299-C138-4F4E-8075-195A9751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4543" y="4539769"/>
            <a:ext cx="132249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E1E1BF-1410-4D50-8BF7-0DFE6989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4942008"/>
            <a:ext cx="15663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106E43-23C2-4D84-9218-4AFE2EEB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4942008"/>
            <a:ext cx="390958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glow only from their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A62DB-39B3-4C04-9F0D-31E76833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1" y="5267947"/>
            <a:ext cx="3515326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internal heat from their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289DE4-B364-4109-BF64-450C6DF1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1" y="5593941"/>
            <a:ext cx="1369331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3D4DE7-5D36-4E9C-97B5-9ADCED50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" y="6000301"/>
            <a:ext cx="156633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4F69A-B58F-4AD3-86F0-8BA24E96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2" y="6000301"/>
            <a:ext cx="2968388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have masses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FADB9D-A1E8-48CE-ACF2-9CD07CEE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1" y="6322113"/>
            <a:ext cx="3723144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greater than Jupiter and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608344-48DB-428A-B9CA-5662F089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901" y="6648082"/>
            <a:ext cx="2951579" cy="54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6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less than M dwarfs.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CC34F4-09C8-4991-8955-9A38E4A3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DD86CD-EC6F-4206-9E8C-61505251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49 of 53</a:t>
            </a:r>
          </a:p>
        </p:txBody>
      </p:sp>
      <p:sp>
        <p:nvSpPr>
          <p:cNvPr id="2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3803366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a83b3f58394f3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086ED-E010-4291-B5EC-F48FD0B1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438" y="887274"/>
            <a:ext cx="7029239" cy="7175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3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3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does star formation look like?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D03B75-565F-43E7-AD14-C7FB5A87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582" y="7395243"/>
            <a:ext cx="7449914" cy="3538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4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Simulation of stars forming in a cluster from a gas cloud of 50 solar masses.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DD0C48-C1D1-4442-94E5-35F5A88B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AADB20-DDEE-47B7-BF68-25536FBEA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50 of 53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3528908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d92a8506046b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CE952-D7E1-4938-83DB-F290C5C2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069" y="1123830"/>
            <a:ext cx="8211891" cy="9542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Protostars on the H-R Diagram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A3E611-079C-4943-8942-23F8AF0DA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9" y="2248060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DFC36C-A1C1-437A-B398-1839A194D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532" y="2248060"/>
            <a:ext cx="297168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stars form they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986A7-30F0-43E4-9C20-1C45330A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2586728"/>
            <a:ext cx="268046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move on the HR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B9219-95C2-47E3-B2BB-A13F24957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2921160"/>
            <a:ext cx="140691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diagram.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37485-5DA0-4CDB-8495-5DFBD03B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9" y="3344551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E0AAE-2002-4AAD-A775-C6CC34F6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3344551"/>
            <a:ext cx="305002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core is always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D0FD6-C70C-417B-AFF1-5E506C4A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3683199"/>
            <a:ext cx="2173847" cy="5621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getting hotter.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00E5A-B4A6-4B20-9462-F5F6AAE2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9" y="4102289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F7EAC8-EC0D-4760-AB18-96C1C08F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4102289"/>
            <a:ext cx="385048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High-mass stars remain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81D7DF-C18D-45D8-AA92-28CFC1A3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4440928"/>
            <a:ext cx="344749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bright, but heat up as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F840B7-139A-48A2-9A25-85E50F81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4779592"/>
            <a:ext cx="160273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form.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AA0E9-6760-4BA8-99DB-41A3537A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9" y="5198657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421270-A868-44A7-AC06-99111E0D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5198657"/>
            <a:ext cx="373560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Low-mass stars stay at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D3C314-47AD-4F6C-8654-4BEF0FEA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5537360"/>
            <a:ext cx="358021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temperature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E3C01D-B9D5-46B7-9D63-F0E8EECFD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5876023"/>
            <a:ext cx="369653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(until fusion starts), but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EC736F-E9E7-4C23-BF2B-EF31E9A4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4" y="6214686"/>
            <a:ext cx="3738150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 fainter as they form.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77D99D-F56C-4B55-98F0-163A96F0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6B8BC8-B978-4059-AB56-82352D98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51 of 53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63710099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17f3ab162446d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597295-D6CC-42DA-BDF0-1FC06890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056" y="895591"/>
            <a:ext cx="682687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Implication of Mass-Luminosity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0004D9-350C-426C-806A-DD0D9F1B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9215" y="1479791"/>
            <a:ext cx="182302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0BD56A-4244-4BEF-B7B6-8C2AC309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9200" y="2332671"/>
            <a:ext cx="7539555" cy="519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mass = More Luminosity = faster rate of fusion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74E59F-D655-444F-A232-F7A66C7DE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9367" y="2797414"/>
            <a:ext cx="31804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=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47B4A-4514-4394-9BF2-2B07FE76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286" y="2798251"/>
            <a:ext cx="5462652" cy="520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Shorter lifetime on Main Sequence!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3A4F2-F410-4829-B90F-972C64EC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4072750"/>
            <a:ext cx="3422028" cy="3418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Stars have 40x mass of Sun, live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08C5A-3FB4-4D8B-BC9D-9E7BC411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4356117"/>
            <a:ext cx="1635299" cy="356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10,000x shorter.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AB8AD-2D70-4793-9DD7-EB65E5F4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5240194"/>
            <a:ext cx="3258817" cy="3434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stars have 3x mass of Sun, live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892A2C-FD79-40E7-862E-47D3BC4B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5524048"/>
            <a:ext cx="1204293" cy="3572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20x shorter.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01468F-8FAF-44FB-AE75-E567F00A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6112057"/>
            <a:ext cx="3462599" cy="350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have half the mass of Sun,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09FD68-ACAE-424D-9176-5E13F466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761" y="6402710"/>
            <a:ext cx="1817485" cy="353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live 7x longer.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54F9F6-D417-4892-A330-374381D1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83FEBA-E336-4E5D-9356-3C87155E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52 of 53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9499448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da217c27cd49a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68A13-AD0B-4F64-9384-BA7075816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8475" y="1123328"/>
            <a:ext cx="430570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Formation times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52907A-FB7D-4617-912F-D25FFFFB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6" y="2283102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2856E-CE57-4524-8717-E2EB1E0B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2283685"/>
            <a:ext cx="3766914" cy="6086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Just as massive stars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AF8CD-B7EB-485A-9FC0-8F0271F8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2694236"/>
            <a:ext cx="3514571" cy="6087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short lifetimes,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ED8B56-E9A3-4F1A-8393-0057D2A8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3103126"/>
            <a:ext cx="3764356" cy="60472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also form quickly.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F41791-AD73-47B6-AA63-4BB382E53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6" y="3603878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4D8530-0F5D-488B-9B04-2C8FC96B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3603917"/>
            <a:ext cx="3010943" cy="609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 stars reach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0C7C6-D37D-45DA-BCE3-723FD2F8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4010371"/>
            <a:ext cx="311895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main sequence in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90AFD7-33B1-46D2-BA48-D63556BB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4420964"/>
            <a:ext cx="244419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100,000 years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DE510-4B07-4B18-95BE-7B581AF31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6" y="492044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122BF-14AF-4517-BE40-276520ED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4920636"/>
            <a:ext cx="3157347" cy="6092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 stars form in 30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E11B9E-4EC1-4D97-B2FA-0166B304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5326871"/>
            <a:ext cx="21486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million years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22F2CE-86E2-45BB-9286-9122FA408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0576" y="5826418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EB953D-BE96-4F0D-9A3C-AD1A54CC2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5826886"/>
            <a:ext cx="3239874" cy="6088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 stars can take 1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08230-2237-40D1-A04C-909B9E7F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5701" y="6237039"/>
            <a:ext cx="214800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 years!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5E72C6-75B4-4DE7-8F55-333F687D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0560" y="3101569"/>
            <a:ext cx="141732" cy="2790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FB890-F25E-4924-B198-771309F9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5120" y="5380813"/>
            <a:ext cx="158305" cy="2733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75B546-6227-4CF4-A8B1-899BF86E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6640" y="6256046"/>
            <a:ext cx="200978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BE5F3C-93DB-40D8-A3F6-DBC6DCCE6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53E8B6-8EAB-4BA2-8DFE-AC698966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53 of 53</a:t>
            </a:r>
          </a:p>
        </p:txBody>
      </p:sp>
      <p:sp>
        <p:nvSpPr>
          <p:cNvPr id="2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785142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Stars</dc:title>
  <dcterms:created xsi:type="dcterms:W3CDTF">2026-09-26T20:03:19.9030000Z</dcterms:created>
  <dcterms:modified xsi:type="dcterms:W3CDTF">2026-09-26T20:03:19.9030000Z</dcterms:modified>
</coreProperties>
</file>