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d458ec9c744b63" /><Relationship Type="http://schemas.openxmlformats.org/officeDocument/2006/relationships/extended-properties" Target="/docProps/app.xml" Id="R0fc8111a69c44467" /><Relationship Type="http://schemas.openxmlformats.org/officeDocument/2006/relationships/officeDocument" Target="/ppt/presentation.xml" Id="Rc11960aaeb934114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19cad71775594ec3"/>
  </p:notesMasterIdLst>
  <p:sldIdLst>
    <p:sldId xmlns:r="http://schemas.openxmlformats.org/officeDocument/2006/relationships" id="256" r:id="R0db799bf214e40c8"/>
    <p:sldId xmlns:r="http://schemas.openxmlformats.org/officeDocument/2006/relationships" id="257" r:id="Rcfb87480521d44b6"/>
    <p:sldId xmlns:r="http://schemas.openxmlformats.org/officeDocument/2006/relationships" id="258" r:id="Re1bf9980eb1440a9"/>
    <p:sldId xmlns:r="http://schemas.openxmlformats.org/officeDocument/2006/relationships" id="259" r:id="R90718871f38c49fa"/>
    <p:sldId xmlns:r="http://schemas.openxmlformats.org/officeDocument/2006/relationships" id="260" r:id="Rb50cd53f9a674a8f"/>
    <p:sldId xmlns:r="http://schemas.openxmlformats.org/officeDocument/2006/relationships" id="261" r:id="Rbeef4fc3119c4b77"/>
    <p:sldId xmlns:r="http://schemas.openxmlformats.org/officeDocument/2006/relationships" id="262" r:id="R894e9f4108254b67"/>
    <p:sldId xmlns:r="http://schemas.openxmlformats.org/officeDocument/2006/relationships" id="263" r:id="Rbfa4641cdedb496f"/>
    <p:sldId xmlns:r="http://schemas.openxmlformats.org/officeDocument/2006/relationships" id="264" r:id="Rfddf3f8d4b7c4829"/>
    <p:sldId xmlns:r="http://schemas.openxmlformats.org/officeDocument/2006/relationships" id="265" r:id="R87cb38219328486c"/>
    <p:sldId xmlns:r="http://schemas.openxmlformats.org/officeDocument/2006/relationships" id="266" r:id="Rffc4bb3e1e624534"/>
    <p:sldId xmlns:r="http://schemas.openxmlformats.org/officeDocument/2006/relationships" id="267" r:id="R1cc04d3555734638"/>
    <p:sldId xmlns:r="http://schemas.openxmlformats.org/officeDocument/2006/relationships" id="268" r:id="R60d162da15b647b2"/>
    <p:sldId xmlns:r="http://schemas.openxmlformats.org/officeDocument/2006/relationships" id="269" r:id="Re004e32eca2945e4"/>
    <p:sldId xmlns:r="http://schemas.openxmlformats.org/officeDocument/2006/relationships" id="270" r:id="R96769e4b23664c3a"/>
    <p:sldId xmlns:r="http://schemas.openxmlformats.org/officeDocument/2006/relationships" id="271" r:id="R26b4235a4be84327"/>
    <p:sldId xmlns:r="http://schemas.openxmlformats.org/officeDocument/2006/relationships" id="272" r:id="R92378d1f39674075"/>
    <p:sldId xmlns:r="http://schemas.openxmlformats.org/officeDocument/2006/relationships" id="273" r:id="R2b259c0c6ecf408e"/>
    <p:sldId xmlns:r="http://schemas.openxmlformats.org/officeDocument/2006/relationships" id="274" r:id="Rd648e723143045e9"/>
    <p:sldId xmlns:r="http://schemas.openxmlformats.org/officeDocument/2006/relationships" id="275" r:id="R343de01cb8a34464"/>
    <p:sldId xmlns:r="http://schemas.openxmlformats.org/officeDocument/2006/relationships" id="276" r:id="R1019ddc5865b4eff"/>
    <p:sldId xmlns:r="http://schemas.openxmlformats.org/officeDocument/2006/relationships" id="277" r:id="Rc41b7bc0a8224c9e"/>
    <p:sldId xmlns:r="http://schemas.openxmlformats.org/officeDocument/2006/relationships" id="278" r:id="R327c1ae306664845"/>
    <p:sldId xmlns:r="http://schemas.openxmlformats.org/officeDocument/2006/relationships" id="279" r:id="R158a1fd8129043c0"/>
    <p:sldId xmlns:r="http://schemas.openxmlformats.org/officeDocument/2006/relationships" id="280" r:id="Rb0e5a473728f4428"/>
    <p:sldId xmlns:r="http://schemas.openxmlformats.org/officeDocument/2006/relationships" id="281" r:id="R3b3a947fd308460e"/>
    <p:sldId xmlns:r="http://schemas.openxmlformats.org/officeDocument/2006/relationships" id="282" r:id="R879cac4bb7c94940"/>
    <p:sldId xmlns:r="http://schemas.openxmlformats.org/officeDocument/2006/relationships" id="283" r:id="Ref448d012b9149d6"/>
    <p:sldId xmlns:r="http://schemas.openxmlformats.org/officeDocument/2006/relationships" id="284" r:id="R7929e49daf7745d5"/>
    <p:sldId xmlns:r="http://schemas.openxmlformats.org/officeDocument/2006/relationships" id="285" r:id="R5841c08e4f9d4183"/>
    <p:sldId xmlns:r="http://schemas.openxmlformats.org/officeDocument/2006/relationships" id="286" r:id="Rb669ca0c61d54e9c"/>
    <p:sldId xmlns:r="http://schemas.openxmlformats.org/officeDocument/2006/relationships" id="287" r:id="R5ea4033e2cbc4836"/>
    <p:sldId xmlns:r="http://schemas.openxmlformats.org/officeDocument/2006/relationships" id="288" r:id="Rf26a892edaad4f19"/>
    <p:sldId xmlns:r="http://schemas.openxmlformats.org/officeDocument/2006/relationships" id="289" r:id="Ra92cdcb4b418437e"/>
    <p:sldId xmlns:r="http://schemas.openxmlformats.org/officeDocument/2006/relationships" id="290" r:id="R508776cd864a4390"/>
    <p:sldId xmlns:r="http://schemas.openxmlformats.org/officeDocument/2006/relationships" id="291" r:id="R8a3e8b1d7bdc4796"/>
    <p:sldId xmlns:r="http://schemas.openxmlformats.org/officeDocument/2006/relationships" id="292" r:id="R39e7d818874a4004"/>
    <p:sldId xmlns:r="http://schemas.openxmlformats.org/officeDocument/2006/relationships" id="293" r:id="R2f96fe25f2804d3f"/>
    <p:sldId xmlns:r="http://schemas.openxmlformats.org/officeDocument/2006/relationships" id="294" r:id="Rcd21a4b72bc04f9a"/>
    <p:sldId xmlns:r="http://schemas.openxmlformats.org/officeDocument/2006/relationships" id="295" r:id="R9b1c5a0490104cab"/>
    <p:sldId xmlns:r="http://schemas.openxmlformats.org/officeDocument/2006/relationships" id="296" r:id="Raa4683cb432b4e15"/>
    <p:sldId xmlns:r="http://schemas.openxmlformats.org/officeDocument/2006/relationships" id="297" r:id="R80715594d55a4024"/>
    <p:sldId xmlns:r="http://schemas.openxmlformats.org/officeDocument/2006/relationships" id="298" r:id="Rba327dc4fa994a78"/>
    <p:sldId xmlns:r="http://schemas.openxmlformats.org/officeDocument/2006/relationships" id="299" r:id="Rcfff1a53760a4581"/>
    <p:sldId xmlns:r="http://schemas.openxmlformats.org/officeDocument/2006/relationships" id="300" r:id="Rc347319dc10d466b"/>
    <p:sldId xmlns:r="http://schemas.openxmlformats.org/officeDocument/2006/relationships" id="301" r:id="R7ce86fc5598c457e"/>
    <p:sldId xmlns:r="http://schemas.openxmlformats.org/officeDocument/2006/relationships" id="302" r:id="R0c4ee687c556423b"/>
    <p:sldId xmlns:r="http://schemas.openxmlformats.org/officeDocument/2006/relationships" id="303" r:id="R3e7d396c02d34e91"/>
    <p:sldId xmlns:r="http://schemas.openxmlformats.org/officeDocument/2006/relationships" id="304" r:id="Rd2f252c6eada4df7"/>
    <p:sldId xmlns:r="http://schemas.openxmlformats.org/officeDocument/2006/relationships" id="305" r:id="Rcf13178365914dae"/>
    <p:sldId xmlns:r="http://schemas.openxmlformats.org/officeDocument/2006/relationships" id="306" r:id="R8505448b4cf842f4"/>
    <p:sldId xmlns:r="http://schemas.openxmlformats.org/officeDocument/2006/relationships" id="307" r:id="Ree20a762b5204759"/>
    <p:sldId xmlns:r="http://schemas.openxmlformats.org/officeDocument/2006/relationships" id="308" r:id="R28500e202a0948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a5469e64805b4b0f"/><Relationship Type="http://schemas.openxmlformats.org/officeDocument/2006/relationships/notesMaster" Target="/ppt/notesMasters/notesMaster1.xml" Id="R19cad71775594ec3"/><Relationship Type="http://schemas.openxmlformats.org/officeDocument/2006/relationships/presProps" Target="/ppt/presProps.xml" Id="Recd3aad31c4344f9"/><Relationship Type="http://schemas.openxmlformats.org/officeDocument/2006/relationships/tableStyles" Target="/ppt/tableStyles.xml" Id="Rc9203761f20047da"/><Relationship Type="http://schemas.openxmlformats.org/officeDocument/2006/relationships/slide" Target="/ppt/slides/slide1.xml" Id="R0db799bf214e40c8"/><Relationship Type="http://schemas.openxmlformats.org/officeDocument/2006/relationships/slide" Target="/ppt/slides/slide2.xml" Id="Rcfb87480521d44b6"/><Relationship Type="http://schemas.openxmlformats.org/officeDocument/2006/relationships/slide" Target="/ppt/slides/slide3.xml" Id="Re1bf9980eb1440a9"/><Relationship Type="http://schemas.openxmlformats.org/officeDocument/2006/relationships/slide" Target="/ppt/slides/slide4.xml" Id="R90718871f38c49fa"/><Relationship Type="http://schemas.openxmlformats.org/officeDocument/2006/relationships/slide" Target="/ppt/slides/slide5.xml" Id="Rb50cd53f9a674a8f"/><Relationship Type="http://schemas.openxmlformats.org/officeDocument/2006/relationships/slide" Target="/ppt/slides/slide6.xml" Id="Rbeef4fc3119c4b77"/><Relationship Type="http://schemas.openxmlformats.org/officeDocument/2006/relationships/slide" Target="/ppt/slides/slide7.xml" Id="R894e9f4108254b67"/><Relationship Type="http://schemas.openxmlformats.org/officeDocument/2006/relationships/slide" Target="/ppt/slides/slide8.xml" Id="Rbfa4641cdedb496f"/><Relationship Type="http://schemas.openxmlformats.org/officeDocument/2006/relationships/slide" Target="/ppt/slides/slide9.xml" Id="Rfddf3f8d4b7c4829"/><Relationship Type="http://schemas.openxmlformats.org/officeDocument/2006/relationships/slide" Target="/ppt/slides/slide10.xml" Id="R87cb38219328486c"/><Relationship Type="http://schemas.openxmlformats.org/officeDocument/2006/relationships/slide" Target="/ppt/slides/slide11.xml" Id="Rffc4bb3e1e624534"/><Relationship Type="http://schemas.openxmlformats.org/officeDocument/2006/relationships/slide" Target="/ppt/slides/slide12.xml" Id="R1cc04d3555734638"/><Relationship Type="http://schemas.openxmlformats.org/officeDocument/2006/relationships/slide" Target="/ppt/slides/slide13.xml" Id="R60d162da15b647b2"/><Relationship Type="http://schemas.openxmlformats.org/officeDocument/2006/relationships/slide" Target="/ppt/slides/slide14.xml" Id="Re004e32eca2945e4"/><Relationship Type="http://schemas.openxmlformats.org/officeDocument/2006/relationships/slide" Target="/ppt/slides/slide15.xml" Id="R96769e4b23664c3a"/><Relationship Type="http://schemas.openxmlformats.org/officeDocument/2006/relationships/slide" Target="/ppt/slides/slide16.xml" Id="R26b4235a4be84327"/><Relationship Type="http://schemas.openxmlformats.org/officeDocument/2006/relationships/slide" Target="/ppt/slides/slide17.xml" Id="R92378d1f39674075"/><Relationship Type="http://schemas.openxmlformats.org/officeDocument/2006/relationships/slide" Target="/ppt/slides/slide18.xml" Id="R2b259c0c6ecf408e"/><Relationship Type="http://schemas.openxmlformats.org/officeDocument/2006/relationships/slide" Target="/ppt/slides/slide19.xml" Id="Rd648e723143045e9"/><Relationship Type="http://schemas.openxmlformats.org/officeDocument/2006/relationships/slide" Target="/ppt/slides/slide20.xml" Id="R343de01cb8a34464"/><Relationship Type="http://schemas.openxmlformats.org/officeDocument/2006/relationships/slide" Target="/ppt/slides/slide21.xml" Id="R1019ddc5865b4eff"/><Relationship Type="http://schemas.openxmlformats.org/officeDocument/2006/relationships/slide" Target="/ppt/slides/slide22.xml" Id="Rc41b7bc0a8224c9e"/><Relationship Type="http://schemas.openxmlformats.org/officeDocument/2006/relationships/slide" Target="/ppt/slides/slide23.xml" Id="R327c1ae306664845"/><Relationship Type="http://schemas.openxmlformats.org/officeDocument/2006/relationships/slide" Target="/ppt/slides/slide24.xml" Id="R158a1fd8129043c0"/><Relationship Type="http://schemas.openxmlformats.org/officeDocument/2006/relationships/slide" Target="/ppt/slides/slide25.xml" Id="Rb0e5a473728f4428"/><Relationship Type="http://schemas.openxmlformats.org/officeDocument/2006/relationships/slide" Target="/ppt/slides/slide26.xml" Id="R3b3a947fd308460e"/><Relationship Type="http://schemas.openxmlformats.org/officeDocument/2006/relationships/slide" Target="/ppt/slides/slide27.xml" Id="R879cac4bb7c94940"/><Relationship Type="http://schemas.openxmlformats.org/officeDocument/2006/relationships/slide" Target="/ppt/slides/slide28.xml" Id="Ref448d012b9149d6"/><Relationship Type="http://schemas.openxmlformats.org/officeDocument/2006/relationships/slide" Target="/ppt/slides/slide29.xml" Id="R7929e49daf7745d5"/><Relationship Type="http://schemas.openxmlformats.org/officeDocument/2006/relationships/slide" Target="/ppt/slides/slide30.xml" Id="R5841c08e4f9d4183"/><Relationship Type="http://schemas.openxmlformats.org/officeDocument/2006/relationships/slide" Target="/ppt/slides/slide31.xml" Id="Rb669ca0c61d54e9c"/><Relationship Type="http://schemas.openxmlformats.org/officeDocument/2006/relationships/slide" Target="/ppt/slides/slide32.xml" Id="R5ea4033e2cbc4836"/><Relationship Type="http://schemas.openxmlformats.org/officeDocument/2006/relationships/slide" Target="/ppt/slides/slide33.xml" Id="Rf26a892edaad4f19"/><Relationship Type="http://schemas.openxmlformats.org/officeDocument/2006/relationships/slide" Target="/ppt/slides/slide34.xml" Id="Ra92cdcb4b418437e"/><Relationship Type="http://schemas.openxmlformats.org/officeDocument/2006/relationships/slide" Target="/ppt/slides/slide35.xml" Id="R508776cd864a4390"/><Relationship Type="http://schemas.openxmlformats.org/officeDocument/2006/relationships/slide" Target="/ppt/slides/slide36.xml" Id="R8a3e8b1d7bdc4796"/><Relationship Type="http://schemas.openxmlformats.org/officeDocument/2006/relationships/slide" Target="/ppt/slides/slide37.xml" Id="R39e7d818874a4004"/><Relationship Type="http://schemas.openxmlformats.org/officeDocument/2006/relationships/slide" Target="/ppt/slides/slide38.xml" Id="R2f96fe25f2804d3f"/><Relationship Type="http://schemas.openxmlformats.org/officeDocument/2006/relationships/slide" Target="/ppt/slides/slide39.xml" Id="Rcd21a4b72bc04f9a"/><Relationship Type="http://schemas.openxmlformats.org/officeDocument/2006/relationships/slide" Target="/ppt/slides/slide40.xml" Id="R9b1c5a0490104cab"/><Relationship Type="http://schemas.openxmlformats.org/officeDocument/2006/relationships/slide" Target="/ppt/slides/slide41.xml" Id="Raa4683cb432b4e15"/><Relationship Type="http://schemas.openxmlformats.org/officeDocument/2006/relationships/slide" Target="/ppt/slides/slide42.xml" Id="R80715594d55a4024"/><Relationship Type="http://schemas.openxmlformats.org/officeDocument/2006/relationships/slide" Target="/ppt/slides/slide43.xml" Id="Rba327dc4fa994a78"/><Relationship Type="http://schemas.openxmlformats.org/officeDocument/2006/relationships/slide" Target="/ppt/slides/slide44.xml" Id="Rcfff1a53760a4581"/><Relationship Type="http://schemas.openxmlformats.org/officeDocument/2006/relationships/slide" Target="/ppt/slides/slide45.xml" Id="Rc347319dc10d466b"/><Relationship Type="http://schemas.openxmlformats.org/officeDocument/2006/relationships/slide" Target="/ppt/slides/slide46.xml" Id="R7ce86fc5598c457e"/><Relationship Type="http://schemas.openxmlformats.org/officeDocument/2006/relationships/slide" Target="/ppt/slides/slide47.xml" Id="R0c4ee687c556423b"/><Relationship Type="http://schemas.openxmlformats.org/officeDocument/2006/relationships/slide" Target="/ppt/slides/slide48.xml" Id="R3e7d396c02d34e91"/><Relationship Type="http://schemas.openxmlformats.org/officeDocument/2006/relationships/slide" Target="/ppt/slides/slide49.xml" Id="Rd2f252c6eada4df7"/><Relationship Type="http://schemas.openxmlformats.org/officeDocument/2006/relationships/slide" Target="/ppt/slides/slide50.xml" Id="Rcf13178365914dae"/><Relationship Type="http://schemas.openxmlformats.org/officeDocument/2006/relationships/slide" Target="/ppt/slides/slide51.xml" Id="R8505448b4cf842f4"/><Relationship Type="http://schemas.openxmlformats.org/officeDocument/2006/relationships/slide" Target="/ppt/slides/slide52.xml" Id="Ree20a762b5204759"/><Relationship Type="http://schemas.openxmlformats.org/officeDocument/2006/relationships/slide" Target="/ppt/slides/slide53.xml" Id="R28500e202a0948a1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082af1da9e47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42a2b2bac741d7" /><Relationship Type="http://schemas.openxmlformats.org/officeDocument/2006/relationships/notesMaster" Target="/ppt/notesMasters/notesMaster1.xml" Id="R5024cd7ebfdc4d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9d240aee1a4767" /><Relationship Type="http://schemas.openxmlformats.org/officeDocument/2006/relationships/notesMaster" Target="/ppt/notesMasters/notesMaster1.xml" Id="R35182cb082c747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e7fb96c5c48af" /><Relationship Type="http://schemas.openxmlformats.org/officeDocument/2006/relationships/notesMaster" Target="/ppt/notesMasters/notesMaster1.xml" Id="R8c7a99f6433a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46cbb4c2644242" /><Relationship Type="http://schemas.openxmlformats.org/officeDocument/2006/relationships/notesMaster" Target="/ppt/notesMasters/notesMaster1.xml" Id="R8629a10eaa4d4a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aa1b424364f8b" /><Relationship Type="http://schemas.openxmlformats.org/officeDocument/2006/relationships/notesMaster" Target="/ppt/notesMasters/notesMaster1.xml" Id="Rf2a1c310b58b48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ad1eafc8f647b8" /><Relationship Type="http://schemas.openxmlformats.org/officeDocument/2006/relationships/notesMaster" Target="/ppt/notesMasters/notesMaster1.xml" Id="R13139490e27f46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f23d1cac6439f" /><Relationship Type="http://schemas.openxmlformats.org/officeDocument/2006/relationships/notesMaster" Target="/ppt/notesMasters/notesMaster1.xml" Id="Rd6a2128f60f544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f10f3a4044306" /><Relationship Type="http://schemas.openxmlformats.org/officeDocument/2006/relationships/notesMaster" Target="/ppt/notesMasters/notesMaster1.xml" Id="R00f545a8baea40d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21d27a2c794b87" /><Relationship Type="http://schemas.openxmlformats.org/officeDocument/2006/relationships/notesMaster" Target="/ppt/notesMasters/notesMaster1.xml" Id="Rc6d4363c0d414e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642d6b098e432e" /><Relationship Type="http://schemas.openxmlformats.org/officeDocument/2006/relationships/notesMaster" Target="/ppt/notesMasters/notesMaster1.xml" Id="Rd450e1512af748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a57e2394ad4709" /><Relationship Type="http://schemas.openxmlformats.org/officeDocument/2006/relationships/notesMaster" Target="/ppt/notesMasters/notesMaster1.xml" Id="Rcb8f645063a94f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6b041725fc4efa" /><Relationship Type="http://schemas.openxmlformats.org/officeDocument/2006/relationships/notesMaster" Target="/ppt/notesMasters/notesMaster1.xml" Id="R26058aee488d43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3fb4f6d5374234" /><Relationship Type="http://schemas.openxmlformats.org/officeDocument/2006/relationships/notesMaster" Target="/ppt/notesMasters/notesMaster1.xml" Id="R748a92c335e04b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ecb06c48a143eb" /><Relationship Type="http://schemas.openxmlformats.org/officeDocument/2006/relationships/notesMaster" Target="/ppt/notesMasters/notesMaster1.xml" Id="Rdb02b4ee59d34e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4ae82dea3f429f" /><Relationship Type="http://schemas.openxmlformats.org/officeDocument/2006/relationships/notesMaster" Target="/ppt/notesMasters/notesMaster1.xml" Id="Rbd30c9b0d11649a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030a31355f47b1" /><Relationship Type="http://schemas.openxmlformats.org/officeDocument/2006/relationships/notesMaster" Target="/ppt/notesMasters/notesMaster1.xml" Id="Re8791ce1af51425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50726b28074f24" /><Relationship Type="http://schemas.openxmlformats.org/officeDocument/2006/relationships/notesMaster" Target="/ppt/notesMasters/notesMaster1.xml" Id="R428654a0088b40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803ea28bdc4079" /><Relationship Type="http://schemas.openxmlformats.org/officeDocument/2006/relationships/notesMaster" Target="/ppt/notesMasters/notesMaster1.xml" Id="Raa6d1dc303a748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587d87ffcd41ad" /><Relationship Type="http://schemas.openxmlformats.org/officeDocument/2006/relationships/notesMaster" Target="/ppt/notesMasters/notesMaster1.xml" Id="R9ba76959f4304db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58f79774534b81" /><Relationship Type="http://schemas.openxmlformats.org/officeDocument/2006/relationships/notesMaster" Target="/ppt/notesMasters/notesMaster1.xml" Id="Rf2a5a76eb6084e8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fd798de7d6b486b" /><Relationship Type="http://schemas.openxmlformats.org/officeDocument/2006/relationships/notesMaster" Target="/ppt/notesMasters/notesMaster1.xml" Id="R7898a31b7d8147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394b2a1e424e4f" /><Relationship Type="http://schemas.openxmlformats.org/officeDocument/2006/relationships/notesMaster" Target="/ppt/notesMasters/notesMaster1.xml" Id="R653f757bd28d4a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b3f53f71e27422a" /><Relationship Type="http://schemas.openxmlformats.org/officeDocument/2006/relationships/notesMaster" Target="/ppt/notesMasters/notesMaster1.xml" Id="R010b5df7c50b4cd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6e69ce594dc4e09" /><Relationship Type="http://schemas.openxmlformats.org/officeDocument/2006/relationships/notesMaster" Target="/ppt/notesMasters/notesMaster1.xml" Id="Rc0b83f4ea9d4409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1d6f454969644d0" /><Relationship Type="http://schemas.openxmlformats.org/officeDocument/2006/relationships/notesMaster" Target="/ppt/notesMasters/notesMaster1.xml" Id="R554327908f324b5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210ac2129e04f76" /><Relationship Type="http://schemas.openxmlformats.org/officeDocument/2006/relationships/notesMaster" Target="/ppt/notesMasters/notesMaster1.xml" Id="R0f0d4dd5bc724dc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c296fe85a64385" /><Relationship Type="http://schemas.openxmlformats.org/officeDocument/2006/relationships/notesMaster" Target="/ppt/notesMasters/notesMaster1.xml" Id="Rf6bfa10305b94d8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82f285d04c744e8" /><Relationship Type="http://schemas.openxmlformats.org/officeDocument/2006/relationships/notesMaster" Target="/ppt/notesMasters/notesMaster1.xml" Id="Rd40d82eb03124ec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223d725f77b4afa" /><Relationship Type="http://schemas.openxmlformats.org/officeDocument/2006/relationships/notesMaster" Target="/ppt/notesMasters/notesMaster1.xml" Id="Rdd8c1488fc0a422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ec571a92f34fee" /><Relationship Type="http://schemas.openxmlformats.org/officeDocument/2006/relationships/notesMaster" Target="/ppt/notesMasters/notesMaster1.xml" Id="R47104a4b1bee4be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3479012cea14be9" /><Relationship Type="http://schemas.openxmlformats.org/officeDocument/2006/relationships/notesMaster" Target="/ppt/notesMasters/notesMaster1.xml" Id="Re2c78f0ec8d04e5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6110202adc5485c" /><Relationship Type="http://schemas.openxmlformats.org/officeDocument/2006/relationships/notesMaster" Target="/ppt/notesMasters/notesMaster1.xml" Id="Raece4d5d082e466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6e9a2a2544d4c81" /><Relationship Type="http://schemas.openxmlformats.org/officeDocument/2006/relationships/notesMaster" Target="/ppt/notesMasters/notesMaster1.xml" Id="R0b0d685fbc9e4dd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ccdb46aad5540fa" /><Relationship Type="http://schemas.openxmlformats.org/officeDocument/2006/relationships/notesMaster" Target="/ppt/notesMasters/notesMaster1.xml" Id="Rd3108c2c914f468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214e7b598174e23" /><Relationship Type="http://schemas.openxmlformats.org/officeDocument/2006/relationships/notesMaster" Target="/ppt/notesMasters/notesMaster1.xml" Id="R0a84b9c013dc45d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d53d4b5a90042f8" /><Relationship Type="http://schemas.openxmlformats.org/officeDocument/2006/relationships/notesMaster" Target="/ppt/notesMasters/notesMaster1.xml" Id="R443633d0d91f44b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f143a4c104d4ce3" /><Relationship Type="http://schemas.openxmlformats.org/officeDocument/2006/relationships/notesMaster" Target="/ppt/notesMasters/notesMaster1.xml" Id="Ra9874c2872e8429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bef64764f1a4446" /><Relationship Type="http://schemas.openxmlformats.org/officeDocument/2006/relationships/notesMaster" Target="/ppt/notesMasters/notesMaster1.xml" Id="Rd8f61248f987418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c8c0650d48b48ba" /><Relationship Type="http://schemas.openxmlformats.org/officeDocument/2006/relationships/notesMaster" Target="/ppt/notesMasters/notesMaster1.xml" Id="Ra6980ea6b01f429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61ea70579e845db" /><Relationship Type="http://schemas.openxmlformats.org/officeDocument/2006/relationships/notesMaster" Target="/ppt/notesMasters/notesMaster1.xml" Id="R07a6811537f943b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a1db0dd6bb444a8" /><Relationship Type="http://schemas.openxmlformats.org/officeDocument/2006/relationships/notesMaster" Target="/ppt/notesMasters/notesMaster1.xml" Id="R544bbf6843db4d1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b0b03b174840f1" /><Relationship Type="http://schemas.openxmlformats.org/officeDocument/2006/relationships/notesMaster" Target="/ppt/notesMasters/notesMaster1.xml" Id="R72906de25ed9437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4cf1ddc58fa4a51" /><Relationship Type="http://schemas.openxmlformats.org/officeDocument/2006/relationships/notesMaster" Target="/ppt/notesMasters/notesMaster1.xml" Id="R858ce7026de04c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d06f65ec18b4873" /><Relationship Type="http://schemas.openxmlformats.org/officeDocument/2006/relationships/notesMaster" Target="/ppt/notesMasters/notesMaster1.xml" Id="R988b5f96caaa436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cc91597e51f4d11" /><Relationship Type="http://schemas.openxmlformats.org/officeDocument/2006/relationships/notesMaster" Target="/ppt/notesMasters/notesMaster1.xml" Id="R5811867b1ae847b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9e52defec2d4c8a" /><Relationship Type="http://schemas.openxmlformats.org/officeDocument/2006/relationships/notesMaster" Target="/ppt/notesMasters/notesMaster1.xml" Id="Re216a3079a3c4c0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47c93933df24016" /><Relationship Type="http://schemas.openxmlformats.org/officeDocument/2006/relationships/notesMaster" Target="/ppt/notesMasters/notesMaster1.xml" Id="Rc9784c8b664a4cf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7f8d08eba5d415d" /><Relationship Type="http://schemas.openxmlformats.org/officeDocument/2006/relationships/notesMaster" Target="/ppt/notesMasters/notesMaster1.xml" Id="Rbb664d7e693c456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0b23bdc39734957" /><Relationship Type="http://schemas.openxmlformats.org/officeDocument/2006/relationships/notesMaster" Target="/ppt/notesMasters/notesMaster1.xml" Id="Reae7af3e18c1465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907b461a9e44e19" /><Relationship Type="http://schemas.openxmlformats.org/officeDocument/2006/relationships/notesMaster" Target="/ppt/notesMasters/notesMaster1.xml" Id="R800c85e30c9b4ab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19022b10ff545c0" /><Relationship Type="http://schemas.openxmlformats.org/officeDocument/2006/relationships/notesMaster" Target="/ppt/notesMasters/notesMaster1.xml" Id="Ra6c3754d166445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c7344f1676d4176" /><Relationship Type="http://schemas.openxmlformats.org/officeDocument/2006/relationships/notesMaster" Target="/ppt/notesMasters/notesMaster1.xml" Id="R1e03aefd8ea3455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9f40bc170624e5d" /><Relationship Type="http://schemas.openxmlformats.org/officeDocument/2006/relationships/notesMaster" Target="/ppt/notesMasters/notesMaster1.xml" Id="R5341bc7748a847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0300f01560049cd"/><Relationship Type="http://schemas.openxmlformats.org/officeDocument/2006/relationships/image" Target="/ppt/media/image.png" Id="Rb9ee8d3aa9324e3f"/><Relationship Type="http://schemas.openxmlformats.org/officeDocument/2006/relationships/notesSlide" Target="/ppt/notesSlides/notesSlide1.xml" Id="R1a0b5a2183164778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a22cf938ce949f1"/><Relationship Type="http://schemas.openxmlformats.org/officeDocument/2006/relationships/image" Target="/ppt/media/image2.png" Id="R9eb23c624b2b4edb"/><Relationship Type="http://schemas.openxmlformats.org/officeDocument/2006/relationships/notesSlide" Target="/ppt/notesSlides/notesSlide2.xml" Id="R68f6f19c2ea74ba3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5862ebd739e44a5"/><Relationship Type="http://schemas.openxmlformats.org/officeDocument/2006/relationships/image" Target="/ppt/media/image3.png" Id="Rb174997289874b79"/><Relationship Type="http://schemas.openxmlformats.org/officeDocument/2006/relationships/notesSlide" Target="/ppt/notesSlides/notesSlide3.xml" Id="R86e2b1ded9ce41c2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634d7db1c304e8e"/><Relationship Type="http://schemas.openxmlformats.org/officeDocument/2006/relationships/image" Target="/ppt/media/image4.png" Id="Ra70e3f070ba74315"/><Relationship Type="http://schemas.openxmlformats.org/officeDocument/2006/relationships/notesSlide" Target="/ppt/notesSlides/notesSlide4.xml" Id="Red33f3fdae6f453c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e44c05b9bd84e83"/><Relationship Type="http://schemas.openxmlformats.org/officeDocument/2006/relationships/image" Target="/ppt/media/image5.png" Id="R87f8191638a24aa1"/><Relationship Type="http://schemas.openxmlformats.org/officeDocument/2006/relationships/notesSlide" Target="/ppt/notesSlides/notesSlide5.xml" Id="Rc58c41dd45354a39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469fdc70d804d57"/><Relationship Type="http://schemas.openxmlformats.org/officeDocument/2006/relationships/image" Target="/ppt/media/image6.png" Id="Re3ff8aac94064269"/><Relationship Type="http://schemas.openxmlformats.org/officeDocument/2006/relationships/notesSlide" Target="/ppt/notesSlides/notesSlide6.xml" Id="R6275b37f63bd449f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4f0a7920c654692"/><Relationship Type="http://schemas.openxmlformats.org/officeDocument/2006/relationships/image" Target="/ppt/media/image7.png" Id="R050b7537e7034d9c"/><Relationship Type="http://schemas.openxmlformats.org/officeDocument/2006/relationships/notesSlide" Target="/ppt/notesSlides/notesSlide7.xml" Id="Re345f3e6853f4067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39e6af9a0204c4d"/><Relationship Type="http://schemas.openxmlformats.org/officeDocument/2006/relationships/image" Target="/ppt/media/image8.png" Id="R18e53f145afa4ac3"/><Relationship Type="http://schemas.openxmlformats.org/officeDocument/2006/relationships/notesSlide" Target="/ppt/notesSlides/notesSlide8.xml" Id="Ree6093670e50407b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9f66fe94b9a441c"/><Relationship Type="http://schemas.openxmlformats.org/officeDocument/2006/relationships/image" Target="/ppt/media/image9.png" Id="R97170f2dd0184d95"/><Relationship Type="http://schemas.openxmlformats.org/officeDocument/2006/relationships/notesSlide" Target="/ppt/notesSlides/notesSlide9.xml" Id="Rbb5dff1ca8034d2c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83bef9dcc3f4348"/><Relationship Type="http://schemas.openxmlformats.org/officeDocument/2006/relationships/image" Target="/ppt/media/image10.png" Id="R72e3aa6c109f43f0"/><Relationship Type="http://schemas.openxmlformats.org/officeDocument/2006/relationships/notesSlide" Target="/ppt/notesSlides/notesSlide10.xml" Id="Ra19f8235648b4ceb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0a4943435124254"/><Relationship Type="http://schemas.openxmlformats.org/officeDocument/2006/relationships/image" Target="/ppt/media/image11.png" Id="R4bc1127ab7ca4136"/><Relationship Type="http://schemas.openxmlformats.org/officeDocument/2006/relationships/notesSlide" Target="/ppt/notesSlides/notesSlide11.xml" Id="Rb63ff900a6474898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e96005b30824df8"/><Relationship Type="http://schemas.openxmlformats.org/officeDocument/2006/relationships/image" Target="/ppt/media/image12.png" Id="Rc51f0347980a404f"/><Relationship Type="http://schemas.openxmlformats.org/officeDocument/2006/relationships/notesSlide" Target="/ppt/notesSlides/notesSlide12.xml" Id="Rde76b107f4e146cb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b133df19ef1417e"/><Relationship Type="http://schemas.openxmlformats.org/officeDocument/2006/relationships/image" Target="/ppt/media/image13.png" Id="R81b5242be4ce4a79"/><Relationship Type="http://schemas.openxmlformats.org/officeDocument/2006/relationships/notesSlide" Target="/ppt/notesSlides/notesSlide13.xml" Id="Rebbb9a2f660048b3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4815afd64b74d17"/><Relationship Type="http://schemas.openxmlformats.org/officeDocument/2006/relationships/image" Target="/ppt/media/image14.png" Id="R57b0d0f1dfcc4937"/><Relationship Type="http://schemas.openxmlformats.org/officeDocument/2006/relationships/notesSlide" Target="/ppt/notesSlides/notesSlide14.xml" Id="Rac43dc5e4bb6498b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345d3fad7d543e7"/><Relationship Type="http://schemas.openxmlformats.org/officeDocument/2006/relationships/image" Target="/ppt/media/image15.png" Id="R41581e8b15584bc8"/><Relationship Type="http://schemas.openxmlformats.org/officeDocument/2006/relationships/notesSlide" Target="/ppt/notesSlides/notesSlide15.xml" Id="Rcadf8d3c85404e2b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bbd4c38b94943e3"/><Relationship Type="http://schemas.openxmlformats.org/officeDocument/2006/relationships/image" Target="/ppt/media/image16.png" Id="R1361d5a850d7491d"/><Relationship Type="http://schemas.openxmlformats.org/officeDocument/2006/relationships/notesSlide" Target="/ppt/notesSlides/notesSlide16.xml" Id="Rd413c5846faa4c75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09fb6b4a9e84706"/><Relationship Type="http://schemas.openxmlformats.org/officeDocument/2006/relationships/image" Target="/ppt/media/image17.png" Id="Rcdf70094a2cd4734"/><Relationship Type="http://schemas.openxmlformats.org/officeDocument/2006/relationships/notesSlide" Target="/ppt/notesSlides/notesSlide17.xml" Id="R5af8c272730e421e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1027eb1c7b74d23"/><Relationship Type="http://schemas.openxmlformats.org/officeDocument/2006/relationships/image" Target="/ppt/media/image18.png" Id="Rf199015a93df4f4a"/><Relationship Type="http://schemas.openxmlformats.org/officeDocument/2006/relationships/notesSlide" Target="/ppt/notesSlides/notesSlide18.xml" Id="R602f9b925c414098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65c120896cd4ae4"/><Relationship Type="http://schemas.openxmlformats.org/officeDocument/2006/relationships/image" Target="/ppt/media/image19.png" Id="Raeb18c2f30ea4417"/><Relationship Type="http://schemas.openxmlformats.org/officeDocument/2006/relationships/notesSlide" Target="/ppt/notesSlides/notesSlide19.xml" Id="R67e6792fe3ce44dc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9fe17eb1a3e470d"/><Relationship Type="http://schemas.openxmlformats.org/officeDocument/2006/relationships/image" Target="/ppt/media/image20.png" Id="R714ee5ca60894e9f"/><Relationship Type="http://schemas.openxmlformats.org/officeDocument/2006/relationships/notesSlide" Target="/ppt/notesSlides/notesSlide20.xml" Id="Rc169dc486fc94e24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a22443a6e544b00"/><Relationship Type="http://schemas.openxmlformats.org/officeDocument/2006/relationships/image" Target="/ppt/media/image21.png" Id="Raabdb41b841742a1"/><Relationship Type="http://schemas.openxmlformats.org/officeDocument/2006/relationships/notesSlide" Target="/ppt/notesSlides/notesSlide21.xml" Id="Rd7c7396f1e64421c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90a7e0a50a445a4"/><Relationship Type="http://schemas.openxmlformats.org/officeDocument/2006/relationships/image" Target="/ppt/media/image22.png" Id="R3519001428494901"/><Relationship Type="http://schemas.openxmlformats.org/officeDocument/2006/relationships/notesSlide" Target="/ppt/notesSlides/notesSlide22.xml" Id="Rdc1c7339a44e4505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68e3ad69be345ef"/><Relationship Type="http://schemas.openxmlformats.org/officeDocument/2006/relationships/image" Target="/ppt/media/image23.png" Id="R7067a5c98e8748aa"/><Relationship Type="http://schemas.openxmlformats.org/officeDocument/2006/relationships/notesSlide" Target="/ppt/notesSlides/notesSlide23.xml" Id="Rec1ba7f7b2eb4819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2409bf60ca54a7a"/><Relationship Type="http://schemas.openxmlformats.org/officeDocument/2006/relationships/image" Target="/ppt/media/image24.png" Id="Ra5568750d9754318"/><Relationship Type="http://schemas.openxmlformats.org/officeDocument/2006/relationships/notesSlide" Target="/ppt/notesSlides/notesSlide24.xml" Id="Rb73a6113595b4240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46df33afcae4667"/><Relationship Type="http://schemas.openxmlformats.org/officeDocument/2006/relationships/image" Target="/ppt/media/image25.png" Id="R808704051f6c4e3e"/><Relationship Type="http://schemas.openxmlformats.org/officeDocument/2006/relationships/notesSlide" Target="/ppt/notesSlides/notesSlide25.xml" Id="R419a2ab3085442a7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ce4ee4c27614482"/><Relationship Type="http://schemas.openxmlformats.org/officeDocument/2006/relationships/image" Target="/ppt/media/image26.png" Id="R4e1a23c4b60a4285"/><Relationship Type="http://schemas.openxmlformats.org/officeDocument/2006/relationships/notesSlide" Target="/ppt/notesSlides/notesSlide26.xml" Id="R121863a1083643cf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20b0a0733864f36"/><Relationship Type="http://schemas.openxmlformats.org/officeDocument/2006/relationships/image" Target="/ppt/media/image27.png" Id="R4fb69ee5e68b4cff"/><Relationship Type="http://schemas.openxmlformats.org/officeDocument/2006/relationships/notesSlide" Target="/ppt/notesSlides/notesSlide27.xml" Id="Re5dcc1a2d9e442bb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fcd62dc5c154091"/><Relationship Type="http://schemas.openxmlformats.org/officeDocument/2006/relationships/image" Target="/ppt/media/image28.png" Id="R76bbf806ca8a4a40"/><Relationship Type="http://schemas.openxmlformats.org/officeDocument/2006/relationships/notesSlide" Target="/ppt/notesSlides/notesSlide28.xml" Id="R0c5f9745c6504d9e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832315f6be14c22"/><Relationship Type="http://schemas.openxmlformats.org/officeDocument/2006/relationships/image" Target="/ppt/media/image29.png" Id="R37f5ba5e62c74e69"/><Relationship Type="http://schemas.openxmlformats.org/officeDocument/2006/relationships/notesSlide" Target="/ppt/notesSlides/notesSlide29.xml" Id="Re0cb1e7438384d2a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dc762f1c03c4ed1"/><Relationship Type="http://schemas.openxmlformats.org/officeDocument/2006/relationships/image" Target="/ppt/media/image30.png" Id="Rf2168436d1584d92"/><Relationship Type="http://schemas.openxmlformats.org/officeDocument/2006/relationships/notesSlide" Target="/ppt/notesSlides/notesSlide30.xml" Id="Radb6ee5832d54579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1e97e75841e45a6"/><Relationship Type="http://schemas.openxmlformats.org/officeDocument/2006/relationships/image" Target="/ppt/media/image31.png" Id="R017c667931394eac"/><Relationship Type="http://schemas.openxmlformats.org/officeDocument/2006/relationships/notesSlide" Target="/ppt/notesSlides/notesSlide31.xml" Id="R1755006ddb9a4af3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ef2dec602d3420c"/><Relationship Type="http://schemas.openxmlformats.org/officeDocument/2006/relationships/image" Target="/ppt/media/image32.png" Id="R7c9f9d6e674e4060"/><Relationship Type="http://schemas.openxmlformats.org/officeDocument/2006/relationships/notesSlide" Target="/ppt/notesSlides/notesSlide32.xml" Id="R52480c5ac4b7465a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31687ac47c0434b"/><Relationship Type="http://schemas.openxmlformats.org/officeDocument/2006/relationships/image" Target="/ppt/media/image33.png" Id="R3f1b7d6cf2fd4607"/><Relationship Type="http://schemas.openxmlformats.org/officeDocument/2006/relationships/notesSlide" Target="/ppt/notesSlides/notesSlide33.xml" Id="Rf08773dabb8a483a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cb85f37ae69439b"/><Relationship Type="http://schemas.openxmlformats.org/officeDocument/2006/relationships/image" Target="/ppt/media/image34.png" Id="R856aec216523493e"/><Relationship Type="http://schemas.openxmlformats.org/officeDocument/2006/relationships/notesSlide" Target="/ppt/notesSlides/notesSlide34.xml" Id="R2941faab131f4300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3b9b863005a4c0b"/><Relationship Type="http://schemas.openxmlformats.org/officeDocument/2006/relationships/image" Target="/ppt/media/image35.png" Id="R7560fcbc3a654cf8"/><Relationship Type="http://schemas.openxmlformats.org/officeDocument/2006/relationships/notesSlide" Target="/ppt/notesSlides/notesSlide35.xml" Id="Re687f9f1ec294920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eb6b4d7cd00460c"/><Relationship Type="http://schemas.openxmlformats.org/officeDocument/2006/relationships/image" Target="/ppt/media/image36.png" Id="Rf4757e5bf9d949ad"/><Relationship Type="http://schemas.openxmlformats.org/officeDocument/2006/relationships/notesSlide" Target="/ppt/notesSlides/notesSlide36.xml" Id="R49b1625873ab48fd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a72527937f24c90"/><Relationship Type="http://schemas.openxmlformats.org/officeDocument/2006/relationships/image" Target="/ppt/media/image37.png" Id="Rb8529825623344fe"/><Relationship Type="http://schemas.openxmlformats.org/officeDocument/2006/relationships/notesSlide" Target="/ppt/notesSlides/notesSlide37.xml" Id="R4609fcd7fa664753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bca346338364b5b"/><Relationship Type="http://schemas.openxmlformats.org/officeDocument/2006/relationships/image" Target="/ppt/media/image38.png" Id="R805e9a77847d476f"/><Relationship Type="http://schemas.openxmlformats.org/officeDocument/2006/relationships/notesSlide" Target="/ppt/notesSlides/notesSlide38.xml" Id="R85be230836f046d8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4e4d14800c14c7f"/><Relationship Type="http://schemas.openxmlformats.org/officeDocument/2006/relationships/image" Target="/ppt/media/image39.png" Id="R068464c5f1c842aa"/><Relationship Type="http://schemas.openxmlformats.org/officeDocument/2006/relationships/notesSlide" Target="/ppt/notesSlides/notesSlide39.xml" Id="R08bf92f25dca45c4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4f849bd80b0488e"/><Relationship Type="http://schemas.openxmlformats.org/officeDocument/2006/relationships/image" Target="/ppt/media/image40.png" Id="Rdd762d920a644172"/><Relationship Type="http://schemas.openxmlformats.org/officeDocument/2006/relationships/notesSlide" Target="/ppt/notesSlides/notesSlide40.xml" Id="R590896ef674d42f6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c2a50e8fbb14bd9"/><Relationship Type="http://schemas.openxmlformats.org/officeDocument/2006/relationships/image" Target="/ppt/media/image41.png" Id="R28966b8d91864684"/><Relationship Type="http://schemas.openxmlformats.org/officeDocument/2006/relationships/notesSlide" Target="/ppt/notesSlides/notesSlide41.xml" Id="R70cedb4b89d74f39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a0f0fae9eaa4141"/><Relationship Type="http://schemas.openxmlformats.org/officeDocument/2006/relationships/image" Target="/ppt/media/image42.png" Id="Rfc9b5968d5994e17"/><Relationship Type="http://schemas.openxmlformats.org/officeDocument/2006/relationships/notesSlide" Target="/ppt/notesSlides/notesSlide42.xml" Id="Ra5f05e6f67854912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e1ef3701c9c4adb"/><Relationship Type="http://schemas.openxmlformats.org/officeDocument/2006/relationships/image" Target="/ppt/media/image43.png" Id="R6b68ce59e1194180"/><Relationship Type="http://schemas.openxmlformats.org/officeDocument/2006/relationships/notesSlide" Target="/ppt/notesSlides/notesSlide43.xml" Id="Re2abf9d9f7204f8a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da856c87040492d"/><Relationship Type="http://schemas.openxmlformats.org/officeDocument/2006/relationships/image" Target="/ppt/media/image44.png" Id="Rcb81239207b8447c"/><Relationship Type="http://schemas.openxmlformats.org/officeDocument/2006/relationships/notesSlide" Target="/ppt/notesSlides/notesSlide44.xml" Id="Rbb734c9bfbc44cb6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f36f140ffbe4661"/><Relationship Type="http://schemas.openxmlformats.org/officeDocument/2006/relationships/image" Target="/ppt/media/image45.png" Id="R95b6b68e243c417c"/><Relationship Type="http://schemas.openxmlformats.org/officeDocument/2006/relationships/notesSlide" Target="/ppt/notesSlides/notesSlide45.xml" Id="R0eccb8f15c8c42ab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c1fe054ca374d9a"/><Relationship Type="http://schemas.openxmlformats.org/officeDocument/2006/relationships/image" Target="/ppt/media/image46.png" Id="R74cd49968d534385"/><Relationship Type="http://schemas.openxmlformats.org/officeDocument/2006/relationships/notesSlide" Target="/ppt/notesSlides/notesSlide46.xml" Id="Rf1c6d4390f2242a9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22cb81c2fda4db3"/><Relationship Type="http://schemas.openxmlformats.org/officeDocument/2006/relationships/image" Target="/ppt/media/image47.png" Id="R7d080c9b7ffe4d61"/><Relationship Type="http://schemas.openxmlformats.org/officeDocument/2006/relationships/notesSlide" Target="/ppt/notesSlides/notesSlide47.xml" Id="R7c975b24d6924ccb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cf3c2b582f74103"/><Relationship Type="http://schemas.openxmlformats.org/officeDocument/2006/relationships/image" Target="/ppt/media/image48.png" Id="R3c0f75b6b1f14b1d"/><Relationship Type="http://schemas.openxmlformats.org/officeDocument/2006/relationships/notesSlide" Target="/ppt/notesSlides/notesSlide48.xml" Id="R4f2f3e225b374276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350520c880d40dc"/><Relationship Type="http://schemas.openxmlformats.org/officeDocument/2006/relationships/image" Target="/ppt/media/image49.png" Id="R8a612e22bd51406c"/><Relationship Type="http://schemas.openxmlformats.org/officeDocument/2006/relationships/notesSlide" Target="/ppt/notesSlides/notesSlide49.xml" Id="Rdf887ae151a74694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2ad18daa2474a36"/><Relationship Type="http://schemas.openxmlformats.org/officeDocument/2006/relationships/image" Target="/ppt/media/image50.png" Id="Ra5a83b3f58394f31"/><Relationship Type="http://schemas.openxmlformats.org/officeDocument/2006/relationships/notesSlide" Target="/ppt/notesSlides/notesSlide50.xml" Id="Rc4d813d0e59f451e"/></Relationships>
</file>

<file path=ppt/slides/_rels/slide5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3f9ea1154ab4191"/><Relationship Type="http://schemas.openxmlformats.org/officeDocument/2006/relationships/image" Target="/ppt/media/image51.png" Id="R9b3d92a8506046b4"/><Relationship Type="http://schemas.openxmlformats.org/officeDocument/2006/relationships/notesSlide" Target="/ppt/notesSlides/notesSlide51.xml" Id="R1ba2851be03f4230"/></Relationships>
</file>

<file path=ppt/slides/_rels/slide5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55bf1f1ad7246ff"/><Relationship Type="http://schemas.openxmlformats.org/officeDocument/2006/relationships/image" Target="/ppt/media/image52.png" Id="R9617f3ab162446d1"/><Relationship Type="http://schemas.openxmlformats.org/officeDocument/2006/relationships/notesSlide" Target="/ppt/notesSlides/notesSlide52.xml" Id="Rdddbc322ceeb4627"/></Relationships>
</file>

<file path=ppt/slides/_rels/slide5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b70a80bf019468e"/><Relationship Type="http://schemas.openxmlformats.org/officeDocument/2006/relationships/image" Target="/ppt/media/image53.png" Id="R4fda217c27cd49af"/><Relationship Type="http://schemas.openxmlformats.org/officeDocument/2006/relationships/notesSlide" Target="/ppt/notesSlides/notesSlide53.xml" Id="R348d49e2edef4948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8513-C2E3-4273-9D3F-B0EC705B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3827" y="2095500"/>
            <a:ext cx="19851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680A3-F3DF-4806-8314-611FAC12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073" y="2623571"/>
            <a:ext cx="5667853" cy="457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38D49-8088-4DAA-9E02-449E3326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6676" y="3033038"/>
            <a:ext cx="1579182" cy="4601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9, 2017</a:t>
            </a:r>
          </a:p>
        </p:txBody>
      </p:sp>
    </p:spTree>
    <p:extLst>
      <p:ext uri="{BB962C8B-B14F-4D97-AF65-F5344CB8AC3E}">
        <p14:creationId xmlns:p14="http://schemas.microsoft.com/office/powerpoint/2010/main" val="102781590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For thousands of nearby stars we can find: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E4883-604F-4510-8B60-0267D9E1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902" y="2095500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008CA-A37D-4005-BD4B-AC7E3DF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610" y="2095500"/>
            <a:ext cx="3178328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luminosity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BF552-5FB4-4333-9C8B-80B62128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902" y="2643151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DDEA7-AE59-4F59-BBD5-E6276C2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610" y="2643151"/>
            <a:ext cx="5760548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(color or spectral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D6335-48ED-47BC-96CF-DB7C5BE2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610" y="3101519"/>
            <a:ext cx="978835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C871B-47BD-4662-B4F3-E532D86B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902" y="3649148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D4364-0F97-41C4-A5B9-4A7B55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610" y="3649148"/>
            <a:ext cx="2733813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size (radius)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FA655-E222-46C6-B41A-9BE7EB15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902" y="4196799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725E4-17F4-40FE-AD7C-3907DC64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610" y="4196799"/>
            <a:ext cx="1570692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2E286C-6E4C-42A6-A65A-02FA482C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400" y="4841506"/>
            <a:ext cx="5796698" cy="459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FIND ANY RHYME, REASON, OR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53D8A-58F4-4D42-A20C-DC05AFF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924" y="5265609"/>
            <a:ext cx="2402709" cy="43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RELATIONSHIPS?</a:t>
            </a:r>
          </a:p>
        </p:txBody>
      </p:sp>
    </p:spTree>
    <p:extLst>
      <p:ext uri="{BB962C8B-B14F-4D97-AF65-F5344CB8AC3E}">
        <p14:creationId xmlns:p14="http://schemas.microsoft.com/office/powerpoint/2010/main" val="908520304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372EC-BA11-4915-BF3B-CBA90EB2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209" y="2095500"/>
            <a:ext cx="163182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2996B-1859-4B06-8F0C-E8B2EFD2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2095500"/>
            <a:ext cx="4856413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done independently by Enjar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57383-E87C-49EF-8901-7FA72F77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2552740"/>
            <a:ext cx="6549808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Hertzsprung and Henry Norris Russell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A99BE-2CD7-45C4-9A1B-3B94A707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3009979"/>
            <a:ext cx="2273951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1910.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657A9-82B6-4B49-9CA7-C5EB3102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209" y="3556711"/>
            <a:ext cx="163182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EB6A1-3EC0-4474-866B-50EFEF34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3556711"/>
            <a:ext cx="5449243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graph of luminosity (or absolute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6FF9FA-CFBB-4A26-9F35-8B56A49E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4013950"/>
            <a:ext cx="6105465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 versus temperature (or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3A974-C703-4FD4-9042-96FDE1A3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983" y="4471190"/>
            <a:ext cx="2464126" cy="609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class)</a:t>
            </a:r>
          </a:p>
        </p:txBody>
      </p:sp>
    </p:spTree>
    <p:extLst>
      <p:ext uri="{BB962C8B-B14F-4D97-AF65-F5344CB8AC3E}">
        <p14:creationId xmlns:p14="http://schemas.microsoft.com/office/powerpoint/2010/main" val="1667188133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H-R Diagram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e3f070ba74315"/>
          <ns0:srcRect xmlns:ns0="http://schemas.openxmlformats.org/drawingml/2006/main" l="46320" r="1299" t="22035" b="2614"/>
          <a:stretch xmlns:a="http://schemas.openxmlformats.org/drawingml/2006/main"/>
        </p:blipFill>
        <p:spPr>
          <a:xfrm xmlns:a="http://schemas.openxmlformats.org/drawingml/2006/main">
            <a:off x="5628564" y="2095500"/>
            <a:ext cx="3656089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868F9-51CD-4B8A-A234-5D8182C5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285708"/>
            <a:ext cx="1944376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Hertzprung-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427D1-8A08-4466-9FAE-EA5DEF3B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600119"/>
            <a:ext cx="2705144" cy="4228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Russell (H-R) diagram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437B0-1D70-4089-B359-3A487FE1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917407"/>
            <a:ext cx="2705932" cy="4228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AEDB9-EB38-4F5D-8A29-F335B9A9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231742"/>
            <a:ext cx="2338446" cy="4228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luminosity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F2F08-C8E5-4DE0-ACEC-4C6313C6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545948"/>
            <a:ext cx="2032606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temperature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BF973-98E9-4C24-9B8B-3F56897F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863212"/>
            <a:ext cx="2487419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(absolute magnitude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258DA-1D63-4311-8879-84F86DF5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177904"/>
            <a:ext cx="2673421" cy="422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spectral class) for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5FE48-8A90-4DB6-9203-9135EA21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491867"/>
            <a:ext cx="670090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stars.</a:t>
            </a:r>
          </a:p>
        </p:txBody>
      </p:sp>
    </p:spTree>
    <p:extLst>
      <p:ext uri="{BB962C8B-B14F-4D97-AF65-F5344CB8AC3E}">
        <p14:creationId xmlns:p14="http://schemas.microsoft.com/office/powerpoint/2010/main" val="1991709510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H-R Diagram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8191638a24aa1"/>
          <ns0:srcRect xmlns:ns0="http://schemas.openxmlformats.org/drawingml/2006/main" l="46320" r="1299" t="22035" b="2614"/>
          <a:stretch xmlns:a="http://schemas.openxmlformats.org/drawingml/2006/main"/>
        </p:blipFill>
        <p:spPr>
          <a:xfrm xmlns:a="http://schemas.openxmlformats.org/drawingml/2006/main">
            <a:off x="5628564" y="2095500"/>
            <a:ext cx="3656089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5DD9F-4B00-443A-B5A9-117659E1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285708"/>
            <a:ext cx="2119825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206FB-3D8F-4A3E-8C07-E1F41E5B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600304"/>
            <a:ext cx="2513227" cy="422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that there is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D352C-B4A8-4F8C-B664-470A2DBB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917345"/>
            <a:ext cx="2368800" cy="422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4F5BC-5F5C-43CA-B188-ACEA5816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231624"/>
            <a:ext cx="1534128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B7B3A-F9D9-4768-8DE1-0B949BA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545972"/>
            <a:ext cx="2427343" cy="422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 (absolute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8295-2EF7-40B3-8EA6-5A89AE30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863379"/>
            <a:ext cx="2440818" cy="422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of a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4ED9C-4C74-494F-9D33-70ACCD0C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177677"/>
            <a:ext cx="2367688" cy="422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its temperature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866AD-390E-41B6-877A-8592F9AA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491867"/>
            <a:ext cx="1796508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(spectral class)</a:t>
            </a:r>
          </a:p>
        </p:txBody>
      </p:sp>
    </p:spTree>
    <p:extLst>
      <p:ext uri="{BB962C8B-B14F-4D97-AF65-F5344CB8AC3E}">
        <p14:creationId xmlns:p14="http://schemas.microsoft.com/office/powerpoint/2010/main" val="229756720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2F1A-7779-4352-8A65-739E295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159" y="2095504"/>
            <a:ext cx="16012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5D5FD-5776-4B1D-81DD-7FE35404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8" y="2095504"/>
            <a:ext cx="3285673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Goes from top left (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E7F46-B390-44D7-8992-9C1C4F12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49" y="2095500"/>
            <a:ext cx="140174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hot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771B5-9281-44D4-A3C3-42C9208F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8" y="2506234"/>
            <a:ext cx="979022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bright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F6DF4-66FB-4C75-9BF1-E0DB0616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823" y="2506234"/>
            <a:ext cx="292459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to bottom right (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57FB9-20E8-42D0-B85D-ECC47203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495" y="2506234"/>
            <a:ext cx="1570401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cool 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67735-A440-4FC4-AA23-591D2B88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8" y="2916967"/>
            <a:ext cx="63999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FD7550-9E9C-435C-9342-B77B3E17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5111" y="2916967"/>
            <a:ext cx="259865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AF289-0832-46B8-B5FF-A7009C87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151" y="3419973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DA4E1-5D09-4EFE-9063-0ABC0E29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0" y="3419973"/>
            <a:ext cx="5504989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90% of the stars are in the Main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0236C-60DC-4E01-8B91-C4CA1FF0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59" y="3830707"/>
            <a:ext cx="4912715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stage of their lives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F606B0-C318-4F0F-8923-E5A13BEF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151" y="4330716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B2EB8-AFD9-47A5-B1DB-2043CD22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0" y="4330716"/>
            <a:ext cx="298791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our Sun.</a:t>
            </a:r>
          </a:p>
        </p:txBody>
      </p:sp>
    </p:spTree>
    <p:extLst>
      <p:ext uri="{BB962C8B-B14F-4D97-AF65-F5344CB8AC3E}">
        <p14:creationId xmlns:p14="http://schemas.microsoft.com/office/powerpoint/2010/main" val="320766416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Main Sequence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b7537e7034d9c"/>
          <ns0:srcRect xmlns:ns0="http://schemas.openxmlformats.org/drawingml/2006/main" l="44012" r="1299" t="22035" b="2614"/>
          <a:stretch xmlns:a="http://schemas.openxmlformats.org/drawingml/2006/main"/>
        </p:blipFill>
        <p:spPr>
          <a:xfrm xmlns:a="http://schemas.openxmlformats.org/drawingml/2006/main">
            <a:off x="5467415" y="2095500"/>
            <a:ext cx="3817239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CE39C-DB45-47A6-8D28-0394FD44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2758302"/>
            <a:ext cx="2456849" cy="422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Main 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6700B-0A17-48F9-AEFE-59EF7774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072626"/>
            <a:ext cx="2353373" cy="422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runs from the lower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64867-AD93-41F7-B3A9-828C3AB6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390038"/>
            <a:ext cx="2367233" cy="42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upper left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46EEE-8966-434E-8B59-92F1F08C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704161"/>
            <a:ext cx="2031847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2F8D-5DAE-4A9B-B6B4-C63CE7CA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462246"/>
            <a:ext cx="2675593" cy="422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Hotter main sequence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C00AA-5305-4D3F-8870-2FAA3234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778052"/>
            <a:ext cx="2221912" cy="420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brighter.  </a:t>
            </a:r>
          </a:p>
        </p:txBody>
      </p:sp>
    </p:spTree>
    <p:extLst>
      <p:ext uri="{BB962C8B-B14F-4D97-AF65-F5344CB8AC3E}">
        <p14:creationId xmlns:p14="http://schemas.microsoft.com/office/powerpoint/2010/main" val="692309615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3135E-7778-4086-B4D1-D10C265D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571" y="2095500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EBD9F-FA7F-4411-9012-F3E8F786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79" y="2096975"/>
            <a:ext cx="4847123" cy="607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Really Big, Not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10CAC-3E86-4E2B-8224-89353D7F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79" y="2555513"/>
            <a:ext cx="2694150" cy="60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VERY BRIGHT!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75DEB-6920-4DFC-8DB9-B4EE00A9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571" y="3101503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DA11-D70F-4735-9BA9-8CE7E2DA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79" y="3101503"/>
            <a:ext cx="5145481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Betelgeuse: 3500 K , 100,000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643E9-424E-40BA-8ECD-B11A40B2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79" y="3556873"/>
            <a:ext cx="5738150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times more luminous than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D31B3-F249-45D4-8DD2-15CCC7FF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571" y="4104523"/>
            <a:ext cx="160126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4B4B1-FCBF-4AD4-BF52-61BED79F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79" y="4104587"/>
            <a:ext cx="5713756" cy="609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radius must be 1000x that of Sun!</a:t>
            </a:r>
          </a:p>
        </p:txBody>
      </p:sp>
    </p:spTree>
    <p:extLst>
      <p:ext uri="{BB962C8B-B14F-4D97-AF65-F5344CB8AC3E}">
        <p14:creationId xmlns:p14="http://schemas.microsoft.com/office/powerpoint/2010/main" val="247145065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70f2dd0184d95"/>
          <ns0:srcRect xmlns:ns0="http://schemas.openxmlformats.org/drawingml/2006/main" l="1299" r="1299" t="6536" b="6536"/>
          <a:stretch xmlns:a="http://schemas.openxmlformats.org/drawingml/2006/main"/>
        </p:blipFill>
        <p:spPr>
          <a:xfrm xmlns:a="http://schemas.openxmlformats.org/drawingml/2006/main">
            <a:off x="3149491" y="2095500"/>
            <a:ext cx="5893018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045866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Red Giants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3aa6c109f43f0"/>
          <ns0:srcRect xmlns:ns0="http://schemas.openxmlformats.org/drawingml/2006/main" l="43651" r="1299" t="22035" b="2614"/>
          <a:stretch xmlns:a="http://schemas.openxmlformats.org/drawingml/2006/main"/>
        </p:blipFill>
        <p:spPr>
          <a:xfrm xmlns:a="http://schemas.openxmlformats.org/drawingml/2006/main">
            <a:off x="5442235" y="2095500"/>
            <a:ext cx="3842419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D2BEC-8DFF-4B38-8997-43D00B72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137270"/>
            <a:ext cx="1284473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3539C-EC8E-473A-B5F5-A5F876D2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4813" y="3137270"/>
            <a:ext cx="539825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C190B-1A23-4C06-9AF8-79627DF9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451597"/>
            <a:ext cx="1374816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6898-701D-4018-8B1B-D0BB7C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965" y="3451597"/>
            <a:ext cx="1124202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4BFE1-0C2E-4F4C-B4DD-980CE6B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768984"/>
            <a:ext cx="2544740" cy="42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located above and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DEECF-3934-481F-A90F-69136DF4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083210"/>
            <a:ext cx="2427628" cy="4229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right of the Main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5CB72-1DB8-4320-BB13-57F0E27D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4397517"/>
            <a:ext cx="1286721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Sequence.</a:t>
            </a:r>
          </a:p>
        </p:txBody>
      </p:sp>
    </p:spTree>
    <p:extLst>
      <p:ext uri="{BB962C8B-B14F-4D97-AF65-F5344CB8AC3E}">
        <p14:creationId xmlns:p14="http://schemas.microsoft.com/office/powerpoint/2010/main" val="2050101068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White Dwarfs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34289-475B-45AB-AC9B-4E722D7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671" y="2095500"/>
            <a:ext cx="15766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77280-A41B-478E-B6BD-AD57DF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2099279"/>
            <a:ext cx="4249162" cy="603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Small,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6781-AF61-4482-81FF-5430E09A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2465750"/>
            <a:ext cx="2580148" cy="60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Bright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8FBB8-5921-4F6B-95CF-156CF1A8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671" y="2919684"/>
            <a:ext cx="15766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0A6C8-DBB9-45D1-A35E-D925F105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2919684"/>
            <a:ext cx="1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Sirius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12FC6-6868-4890-B77F-9F5562A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27" y="2919684"/>
            <a:ext cx="35982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27,000 K, but gives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F121D-AB1E-4291-A138-6A698013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3282569"/>
            <a:ext cx="4939599" cy="6082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1000 times less light than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414A6-5E44-46FA-821B-FAE90EBD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3646494"/>
            <a:ext cx="133610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4710C-BA3A-4D6C-B1A7-97C48639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671" y="4103168"/>
            <a:ext cx="15766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D217B-888F-46A8-BB59-12D98FD1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4103471"/>
            <a:ext cx="4586644" cy="609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times smaller than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E0B0-9491-4D15-8D31-1CBBE075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730" y="4467987"/>
            <a:ext cx="7013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</a:t>
            </a:r>
          </a:p>
        </p:txBody>
      </p:sp>
    </p:spTree>
    <p:extLst>
      <p:ext uri="{BB962C8B-B14F-4D97-AF65-F5344CB8AC3E}">
        <p14:creationId xmlns:p14="http://schemas.microsoft.com/office/powerpoint/2010/main" val="329939319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f0347980a404f"/>
          <ns0:srcRect xmlns:ns0="http://schemas.openxmlformats.org/drawingml/2006/main" l="1299" r="1299" t="12045" b="12045"/>
          <a:stretch xmlns:a="http://schemas.openxmlformats.org/drawingml/2006/main"/>
        </p:blipFill>
        <p:spPr>
          <a:xfrm xmlns:a="http://schemas.openxmlformats.org/drawingml/2006/main">
            <a:off x="2721830" y="2095500"/>
            <a:ext cx="6748339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901237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White Dwarfs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5242be4ce4a79"/>
          <ns0:srcRect xmlns:ns0="http://schemas.openxmlformats.org/drawingml/2006/main" l="43579" r="1299" t="22035" b="2614"/>
          <a:stretch xmlns:a="http://schemas.openxmlformats.org/drawingml/2006/main"/>
        </p:blipFill>
        <p:spPr>
          <a:xfrm xmlns:a="http://schemas.openxmlformats.org/drawingml/2006/main">
            <a:off x="5437199" y="2095500"/>
            <a:ext cx="3847455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9B12-E3CA-4160-AD2C-58369BC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6" y="3296398"/>
            <a:ext cx="587838" cy="4210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49ED1-57FA-4138-A6DF-542AC088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716" y="3295197"/>
            <a:ext cx="1358419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B8015-74D5-463E-8CD9-3EB156A6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9696" y="3295197"/>
            <a:ext cx="742206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2B44D-C6F2-4C26-A37A-3527F038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8" y="3609574"/>
            <a:ext cx="2119011" cy="422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located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E9BFB-BA27-40D7-97EC-002F73A8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8" y="3927198"/>
            <a:ext cx="2599612" cy="42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bottom left of the H-R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9B6D6-E7E2-420C-AF63-2C0479A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348" y="4241116"/>
            <a:ext cx="979710" cy="423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</a:t>
            </a:r>
          </a:p>
        </p:txBody>
      </p:sp>
    </p:spTree>
    <p:extLst>
      <p:ext uri="{BB962C8B-B14F-4D97-AF65-F5344CB8AC3E}">
        <p14:creationId xmlns:p14="http://schemas.microsoft.com/office/powerpoint/2010/main" val="201048789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Determining the Sizes of Stars from an HR Diagram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0d0f1dfcc4937"/>
          <ns0:srcRect xmlns:ns0="http://schemas.openxmlformats.org/drawingml/2006/main" l="46320" r="1299" t="22035" b="2614"/>
          <a:stretch xmlns:a="http://schemas.openxmlformats.org/drawingml/2006/main"/>
        </p:blipFill>
        <p:spPr>
          <a:xfrm xmlns:a="http://schemas.openxmlformats.org/drawingml/2006/main">
            <a:off x="5729583" y="2269755"/>
            <a:ext cx="3499325" cy="388974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AD480-E6D8-48E0-B10A-C028A52B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092" y="2095500"/>
            <a:ext cx="133122" cy="346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F2372-02BB-4936-95B9-77A43875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600" y="2117682"/>
            <a:ext cx="2327772" cy="3094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Smallest stars are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DF340-9274-412C-BF78-0898E629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2340112"/>
            <a:ext cx="2035673" cy="3229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White Dwarf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B0384-E67C-47E0-91F2-633D4BA6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2574402"/>
            <a:ext cx="1860136" cy="321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are found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F0678-6F48-4F71-94D5-1FDC0628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2802901"/>
            <a:ext cx="2111871" cy="329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left corner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E91CF-48FE-4196-9293-2DB31639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3050272"/>
            <a:ext cx="1091346" cy="3062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HR diagram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0E664-73FB-43E0-8E4C-40D0B309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092" y="3310142"/>
            <a:ext cx="133122" cy="346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1AFDAB-0F1A-4773-8EC2-61516C58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600" y="3331312"/>
            <a:ext cx="2340748" cy="311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stars span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65DF4-FA13-4B09-AC5E-C706C739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3563058"/>
            <a:ext cx="2230452" cy="313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range of sizes from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77CF7-0E1A-48F2-8910-1089340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3790286"/>
            <a:ext cx="2200825" cy="3240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found in the lower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2644-1BF5-4E63-B473-203AFADE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4019991"/>
            <a:ext cx="2323610" cy="325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the large found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D9263-1ECC-418F-8D83-5BD071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4249996"/>
            <a:ext cx="1282429" cy="3311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upper left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9F9E5-2AD0-48B5-96DE-4839B037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092" y="4524784"/>
            <a:ext cx="133122" cy="346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2944F-7B71-42C3-B362-2EA25A0E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600" y="4545477"/>
            <a:ext cx="2183908" cy="311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largest stars are the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1A1E92-0412-4F67-8DE7-05CF1E00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4778940"/>
            <a:ext cx="2389246" cy="31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 and Supergiant stars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A4745-8A6B-4CEE-A28B-463DC390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5005341"/>
            <a:ext cx="2050422" cy="32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are found in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76AA4-2B2E-4668-B5C3-B46309DA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599" y="5236295"/>
            <a:ext cx="1632291" cy="3274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 right corner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E26CC-2266-4329-9850-BCB1573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025" y="5377518"/>
            <a:ext cx="380422" cy="2326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597FA8-B38B-449A-BBC8-466AE57C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22" y="2627025"/>
            <a:ext cx="381548" cy="2281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</p:spTree>
    <p:extLst>
      <p:ext uri="{BB962C8B-B14F-4D97-AF65-F5344CB8AC3E}">
        <p14:creationId xmlns:p14="http://schemas.microsoft.com/office/powerpoint/2010/main" val="330466773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4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81e8b15584bc8"/>
          <ns0:srcRect xmlns:ns0="http://schemas.openxmlformats.org/drawingml/2006/main" l="14719" r="11039" t="24276" b="21289"/>
          <a:stretch xmlns:a="http://schemas.openxmlformats.org/drawingml/2006/main"/>
        </p:blipFill>
        <p:spPr>
          <a:xfrm xmlns:a="http://schemas.openxmlformats.org/drawingml/2006/main">
            <a:off x="3289094" y="2506548"/>
            <a:ext cx="5613811" cy="3180614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C1C3F-06C4-436B-B87B-A323C38B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717" y="4756448"/>
            <a:ext cx="137984" cy="2280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2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2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63F0-A34C-4943-9567-999D1C47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856" y="3647672"/>
            <a:ext cx="137984" cy="228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2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2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5A858-FA8D-4DCF-B19A-EB8F1373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637" y="5917559"/>
            <a:ext cx="1229024" cy="241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9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9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E55A0-B8F0-4FF1-9556-126D3748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692" y="2095500"/>
            <a:ext cx="1014889" cy="233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4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4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FE5E1-3D57-44F9-84B8-234CB073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314" y="5673487"/>
            <a:ext cx="504273" cy="232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0ECDD-9ADB-4914-B5C3-8AB84459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716" y="5673464"/>
            <a:ext cx="504351" cy="23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2859E-ED80-4557-8D35-48259A52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4469" y="5672890"/>
            <a:ext cx="425126" cy="233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84764-057E-4F90-870E-32C2599B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656" y="2317310"/>
            <a:ext cx="223276" cy="202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3CA65-2EBA-45E5-A95A-CEADF92C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728" y="2312613"/>
            <a:ext cx="216955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D215D-91EE-4E7C-8E22-194D8B20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171" y="2312613"/>
            <a:ext cx="221714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D97BA-EB66-4653-9668-EAFA4DF1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6405" y="2312613"/>
            <a:ext cx="498010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6FB06-2193-4ABE-8730-D2B80F4A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901" y="2312613"/>
            <a:ext cx="223168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E5F68-52D5-4C33-BBFD-28DE0A1C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3279" y="2312613"/>
            <a:ext cx="245522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C9332-6B7F-46DC-B321-F85A3653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054" y="2661162"/>
            <a:ext cx="393450" cy="1958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F0FADD-2228-4CF8-89F3-2436CCD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656" y="2970546"/>
            <a:ext cx="326988" cy="196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F8233-AF8A-44AE-9953-E380B047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552" y="3280144"/>
            <a:ext cx="227365" cy="199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F9A31-5C51-492C-BF88-F15577B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148" y="3588772"/>
            <a:ext cx="160904" cy="203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BB2ADF-E25C-44D3-9A8F-863AF4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740" y="3896437"/>
            <a:ext cx="94444" cy="21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1DF21-457F-47E4-A02F-6FD9B0FC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437" y="4209150"/>
            <a:ext cx="127608" cy="208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C5EFB0-8F21-4313-9ACC-E6BC27CD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844" y="4523224"/>
            <a:ext cx="194068" cy="2013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77BAC-554C-4DCC-9A57-C5EAB7EE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248" y="4836158"/>
            <a:ext cx="260530" cy="198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5301A-1D38-48BA-8F5A-7458EF6F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656" y="5148694"/>
            <a:ext cx="326991" cy="196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595A8-26AE-458D-93CF-7745B69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048" y="2680156"/>
            <a:ext cx="147509" cy="246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1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5CC0A-F8C8-48EA-9F3C-DD3A9E96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4830" y="3130902"/>
            <a:ext cx="147640" cy="231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39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39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6E33F-FC0C-4F61-94D7-7FB02FD1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8907" y="2828976"/>
            <a:ext cx="147509" cy="2312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3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3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B7B82F-D5B5-47D8-9451-0EEFD08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7964" y="4517262"/>
            <a:ext cx="120734" cy="25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4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4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48065E-7931-48D2-A7C5-11663A8A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042" y="2691938"/>
            <a:ext cx="199885" cy="247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942D71-7B31-457C-B8A2-B43EDA88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9618" y="3307529"/>
            <a:ext cx="147640" cy="246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1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D6BDC4-8A95-4337-A0C0-133A4EAA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8976" y="3933603"/>
            <a:ext cx="147640" cy="246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1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8534E2-F693-4D3F-A355-ED69194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657" y="4549838"/>
            <a:ext cx="226733" cy="238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732651-B873-4CA6-9750-71BB0F5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6919" y="5164619"/>
            <a:ext cx="226867" cy="2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FC3A3B-725E-4FEA-8CD2-070A7595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2608" y="3668841"/>
            <a:ext cx="402995" cy="251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CFE2A3-44A6-4B43-8881-E2AA7B2D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2608" y="3875385"/>
            <a:ext cx="674047" cy="219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628B30-2857-47C5-9C00-2C211890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168" y="2673720"/>
            <a:ext cx="829323" cy="233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1706AB-B041-4DCB-AFED-2203474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1020" y="4937486"/>
            <a:ext cx="1016410" cy="2413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8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8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</p:spTree>
    <p:extLst>
      <p:ext uri="{BB962C8B-B14F-4D97-AF65-F5344CB8AC3E}">
        <p14:creationId xmlns:p14="http://schemas.microsoft.com/office/powerpoint/2010/main" val="270754576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5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does the size of star A compare with star D?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d5a850d7491d"/>
          <ns0:srcRect xmlns:ns0="http://schemas.openxmlformats.org/drawingml/2006/main" l="52525" r="3102" t="36881" b="30532"/>
          <a:stretch xmlns:a="http://schemas.openxmlformats.org/drawingml/2006/main"/>
        </p:blipFill>
        <p:spPr>
          <a:xfrm xmlns:a="http://schemas.openxmlformats.org/drawingml/2006/main">
            <a:off x="6096661" y="2415638"/>
            <a:ext cx="4463143" cy="253274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C90C-FDDA-41C5-9944-2C02BD60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197" y="2427927"/>
            <a:ext cx="34812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1E08A-C268-4CCA-83F5-9E23D0CA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1" y="2436643"/>
            <a:ext cx="2149059" cy="5137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 is larger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B5EE8-2077-4E3E-94F3-F23FB15A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358" y="2830026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6F61B-2D4C-47A0-B273-EC07C3B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2" y="2834089"/>
            <a:ext cx="220350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 is larger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A8162-2DAD-4767-9C20-2A00C192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358" y="3232194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0D81E-B8EF-4E82-B538-C2D13B2E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2" y="3236465"/>
            <a:ext cx="3501623" cy="5212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the same size.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13067-874A-44D9-99FE-581BEB4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358" y="3634402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366B7-6DCD-4108-8CD4-1EBF0BB4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2" y="3638991"/>
            <a:ext cx="2919222" cy="5206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insufficient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5DA9F-B2D0-4FE2-B6DE-2B65EDF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2" y="4027933"/>
            <a:ext cx="36322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information to determine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DD33C-0F60-4D2C-910A-61C53ACD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332" y="4417402"/>
            <a:ext cx="6340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9ECAA-9705-422C-8660-ACC7FF1B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988" y="4196974"/>
            <a:ext cx="124663" cy="1904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75AAC-9EE1-41FE-A575-347FF6B6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6256" y="3319158"/>
            <a:ext cx="124668" cy="1904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D038C-BBA1-49F3-AE52-6A0C002D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545" y="5121522"/>
            <a:ext cx="988438" cy="192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AB7CA2-AA85-42B9-A9A2-27A6C602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3418" y="2095500"/>
            <a:ext cx="818898" cy="185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7A739-D464-40C1-9007-CA5B534B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922" y="4927426"/>
            <a:ext cx="414658" cy="186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71C67-F9F7-4E76-AB79-D1D7F381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778" y="4927409"/>
            <a:ext cx="414717" cy="186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3AAF7-D7CC-414E-AA1E-81F059A5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5205" y="4926658"/>
            <a:ext cx="351997" cy="187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9032C6-DD0C-49BA-ABEA-4E176F1E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6925" y="2268770"/>
            <a:ext cx="192190" cy="165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543D0-205C-47BA-87B0-05F8F4C7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644" y="2268113"/>
            <a:ext cx="18718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DC67B-73CD-4714-ACFD-DCCAB5E1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3323" y="2268113"/>
            <a:ext cx="190954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99E675-93B4-42E4-A941-8B92EA22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562" y="2268113"/>
            <a:ext cx="409701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2C6477-1E40-424C-A384-50107E5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8978" y="2268113"/>
            <a:ext cx="19210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EF3A90-61FD-438F-B453-C058FF0C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9295" y="2268113"/>
            <a:ext cx="209807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4E8A1-2F0E-48AA-9F19-B1198737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7352" y="2542446"/>
            <a:ext cx="326920" cy="15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D409D8-ACA8-4562-943E-90BB122B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0069" y="2787197"/>
            <a:ext cx="301405" cy="158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1CEF63-A899-40EA-BC23-6F54F551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55" y="3031838"/>
            <a:ext cx="222318" cy="161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066E3F-B9E9-4FD6-A6C2-4DE2ADBC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881" y="3275756"/>
            <a:ext cx="169593" cy="165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CC128-0641-4B4D-8C3A-FAAB2A1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00" y="3522012"/>
            <a:ext cx="116873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13D259-4FAA-42A2-A1FA-96F63BA8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238" y="3768481"/>
            <a:ext cx="14323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02A127-01F6-4458-B30D-A52D5B46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513" y="4014686"/>
            <a:ext cx="169070" cy="165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92420B-2B90-4D56-86C9-4C83C1E3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799" y="4263454"/>
            <a:ext cx="221685" cy="161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91B504-5622-4B6A-8A0D-C7977FEB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0079" y="4511454"/>
            <a:ext cx="274301" cy="159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A034C9-198C-4C84-8789-B534D6F2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2205" y="2555647"/>
            <a:ext cx="132209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116F13-4628-4645-A8B6-33A1B62D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8342" y="2910393"/>
            <a:ext cx="132307" cy="1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BF626E-BC40-41E0-A1CC-EE0E507B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7035" y="2671359"/>
            <a:ext cx="132208" cy="192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E2458F-745F-4E12-AFEC-D6EDBB6C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3005" y="4013530"/>
            <a:ext cx="111013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8102EC-4804-4256-A446-32C91E3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2119" y="2565692"/>
            <a:ext cx="173672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58DEE1-9A70-4C39-877B-16650429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4736" y="3052445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37ADBC-923E-474B-8BC6-86EB3C64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8405" y="3548114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6CB2EE-2274-4F21-92CF-FDE7A0EA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89" y="4035772"/>
            <a:ext cx="194924" cy="195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765821-0D5A-4864-B641-D076B62D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4692" y="4522487"/>
            <a:ext cx="195033" cy="195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EA4F2D-AC47-4FC6-A2CB-EE6D8445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268" y="3340685"/>
            <a:ext cx="334474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2A890E-3571-403B-9A34-3C43658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268" y="3504327"/>
            <a:ext cx="549063" cy="175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0A35F1-0FBC-4A82-8699-E96DE4E0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3058" y="2553098"/>
            <a:ext cx="671996" cy="186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EDC745-A75F-4F1F-B5B5-023DF83A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4879" y="4345466"/>
            <a:ext cx="820115" cy="1923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</p:spTree>
    <p:extLst>
      <p:ext uri="{BB962C8B-B14F-4D97-AF65-F5344CB8AC3E}">
        <p14:creationId xmlns:p14="http://schemas.microsoft.com/office/powerpoint/2010/main" val="1563110076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about stellar masses?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83497-FC14-4242-A09B-2F034E2D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369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1E4E2-5EA2-4CBC-8A52-123E39BB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8" y="2095500"/>
            <a:ext cx="69390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determine the masses of stars if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6BB42-8715-46CD-8013-0D23E70D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8" y="2554941"/>
            <a:ext cx="59790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companions.  These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F6ACC-E63D-4EE0-888B-EA356A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8" y="3014404"/>
            <a:ext cx="113608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called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A6DD7-5CDC-4153-ABD9-82566B5F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772" y="3014404"/>
            <a:ext cx="20033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binary stars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D241D-C245-44C6-B7B8-0B8ED6AE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0079" y="3014404"/>
            <a:ext cx="35129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5DDBA-233F-4768-8CB5-7A342BF1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369" y="3563458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C2B86-C86F-4C14-AA4E-13C9A00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9" y="3563458"/>
            <a:ext cx="61969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the mass by using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F91DA-3095-431C-A3AB-399B1C44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9" y="4022934"/>
            <a:ext cx="67352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Newton’s Laws and Kepler’s Laws, just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76071-60C5-4F73-951B-AC823DED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539" y="4478676"/>
            <a:ext cx="401865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 in our solar system.</a:t>
            </a:r>
          </a:p>
        </p:txBody>
      </p:sp>
    </p:spTree>
    <p:extLst>
      <p:ext uri="{BB962C8B-B14F-4D97-AF65-F5344CB8AC3E}">
        <p14:creationId xmlns:p14="http://schemas.microsoft.com/office/powerpoint/2010/main" val="1618583642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about masses?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9015a93df4f4a"/>
          <ns0:srcRect xmlns:ns0="http://schemas.openxmlformats.org/drawingml/2006/main" l="14863" r="1515" t="4949" b="3081"/>
          <a:stretch xmlns:a="http://schemas.openxmlformats.org/drawingml/2006/main"/>
        </p:blipFill>
        <p:spPr>
          <a:xfrm xmlns:a="http://schemas.openxmlformats.org/drawingml/2006/main">
            <a:off x="4012758" y="2095500"/>
            <a:ext cx="4781905" cy="4064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4F9D6-69E4-479D-9794-688414C6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341" y="2943041"/>
            <a:ext cx="86523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DB1BC-C31B-44AF-8FA6-9A6D1AF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4" y="2943041"/>
            <a:ext cx="1415477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A148A-76EE-4E96-A523-1E335EC6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429" y="2943041"/>
            <a:ext cx="472917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431EA-6CB4-4637-BE74-F86941DF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4" y="3164461"/>
            <a:ext cx="1653268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range in mass from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EE91F-5083-485E-8C18-7A2971FF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4" y="3385885"/>
            <a:ext cx="432647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80290-CB46-420D-BCEE-94BD03A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652" y="3429207"/>
            <a:ext cx="740354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100M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98654-887B-49E3-B333-449A774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296" y="3385885"/>
            <a:ext cx="73180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FB1FE-B0C3-47DD-AAD6-0B332CC1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338" y="3650633"/>
            <a:ext cx="86523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9C222-B203-44FE-BEE7-F55CF730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3650633"/>
            <a:ext cx="1282789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masses of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5AEE-BDE8-4DCC-A1A1-E42CE7AB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804" y="3650633"/>
            <a:ext cx="503720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09E78-4FBE-41EA-97F5-A691FFD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3872051"/>
            <a:ext cx="924769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BD370-056F-46A7-8E3B-E8E6566B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337" y="3872051"/>
            <a:ext cx="472917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1F674F-4FEE-4D0D-9860-DC2422AF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4093475"/>
            <a:ext cx="1151751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increase with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D3A4E-2BCB-42FC-8276-6796F8E9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4316623"/>
            <a:ext cx="932333" cy="29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luminosity,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33A1AF-80E9-49EA-AD3F-668DE9F3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4536322"/>
            <a:ext cx="1858522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temperature, and size.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4E8E0-DEE6-408A-BF67-E358FF1A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338" y="4801068"/>
            <a:ext cx="86523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D94E2-8A70-42F0-977B-2A9B0180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4801068"/>
            <a:ext cx="1775587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increases from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9F04D-151E-4D8F-BB00-E6AF5C73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5022475"/>
            <a:ext cx="1654524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right to upper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200547-D745-455D-89D6-42769533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922" y="5243898"/>
            <a:ext cx="319286" cy="296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left.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3E28A6-70FE-44FD-99BF-689A469D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705" y="4494143"/>
            <a:ext cx="325637" cy="199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1E2B29-0B26-42F7-A230-E996050E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357" y="2582275"/>
            <a:ext cx="326602" cy="1952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</p:spTree>
    <p:extLst>
      <p:ext uri="{BB962C8B-B14F-4D97-AF65-F5344CB8AC3E}">
        <p14:creationId xmlns:p14="http://schemas.microsoft.com/office/powerpoint/2010/main" val="600282940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about masses?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18c2f30ea4417"/>
          <ns0:srcRect xmlns:ns0="http://schemas.openxmlformats.org/drawingml/2006/main" l="13997" r="1299" t="16900" b="2614"/>
          <a:stretch xmlns:a="http://schemas.openxmlformats.org/drawingml/2006/main"/>
        </p:blipFill>
        <p:spPr>
          <a:xfrm xmlns:a="http://schemas.openxmlformats.org/drawingml/2006/main">
            <a:off x="3651852" y="2095500"/>
            <a:ext cx="5534961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D6725-A8DE-43F2-954C-2143462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195" y="2249290"/>
            <a:ext cx="98869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8B317-AC0A-40D4-A9F1-834E2DBA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2249290"/>
            <a:ext cx="1807091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simple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0AD75-C0DF-41B1-9880-1422333D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2502306"/>
            <a:ext cx="1819887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 for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A9863-CEC9-4123-A476-6B8111A7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2755325"/>
            <a:ext cx="1983312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of non-main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35D29-616C-4423-9F9E-B4DBD073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3008344"/>
            <a:ext cx="1514349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54DD8-F7A5-4343-AE6B-806D5994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195" y="3310866"/>
            <a:ext cx="98869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9A146-5449-4BF3-B154-30532EE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3310866"/>
            <a:ext cx="1549502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and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6128C-3F0B-4C61-8A74-DDF4E64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3563882"/>
            <a:ext cx="1808866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Supergiants range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D4BD40-4792-49B2-8BA3-7B39442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9" y="3816901"/>
            <a:ext cx="1443234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about 1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F76DF-7A51-4136-AD3E-CEC71DF7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101" y="3866404"/>
            <a:ext cx="317725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4F242-6F20-4A46-AE6C-3488693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2" y="4069916"/>
            <a:ext cx="436159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6E7E2-CD8F-4F31-9F41-049B78AE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96" y="4069916"/>
            <a:ext cx="83623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D9CBC-B8A7-4AF5-BD24-0CFB09FE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188" y="4372442"/>
            <a:ext cx="98869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2DB5C-E505-401B-B1F3-913DB6CE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2" y="4372442"/>
            <a:ext cx="1700362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are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84D4C-26C8-4F79-8650-FC6C85A5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392" y="4625442"/>
            <a:ext cx="963281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1 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079AE-A431-4132-AA4F-78C7772B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419" y="4625442"/>
            <a:ext cx="83623" cy="338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8000979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80FF8-7DC4-4A85-AF62-6D516874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036" y="2095500"/>
            <a:ext cx="3487927" cy="60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is there a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C66F2-CDB0-404C-9296-4744EA76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8995" y="2549399"/>
            <a:ext cx="19495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</p:spTree>
    <p:extLst>
      <p:ext uri="{BB962C8B-B14F-4D97-AF65-F5344CB8AC3E}">
        <p14:creationId xmlns:p14="http://schemas.microsoft.com/office/powerpoint/2010/main" val="1203000160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to generate energy: Nuclear Fusion vs. Fission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db41b841742a1"/>
          <ns0:srcRect xmlns:ns0="http://schemas.openxmlformats.org/drawingml/2006/main" l="52237" r="2165" t="22502" b="5135"/>
          <a:stretch xmlns:a="http://schemas.openxmlformats.org/drawingml/2006/main"/>
        </p:blipFill>
        <p:spPr>
          <a:xfrm xmlns:a="http://schemas.openxmlformats.org/drawingml/2006/main">
            <a:off x="6070724" y="2095500"/>
            <a:ext cx="3314126" cy="4064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E496-CB92-43D3-9CD4-AB686AC4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149" y="2243504"/>
            <a:ext cx="10247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9F8AA-DF59-4817-A6FD-22CB6336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2243504"/>
            <a:ext cx="2036979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 is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3292D-3B3F-45C4-87A2-BD9AC15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2475981"/>
            <a:ext cx="1247186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combination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E51D-C153-41C4-988E-E990DB69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08" y="2475981"/>
            <a:ext cx="1545898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two atoms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B07F6-3845-402F-9A10-CD08458B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2708411"/>
            <a:ext cx="2576573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a more massive atom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BD5B7-62C2-425F-BE3B-0C649E7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149" y="2989845"/>
            <a:ext cx="10247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D8A3-5D8A-46A9-A6A1-4BDE702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2989845"/>
            <a:ext cx="2072202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fission is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6A0A8-5166-43E2-9C66-2265C42F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5686" y="2989845"/>
            <a:ext cx="755559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splitting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F1E50-1669-44D0-B36B-0474C219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3222311"/>
            <a:ext cx="2790178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one atom to form two less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FBB7A-AA3C-4183-B862-B47AA2AE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3454839"/>
            <a:ext cx="152136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massive atoms.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8882C-328B-4794-8ED5-8C715DA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149" y="3739300"/>
            <a:ext cx="10247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13C3D-850E-4987-9010-3AB1C269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3739300"/>
            <a:ext cx="297028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light atoms, like hydrogen,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8EACA-637C-42D1-8ED4-C093FE66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3971748"/>
            <a:ext cx="2813720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produces energy.  For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A9AE0-F96D-4844-B130-A76121EF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4204276"/>
            <a:ext cx="2419096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heavy atoms, it does not.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B12F7-51C7-42AE-9E41-EFF20117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149" y="4488737"/>
            <a:ext cx="102474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A12E2A-CFAD-4B50-8342-4DF5825D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4488737"/>
            <a:ext cx="2132621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heavy atoms, like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3062F3-8B5B-4D7B-A429-CBC9677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4721233"/>
            <a:ext cx="2467055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uranium, fission releases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8DD4-814D-465D-95DB-E9890B93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4950634"/>
            <a:ext cx="2559355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energy.  For light atoms, it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C0941-0DAF-42E8-8CEC-1EA78A57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982" y="5183082"/>
            <a:ext cx="912507" cy="342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not.</a:t>
            </a:r>
          </a:p>
        </p:txBody>
      </p:sp>
    </p:spTree>
    <p:extLst>
      <p:ext uri="{BB962C8B-B14F-4D97-AF65-F5344CB8AC3E}">
        <p14:creationId xmlns:p14="http://schemas.microsoft.com/office/powerpoint/2010/main" val="750407571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Nuclear Fusion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9001428494901"/>
          <ns0:srcRect xmlns:ns0="http://schemas.openxmlformats.org/drawingml/2006/main" l="15657" r="15007" t="35294" b="4295"/>
          <a:stretch xmlns:a="http://schemas.openxmlformats.org/drawingml/2006/main"/>
        </p:blipFill>
        <p:spPr>
          <a:xfrm xmlns:a="http://schemas.openxmlformats.org/drawingml/2006/main">
            <a:off x="3424911" y="2808645"/>
            <a:ext cx="4977081" cy="335085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FA815-BC40-4DE7-A959-E242AA5B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415" y="2095500"/>
            <a:ext cx="5731965" cy="433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centers of stars are hot enough and dense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3CCEE-B501-42DB-BC53-83EE6CA4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6702" y="2418647"/>
            <a:ext cx="4482834" cy="434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to fuse hydrogen into helium.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B7391-F4F2-442B-88D9-C02DBFEB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073" y="4407526"/>
            <a:ext cx="393346" cy="3273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95B94-0A7F-48C6-BEA7-FA501AE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5043" y="4327185"/>
            <a:ext cx="727884" cy="3217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7A7D6-5146-458A-ADAA-69A4BA38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812" y="4595599"/>
            <a:ext cx="745308" cy="3376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</p:spTree>
    <p:extLst>
      <p:ext uri="{BB962C8B-B14F-4D97-AF65-F5344CB8AC3E}">
        <p14:creationId xmlns:p14="http://schemas.microsoft.com/office/powerpoint/2010/main" val="1044115113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Nuclear Fusion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7a5c98e8748aa"/>
          <ns0:srcRect xmlns:ns0="http://schemas.openxmlformats.org/drawingml/2006/main" l="15657" r="15007" t="35294" b="4295"/>
          <a:stretch xmlns:a="http://schemas.openxmlformats.org/drawingml/2006/main"/>
        </p:blipFill>
        <p:spPr>
          <a:xfrm xmlns:a="http://schemas.openxmlformats.org/drawingml/2006/main">
            <a:off x="3529232" y="2901551"/>
            <a:ext cx="4839087" cy="325794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40F9E-913A-4C28-8DD1-21B090D7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011" y="2095500"/>
            <a:ext cx="5642932" cy="421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hotter the core, the more fusion that occurs.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476B1-B5C0-40D4-8156-3756B71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677" y="2474275"/>
            <a:ext cx="4663622" cy="4218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just one possible fusion process.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67855-5CBB-4D6B-8AE1-DDBC3AB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537" y="4456101"/>
            <a:ext cx="382440" cy="318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A542A-9E90-4B84-8E02-D0E2206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286" y="4377987"/>
            <a:ext cx="707703" cy="312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0283D-7E4D-4A35-B99A-F7588860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469" y="4638960"/>
            <a:ext cx="724644" cy="3282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</p:spTree>
    <p:extLst>
      <p:ext uri="{BB962C8B-B14F-4D97-AF65-F5344CB8AC3E}">
        <p14:creationId xmlns:p14="http://schemas.microsoft.com/office/powerpoint/2010/main" val="225969983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Nuclear Fusion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68750d9754318"/>
          <ns0:srcRect xmlns:ns0="http://schemas.openxmlformats.org/drawingml/2006/main" l="8586" r="8297" t="36601" b="41457"/>
          <a:stretch xmlns:a="http://schemas.openxmlformats.org/drawingml/2006/main"/>
        </p:blipFill>
        <p:spPr>
          <a:xfrm xmlns:a="http://schemas.openxmlformats.org/drawingml/2006/main">
            <a:off x="2505100" y="3030006"/>
            <a:ext cx="7098315" cy="144800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D70D7-F26F-4652-8A70-D9DD02A2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671" y="2095500"/>
            <a:ext cx="7226658" cy="5158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know this happens in the center of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44A1F-AE2C-4033-A890-1908FAFE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00" y="2479072"/>
            <a:ext cx="785210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5F1AA-FF15-43C1-8F31-4FFF86E4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715" y="4786662"/>
            <a:ext cx="1411008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535AC-8203-43CB-9B35-B6785DB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549" y="4786662"/>
            <a:ext cx="194095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1929A-5D24-4641-BF36-80700471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296" y="4787421"/>
            <a:ext cx="5026566" cy="516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take 10,000 years to escape Sun.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B14A1-F50A-4DFC-9EE0-2756A7F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915" y="5250272"/>
            <a:ext cx="1412557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725EF-D6E5-4A3D-AEBF-EC03FBE1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5123" y="5250272"/>
            <a:ext cx="228114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F80D0-DC39-437F-B158-A507A912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805" y="5250272"/>
            <a:ext cx="194095" cy="517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7875-EFE1-495A-8493-9460BC88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52" y="5250996"/>
            <a:ext cx="4847029" cy="516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flow freely from Sun and can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23CA9-A80B-4FC8-A671-46ABEFE4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214" y="5642348"/>
            <a:ext cx="2663041" cy="517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detected on Earth.</a:t>
            </a:r>
          </a:p>
        </p:txBody>
      </p:sp>
    </p:spTree>
    <p:extLst>
      <p:ext uri="{BB962C8B-B14F-4D97-AF65-F5344CB8AC3E}">
        <p14:creationId xmlns:p14="http://schemas.microsoft.com/office/powerpoint/2010/main" val="1915344257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Neutrinos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B4041-C3D9-40E3-AF48-F123DEB6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56" y="2095500"/>
            <a:ext cx="141894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EAB3E-D0AF-418C-BFAF-F9D38C64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4" y="2095500"/>
            <a:ext cx="6569959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have almost no mass and no electric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49D74-70D0-478B-BAD4-CFC7B68B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3" y="2427368"/>
            <a:ext cx="1068534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charge.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23EB5-3E94-4AC0-85E5-B70BC34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56" y="2837586"/>
            <a:ext cx="141894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CAD58-B601-40BE-AF09-36320197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4" y="2837586"/>
            <a:ext cx="6766452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only weakly interact with matter. 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F0463-4119-4127-8F75-7C1B4938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3" y="3173221"/>
            <a:ext cx="6450771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could pass through 1 light-year of lead without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56725-CFC7-48B9-AF2B-2F288219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3" y="3508842"/>
            <a:ext cx="3706563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interacting with any atoms.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FDDC2-1025-4F20-8266-8087F442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56" y="3915301"/>
            <a:ext cx="141894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B7D55-FA54-44F3-AC3C-32853DD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4" y="3915301"/>
            <a:ext cx="465092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F6D0A-891C-4714-8A80-EBEFD521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421" y="3915301"/>
            <a:ext cx="824877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A9D77-3460-493C-BEB9-3AE70B9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36" y="3915301"/>
            <a:ext cx="6003311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solar neutrinos pass through every square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87742-A2D0-4F1B-9EAB-3B697966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0" y="4250935"/>
            <a:ext cx="5294706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centimeter of your body every second.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A80B2-56BF-435C-A731-DB711915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53" y="4657375"/>
            <a:ext cx="141893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FB62B-23EC-46AB-88B3-BB79BEB0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0" y="4657375"/>
            <a:ext cx="7189759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number of solar neutrinos we can detect match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8FEA9-979C-4D14-8214-D20B87D0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0" y="4993030"/>
            <a:ext cx="7052981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predicted to come from the reactions in the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4AC823-AB9C-455B-9C9A-FAF00C64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0" y="5328651"/>
            <a:ext cx="7125599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of the Sun providing evidence that our models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3A4237-91DB-4F88-8960-C1C4BDC5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590" y="5664272"/>
            <a:ext cx="1601303" cy="495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correct.</a:t>
            </a:r>
          </a:p>
        </p:txBody>
      </p:sp>
    </p:spTree>
    <p:extLst>
      <p:ext uri="{BB962C8B-B14F-4D97-AF65-F5344CB8AC3E}">
        <p14:creationId xmlns:p14="http://schemas.microsoft.com/office/powerpoint/2010/main" val="1965162259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Why are stars stable?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B92DB-7E23-433D-A99D-516DA4D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705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07B4C-16F3-4449-8FF9-7B8B00B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1874" y="2095500"/>
            <a:ext cx="42704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collapse?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A0FC3-C0F7-41AB-9C5E-187888B7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705" y="2648309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705FA-FE33-4CFB-8289-A743B190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1874" y="2648309"/>
            <a:ext cx="412076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expand?</a:t>
            </a:r>
          </a:p>
        </p:txBody>
      </p:sp>
    </p:spTree>
    <p:extLst>
      <p:ext uri="{BB962C8B-B14F-4D97-AF65-F5344CB8AC3E}">
        <p14:creationId xmlns:p14="http://schemas.microsoft.com/office/powerpoint/2010/main" val="1221075614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Balance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69ee5e68b4cff"/>
          <ns0:srcRect xmlns:ns0="http://schemas.openxmlformats.org/drawingml/2006/main" l="64935" r="6133" t="35948" b="26611"/>
          <a:stretch xmlns:a="http://schemas.openxmlformats.org/drawingml/2006/main"/>
        </p:blipFill>
        <p:spPr>
          <a:xfrm xmlns:a="http://schemas.openxmlformats.org/drawingml/2006/main">
            <a:off x="7295863" y="2805139"/>
            <a:ext cx="2421709" cy="242170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A870B-31BB-4476-AD15-288D18D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427" y="2095500"/>
            <a:ext cx="150074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AE2A1-5523-497C-98B1-0E2EEA7D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108" y="2095704"/>
            <a:ext cx="4642476" cy="5407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main sequence stars are in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7492C-1E1D-4E95-A036-BEEF41B4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2458507"/>
            <a:ext cx="3478446" cy="54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7607E-32F9-40BD-961C-583FCB0E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428" y="2905763"/>
            <a:ext cx="150074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88640-E1D9-4F16-A172-EAE3C3A6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5" y="2905763"/>
            <a:ext cx="1194622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F8FF6-BED7-4AC4-846A-55A35FBB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607" y="2905763"/>
            <a:ext cx="2861940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pushing the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28A7B-CFD7-47CF-B9D3-B3AF6FC6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3268648"/>
            <a:ext cx="1305757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F1093-FD47-4599-8C8C-C8F9E728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736" y="3268645"/>
            <a:ext cx="855883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Light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BF0F55-7CA1-43F7-8EAB-4A81501A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062" y="3268645"/>
            <a:ext cx="2561459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generated in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3996C-F34D-4F1B-9B8B-0A0E7605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3635037"/>
            <a:ext cx="3592290" cy="541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generates thermal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FF304-97D3-4B88-9537-033A4F5F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3998109"/>
            <a:ext cx="4266638" cy="5407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pressure pushing outwards.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F7EAD-3ABE-4D70-987A-98AFAC86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427" y="4445243"/>
            <a:ext cx="150074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B2922-944D-4ABD-A7BD-D88C599D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4445507"/>
            <a:ext cx="4660098" cy="5406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During hydrostatic equilibrium,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B96C9-24E8-4159-8200-098019D8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4808552"/>
            <a:ext cx="4095494" cy="540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forces are balanced.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E09C8-572C-4DA7-BDEC-27666BC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427" y="5255501"/>
            <a:ext cx="150074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F22DF-4E18-46B8-B7B7-0D9EAC01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5255716"/>
            <a:ext cx="4454353" cy="540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balance is why the Main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0FB88-6268-4EA2-B9C5-9D1B71A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273" y="5618390"/>
            <a:ext cx="2599786" cy="541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exists.</a:t>
            </a:r>
          </a:p>
        </p:txBody>
      </p:sp>
    </p:spTree>
    <p:extLst>
      <p:ext uri="{BB962C8B-B14F-4D97-AF65-F5344CB8AC3E}">
        <p14:creationId xmlns:p14="http://schemas.microsoft.com/office/powerpoint/2010/main" val="1376781791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Balance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bf806ca8a4a40"/>
          <ns0:srcRect xmlns:ns0="http://schemas.openxmlformats.org/drawingml/2006/main" l="64935" r="6133" t="35948" b="26611"/>
          <a:stretch xmlns:a="http://schemas.openxmlformats.org/drawingml/2006/main"/>
        </p:blipFill>
        <p:spPr>
          <a:xfrm xmlns:a="http://schemas.openxmlformats.org/drawingml/2006/main">
            <a:off x="7368220" y="2850098"/>
            <a:ext cx="2567748" cy="256774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D2F9C-31A8-42E4-894C-F26A6093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2" y="2095500"/>
            <a:ext cx="4926873" cy="608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 main sequence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37912-2856-4393-8293-90B34FB3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2" y="2509463"/>
            <a:ext cx="49897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generated by nuclear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0556A-3012-446F-8F93-8140877D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2" y="2920263"/>
            <a:ext cx="46941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is producing enough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CB9FB-94D0-4051-884C-EAB8AF2A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3" y="3331200"/>
            <a:ext cx="297779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outward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2279E-58C3-4E1B-A1A6-01C02CA7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210" y="3331200"/>
            <a:ext cx="200383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balance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0AB44-8D91-4125-B522-B23162B8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2" y="3745818"/>
            <a:ext cx="66901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3EE1E-54D1-416D-A4B9-5DE0944C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7" y="3745818"/>
            <a:ext cx="27461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inward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2878B-AE87-4119-80DE-4B367A14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912" y="3745818"/>
            <a:ext cx="164211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934D9-8C26-4AB1-8BF3-083AD614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32" y="4157907"/>
            <a:ext cx="2829328" cy="607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star.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EA123-194A-45BD-956E-350C57ED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436" y="4661530"/>
            <a:ext cx="4674123" cy="608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massive a star,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D754D-79F9-445D-9F01-DD35907A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048" y="5071850"/>
            <a:ext cx="446212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energy it must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35F47-8A7C-497D-B700-4E9252D2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565" y="5486468"/>
            <a:ext cx="164292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produce.</a:t>
            </a:r>
          </a:p>
        </p:txBody>
      </p:sp>
    </p:spTree>
    <p:extLst>
      <p:ext uri="{BB962C8B-B14F-4D97-AF65-F5344CB8AC3E}">
        <p14:creationId xmlns:p14="http://schemas.microsoft.com/office/powerpoint/2010/main" val="1448274328"/>
      </p:ext>
    </p:extLst>
  </p:cSld>
</p:sld>
</file>

<file path=ppt/slides/slide2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Mass-Luminosity Relation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5ba5e62c74e69"/>
          <ns0:srcRect xmlns:ns0="http://schemas.openxmlformats.org/drawingml/2006/main" l="24459" r="18615" t="48179" b="14379"/>
          <a:stretch xmlns:a="http://schemas.openxmlformats.org/drawingml/2006/main"/>
        </p:blipFill>
        <p:spPr>
          <a:xfrm xmlns:a="http://schemas.openxmlformats.org/drawingml/2006/main">
            <a:off x="3796497" y="3624843"/>
            <a:ext cx="4987143" cy="253465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82CFB-4BBC-49CD-BF6B-257A68E4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361" y="2095500"/>
            <a:ext cx="6220475" cy="60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Because main sequence stars are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91FC7-9E5A-4227-9EB5-FA159B24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142" y="2549020"/>
            <a:ext cx="3985736" cy="60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62F67-FEF1-4603-9674-236A30BD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9" y="2549020"/>
            <a:ext cx="2648579" cy="60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massive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81DA6-18C3-48C3-B14F-F1060392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48" y="3002563"/>
            <a:ext cx="4407038" cy="60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more luminous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1C80E-8AAA-4B7D-A4C5-F385D90E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1692" y="3002563"/>
            <a:ext cx="346769" cy="60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1841023699"/>
      </p:ext>
    </p:extLst>
  </p:cSld>
</p:sld>
</file>

<file path=ppt/slides/slide3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Mass-Luminosity Relation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68436d1584d92"/>
          <ns0:srcRect xmlns:ns0="http://schemas.openxmlformats.org/drawingml/2006/main" l="13997" r="15007" t="44538" b="11951"/>
          <a:stretch xmlns:a="http://schemas.openxmlformats.org/drawingml/2006/main"/>
        </p:blipFill>
        <p:spPr>
          <a:xfrm xmlns:a="http://schemas.openxmlformats.org/drawingml/2006/main">
            <a:off x="3014699" y="3328169"/>
            <a:ext cx="5978604" cy="283133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3E47-34B5-447C-AAE3-3DE5DC86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107" y="2095500"/>
            <a:ext cx="6142194" cy="5776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you increase the mass of a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3A91E-181E-41B8-9D31-FE0CF9B9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263" y="2531007"/>
            <a:ext cx="4355399" cy="5784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 pressure increases.</a:t>
            </a:r>
          </a:p>
        </p:txBody>
      </p:sp>
    </p:spTree>
    <p:extLst>
      <p:ext uri="{BB962C8B-B14F-4D97-AF65-F5344CB8AC3E}">
        <p14:creationId xmlns:p14="http://schemas.microsoft.com/office/powerpoint/2010/main" val="1720748474"/>
      </p:ext>
    </p:extLst>
  </p:cSld>
</p:sld>
</file>

<file path=ppt/slides/slide3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Mass-Luminosity Relation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c667931394eac"/>
          <ns0:srcRect xmlns:ns0="http://schemas.openxmlformats.org/drawingml/2006/main" l="15007" r="18326" t="46499" b="14286"/>
          <a:stretch xmlns:a="http://schemas.openxmlformats.org/drawingml/2006/main"/>
        </p:blipFill>
        <p:spPr>
          <a:xfrm xmlns:a="http://schemas.openxmlformats.org/drawingml/2006/main">
            <a:off x="2974778" y="3508870"/>
            <a:ext cx="5831387" cy="265063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B8CE5-5BF9-4EEF-9B61-0384C77A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683" y="2095500"/>
            <a:ext cx="7148635" cy="60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causes the core of the star to heat up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B1E47-31F2-443D-98C4-EBE9520E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990" y="2549711"/>
            <a:ext cx="4409542" cy="5984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produce more energy.</a:t>
            </a:r>
          </a:p>
        </p:txBody>
      </p:sp>
    </p:spTree>
    <p:extLst>
      <p:ext uri="{BB962C8B-B14F-4D97-AF65-F5344CB8AC3E}">
        <p14:creationId xmlns:p14="http://schemas.microsoft.com/office/powerpoint/2010/main" val="499178797"/>
      </p:ext>
    </p:extLst>
  </p:cSld>
</p:sld>
</file>

<file path=ppt/slides/slide3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Mass-Luminosity Relation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f9d6e674e4060"/>
          <ns0:srcRect xmlns:ns0="http://schemas.openxmlformats.org/drawingml/2006/main" l="15007" r="17460" t="43511" b="12979"/>
          <a:stretch xmlns:a="http://schemas.openxmlformats.org/drawingml/2006/main"/>
        </p:blipFill>
        <p:spPr>
          <a:xfrm xmlns:a="http://schemas.openxmlformats.org/drawingml/2006/main">
            <a:off x="3041649" y="3281140"/>
            <a:ext cx="5781427" cy="287836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02E18-BB09-4887-9BEE-8FC3A654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325" y="2095500"/>
            <a:ext cx="7201349" cy="588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increases the outward pressure,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2F475-E729-4DCB-9D49-B617B13E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583" y="2538980"/>
            <a:ext cx="5470689" cy="5875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stabilizes the more luminous star.</a:t>
            </a:r>
          </a:p>
        </p:txBody>
      </p:sp>
    </p:spTree>
    <p:extLst>
      <p:ext uri="{BB962C8B-B14F-4D97-AF65-F5344CB8AC3E}">
        <p14:creationId xmlns:p14="http://schemas.microsoft.com/office/powerpoint/2010/main" val="1379471442"/>
      </p:ext>
    </p:extLst>
  </p:cSld>
</p:sld>
</file>

<file path=ppt/slides/slide3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Implication of Mass-Luminosity Relation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b7d6cf2fd4607"/>
          <ns0:srcRect xmlns:ns0="http://schemas.openxmlformats.org/drawingml/2006/main" l="22511" r="24170" t="42017" b="8964"/>
          <a:stretch xmlns:a="http://schemas.openxmlformats.org/drawingml/2006/main"/>
        </p:blipFill>
        <p:spPr>
          <a:xfrm xmlns:a="http://schemas.openxmlformats.org/drawingml/2006/main">
            <a:off x="3878795" y="3115062"/>
            <a:ext cx="4285409" cy="304443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E7090-2E58-4461-BE0F-1BF11E6D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702" y="2095500"/>
            <a:ext cx="6024596" cy="4155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C0C09-33E6-4DA4-A736-537F4EEA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994" y="2466860"/>
            <a:ext cx="254135" cy="41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5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5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23D1D-14FC-4FC4-ABFE-8B50B8D7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869" y="2467529"/>
            <a:ext cx="4365015" cy="415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6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46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</p:spTree>
    <p:extLst>
      <p:ext uri="{BB962C8B-B14F-4D97-AF65-F5344CB8AC3E}">
        <p14:creationId xmlns:p14="http://schemas.microsoft.com/office/powerpoint/2010/main" val="1065570272"/>
      </p:ext>
    </p:extLst>
  </p:cSld>
</p:sld>
</file>

<file path=ppt/slides/slide3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Implication of Mass-Luminosity Relation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aec216523493e"/>
          <ns0:srcRect xmlns:ns0="http://schemas.openxmlformats.org/drawingml/2006/main" l="7143" r="38600" t="34827" b="16153"/>
          <a:stretch xmlns:a="http://schemas.openxmlformats.org/drawingml/2006/main"/>
        </p:blipFill>
        <p:spPr>
          <a:xfrm xmlns:a="http://schemas.openxmlformats.org/drawingml/2006/main">
            <a:off x="2196798" y="2741528"/>
            <a:ext cx="4895838" cy="341797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DC5C6-B8B3-4D03-AFDA-C33D590B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669" y="2096196"/>
            <a:ext cx="4988977" cy="545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D7409-60A5-4117-82FD-0165986F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950" y="2095500"/>
            <a:ext cx="1942849" cy="54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1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1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F112-F1A4-482A-B359-1F2D3182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148" y="4301816"/>
            <a:ext cx="2607054" cy="3509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are very massive,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772C0-0B61-4E8E-B29A-6F92DA31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134" y="4616258"/>
            <a:ext cx="1502887" cy="35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luminous,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9D81D-468C-45A1-9FF7-900A5D8A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074" y="4932044"/>
            <a:ext cx="1999796" cy="35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 short-lived.</a:t>
            </a:r>
          </a:p>
        </p:txBody>
      </p:sp>
    </p:spTree>
    <p:extLst>
      <p:ext uri="{BB962C8B-B14F-4D97-AF65-F5344CB8AC3E}">
        <p14:creationId xmlns:p14="http://schemas.microsoft.com/office/powerpoint/2010/main" val="858481852"/>
      </p:ext>
    </p:extLst>
  </p:cSld>
</p:sld>
</file>

<file path=ppt/slides/slide3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Implication of Mass-Luminosity Relation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0fcbc3a654cf8"/>
          <ns0:srcRect xmlns:ns0="http://schemas.openxmlformats.org/drawingml/2006/main" l="7143" r="38600" t="34827" b="16153"/>
          <a:stretch xmlns:a="http://schemas.openxmlformats.org/drawingml/2006/main"/>
        </p:blipFill>
        <p:spPr>
          <a:xfrm xmlns:a="http://schemas.openxmlformats.org/drawingml/2006/main">
            <a:off x="2196581" y="2741528"/>
            <a:ext cx="4895838" cy="341797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BC7DA-9DD2-4237-AFC3-4D01ABF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452" y="2096196"/>
            <a:ext cx="4988977" cy="545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9281A-BB21-4C5C-B192-30D0A2A9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732" y="2095500"/>
            <a:ext cx="1942849" cy="54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1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1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32A59-5E82-4480-8252-CE4945A8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0758" y="4616507"/>
            <a:ext cx="1732983" cy="3517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(Sun-like)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C9448-ABB0-45D5-8DF4-EFCD82F4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74" y="4932015"/>
            <a:ext cx="2170745" cy="351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not very massive,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9722C-C530-447D-85EA-65119E41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966" y="5243224"/>
            <a:ext cx="1867347" cy="3516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luminous,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51062-1D73-47BF-B7B8-506AF593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785" y="5558215"/>
            <a:ext cx="1453869" cy="35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long-lived.</a:t>
            </a:r>
          </a:p>
        </p:txBody>
      </p:sp>
    </p:spTree>
    <p:extLst>
      <p:ext uri="{BB962C8B-B14F-4D97-AF65-F5344CB8AC3E}">
        <p14:creationId xmlns:p14="http://schemas.microsoft.com/office/powerpoint/2010/main" val="833874041"/>
      </p:ext>
    </p:extLst>
  </p:cSld>
</p:sld>
</file>

<file path=ppt/slides/slide3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Implication of Mass-Luminosity Relation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57e5bf9d949ad"/>
          <ns0:srcRect xmlns:ns0="http://schemas.openxmlformats.org/drawingml/2006/main" l="7143" r="38672" t="34827" b="16153"/>
          <a:stretch xmlns:a="http://schemas.openxmlformats.org/drawingml/2006/main"/>
        </p:blipFill>
        <p:spPr>
          <a:xfrm xmlns:a="http://schemas.openxmlformats.org/drawingml/2006/main">
            <a:off x="2257618" y="2731418"/>
            <a:ext cx="4812808" cy="336448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2C754-4EFA-4A13-8626-A63361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777" y="2096185"/>
            <a:ext cx="4910899" cy="5371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F9CEB-9D54-44AA-9D14-772FEF3A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6521" y="2095500"/>
            <a:ext cx="1912443" cy="5383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49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49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43BB0-5D93-44A7-9A2E-BD0D5E25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176" y="5194479"/>
            <a:ext cx="2864710" cy="345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very little mass,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E6B51-C96B-4124-BC01-6AA79951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018" y="5503795"/>
            <a:ext cx="1396364" cy="346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very faint,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FB27B-C5A0-4D40-A085-3ECF4D9A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194" y="5816365"/>
            <a:ext cx="2406407" cy="343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very, very long-lived.</a:t>
            </a:r>
          </a:p>
        </p:txBody>
      </p:sp>
    </p:spTree>
    <p:extLst>
      <p:ext uri="{BB962C8B-B14F-4D97-AF65-F5344CB8AC3E}">
        <p14:creationId xmlns:p14="http://schemas.microsoft.com/office/powerpoint/2010/main" val="1881643492"/>
      </p:ext>
    </p:extLst>
  </p:cSld>
</p:sld>
</file>

<file path=ppt/slides/slide3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B0DFF-598C-4A08-82A9-7DED27A9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674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86434-2D22-46F1-8B12-20C0EC2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843" y="2095500"/>
            <a:ext cx="334048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form?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09B81-96E1-4026-AD67-E7E3BB81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674" y="2648309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81EDF-4E00-4521-9BCD-751BD5D8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843" y="2648309"/>
            <a:ext cx="30866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die?</a:t>
            </a:r>
          </a:p>
        </p:txBody>
      </p:sp>
    </p:spTree>
    <p:extLst>
      <p:ext uri="{BB962C8B-B14F-4D97-AF65-F5344CB8AC3E}">
        <p14:creationId xmlns:p14="http://schemas.microsoft.com/office/powerpoint/2010/main" val="1490370865"/>
      </p:ext>
    </p:extLst>
  </p:cSld>
</p:sld>
</file>

<file path=ppt/slides/slide3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Stages of Star 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40218-D996-4903-9745-1827384A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774" y="2095500"/>
            <a:ext cx="34870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2E91-A1A8-4688-B0D4-8DFAA1AB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5" y="2095500"/>
            <a:ext cx="4300578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Interstellar medium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8B92F-2C6A-4423-B717-103702D2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8627" y="2095500"/>
            <a:ext cx="2621603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gas and dust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AFACB-4470-47A1-BA15-967192F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774" y="2644176"/>
            <a:ext cx="34870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BB7CD-4FC5-4C0E-B353-F704BB7F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230" y="2652868"/>
            <a:ext cx="370975" cy="590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F578D-654E-405E-AA86-6EE364CC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823" y="2644176"/>
            <a:ext cx="1693300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E961B-2609-49A6-8693-C28AFFA2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8756" y="2644176"/>
            <a:ext cx="4091833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forms from the coldest,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C7C43-D664-4B74-9850-FC70AF34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2" y="3096549"/>
            <a:ext cx="4469990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densest part of the ISM,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66846-1D8E-4C44-8D31-28724383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082" y="3096549"/>
            <a:ext cx="1926162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molecular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E15BA-D051-47F7-BBF6-F3793910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2" y="3552494"/>
            <a:ext cx="104174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D7892-23B2-424F-84F3-C2ED7403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771" y="4097525"/>
            <a:ext cx="34870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6EB8E-BEAD-4F05-9096-A7128D1A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1" y="4097525"/>
            <a:ext cx="686499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gets hot enough for fusion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5630C-FB7E-45A4-BBF4-A2DD1C4E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2" y="4553505"/>
            <a:ext cx="476620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its center and becomes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7AFD3-C562-470F-92AD-9C141D68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2674" y="4553505"/>
            <a:ext cx="102200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D2476-3C2B-405E-9FE9-9E3ADA20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2" y="5005783"/>
            <a:ext cx="2575980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7E5D3D-B38D-4AD8-B4AA-C65C148D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690" y="5005783"/>
            <a:ext cx="138492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3C3CF0-05E5-403F-90C1-C6D4A55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771" y="5554458"/>
            <a:ext cx="34870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28891-2AA2-403C-93D8-FE2A554F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411" y="5555276"/>
            <a:ext cx="3797447" cy="603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Lather, Rinse, Repeat.</a:t>
            </a:r>
          </a:p>
        </p:txBody>
      </p:sp>
    </p:spTree>
    <p:extLst>
      <p:ext uri="{BB962C8B-B14F-4D97-AF65-F5344CB8AC3E}">
        <p14:creationId xmlns:p14="http://schemas.microsoft.com/office/powerpoint/2010/main" val="2126007979"/>
      </p:ext>
    </p:extLst>
  </p:cSld>
</p:sld>
</file>

<file path=ppt/slides/slide3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Interstellar Medium (ISM)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4BB8-5D26-473D-A4EC-218AE8BF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2308" y="2095500"/>
            <a:ext cx="151520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7DC58-8D6B-469F-A9D6-5C36015C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082" y="2095500"/>
            <a:ext cx="3041506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99% Interstellar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8843F-C185-40D0-A45F-ACF8E17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339" y="2543712"/>
            <a:ext cx="3873426" cy="5462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75% Hydrogen (by mass)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A5F2F-410E-4329-B827-9B9EBF45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339" y="2995369"/>
            <a:ext cx="1865888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24% Helium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A2D53-6263-4247-B4E2-E2FC6BCA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339" y="3443563"/>
            <a:ext cx="2908202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everything else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DE81-65D0-458D-BC62-87A5153E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2308" y="3895242"/>
            <a:ext cx="151520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98521-F9F9-4217-A80D-6F8F8244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082" y="3895242"/>
            <a:ext cx="1261994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dust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DB85C-DBDC-4654-8F5F-3CF06B4F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339" y="4343738"/>
            <a:ext cx="3984189" cy="5458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mostly Carbon and Silicon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33471-EAF4-48E7-9252-A6FF8622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815" y="5243932"/>
            <a:ext cx="7048877" cy="545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density:  1 atom per cubic centimeter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6F9A1-EA41-4680-8E2C-4443C8A0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2607" y="5613176"/>
            <a:ext cx="942152" cy="546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vs.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8CF42-3DBA-482E-97B5-7999091B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567" y="5619272"/>
            <a:ext cx="284982" cy="364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8AD27-0D2B-46C6-B31C-1DEE4ED7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531" y="5614511"/>
            <a:ext cx="4235901" cy="544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 cubic centimeter for air. </a:t>
            </a:r>
          </a:p>
        </p:txBody>
      </p:sp>
    </p:spTree>
    <p:extLst>
      <p:ext uri="{BB962C8B-B14F-4D97-AF65-F5344CB8AC3E}">
        <p14:creationId xmlns:p14="http://schemas.microsoft.com/office/powerpoint/2010/main" val="1178208960"/>
      </p:ext>
    </p:extLst>
  </p:cSld>
</p:sld>
</file>

<file path=ppt/slides/slide4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510C1-D7AB-4002-8945-3F97E52D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578" y="2095500"/>
            <a:ext cx="162166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4CCBF-2FFB-46E5-AA6A-C1BF3AC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83" y="2095500"/>
            <a:ext cx="2029789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 Gas (10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EEA97-0719-464F-A387-FEEC181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4697" y="2101442"/>
            <a:ext cx="169814" cy="394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A26FD-6006-447D-8077-99748C88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5171" y="2095500"/>
            <a:ext cx="3778330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seen in X-ray light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9AB72-913C-4863-A894-7E1704E3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577" y="2632412"/>
            <a:ext cx="162166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58056-877C-4422-8C6D-0CD134FD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82" y="2632412"/>
            <a:ext cx="2428045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Warm Gas (10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14172-C981-4914-8464-6A2638B4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385" y="2638354"/>
            <a:ext cx="169814" cy="394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756FA-08D2-49CA-8B23-CE66D61D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2858" y="2632412"/>
            <a:ext cx="3716166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ionized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6C21E-2DA6-454C-A35F-271AA4E3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93" y="3075087"/>
            <a:ext cx="1678312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FCB10-B9E1-4DDA-9C03-C24331E4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588" y="3608348"/>
            <a:ext cx="162166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8D22E-29D3-4202-90AF-66890C3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93" y="3608348"/>
            <a:ext cx="2431454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 Gas (&lt;10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53CF3-B01E-4538-91F2-4658867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7434" y="3614289"/>
            <a:ext cx="169814" cy="394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BE341-F281-4C21-84CB-4B86BF49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7907" y="3608347"/>
            <a:ext cx="3777189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neutral,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51BF3-6AE1-4EE5-A2A8-35436A1D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92" y="4054555"/>
            <a:ext cx="2871809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atomic hydrogen.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A5948-718B-41E8-A021-2872B0C6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587" y="4587841"/>
            <a:ext cx="162166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06AD0-477A-4E89-9613-87E21047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92" y="4587841"/>
            <a:ext cx="6947931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seen as molecular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1630ED-87C3-400A-B5C8-741AE3BE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8492" y="5034084"/>
            <a:ext cx="1206282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324CAE-1D1F-4FB6-B852-574D6045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670" y="5567429"/>
            <a:ext cx="3014911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only form in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A0145-E34A-4A84-A5D9-24D8C450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859" y="5567429"/>
            <a:ext cx="4044633" cy="592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cold, molecular clouds</a:t>
            </a:r>
          </a:p>
        </p:txBody>
      </p:sp>
    </p:spTree>
    <p:extLst>
      <p:ext uri="{BB962C8B-B14F-4D97-AF65-F5344CB8AC3E}">
        <p14:creationId xmlns:p14="http://schemas.microsoft.com/office/powerpoint/2010/main" val="673399328"/>
      </p:ext>
    </p:extLst>
  </p:cSld>
</p:sld>
</file>

<file path=ppt/slides/slide4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Components of the ISM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66b8d91864684"/>
          <ns0:srcRect xmlns:ns0="http://schemas.openxmlformats.org/drawingml/2006/main" l="11760" r="10678" t="31933" b="25584"/>
          <a:stretch xmlns:a="http://schemas.openxmlformats.org/drawingml/2006/main"/>
        </p:blipFill>
        <p:spPr>
          <a:xfrm xmlns:a="http://schemas.openxmlformats.org/drawingml/2006/main">
            <a:off x="3061481" y="2617487"/>
            <a:ext cx="6199242" cy="262386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B4907-0F03-4570-AE32-48FEA0F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7638" y="2095500"/>
            <a:ext cx="112692" cy="37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C300A-9156-4D91-A4EB-615E890E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777" y="2095500"/>
            <a:ext cx="6486584" cy="37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15BA3-6AD9-432A-A481-720F7A1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903" y="5466656"/>
            <a:ext cx="6392898" cy="3782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Images of dust in molecular clouds blocking star light behind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843D2-9FEA-49E9-A826-F648C11C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158" y="5768421"/>
            <a:ext cx="767301" cy="391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them.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E57F5-EEC0-49D4-885F-1E0A0CE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7255" y="5786027"/>
            <a:ext cx="2596206" cy="361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dark nebulae.</a:t>
            </a:r>
          </a:p>
        </p:txBody>
      </p:sp>
    </p:spTree>
    <p:extLst>
      <p:ext uri="{BB962C8B-B14F-4D97-AF65-F5344CB8AC3E}">
        <p14:creationId xmlns:p14="http://schemas.microsoft.com/office/powerpoint/2010/main" val="1642512927"/>
      </p:ext>
    </p:extLst>
  </p:cSld>
</p:sld>
</file>

<file path=ppt/slides/slide4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Components of the ISM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b5968d5994e17"/>
          <ns0:srcRect xmlns:ns0="http://schemas.openxmlformats.org/drawingml/2006/main" l="20418" r="20274" t="28758" b="20075"/>
          <a:stretch xmlns:a="http://schemas.openxmlformats.org/drawingml/2006/main"/>
        </p:blipFill>
        <p:spPr>
          <a:xfrm xmlns:a="http://schemas.openxmlformats.org/drawingml/2006/main">
            <a:off x="3700932" y="2460438"/>
            <a:ext cx="4840386" cy="322692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C2AC0-062C-4728-91D8-66550DBE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990" y="2095500"/>
            <a:ext cx="134309" cy="4726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EF528-4F83-42C3-88F9-7188C1AB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258" y="2095500"/>
            <a:ext cx="6629752" cy="4726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B76C4-1831-4DFE-8C41-4A2BB4A9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188" y="5775300"/>
            <a:ext cx="5492833" cy="38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map of molecules in a Giant Molecular Cloud</a:t>
            </a:r>
          </a:p>
        </p:txBody>
      </p:sp>
    </p:spTree>
    <p:extLst>
      <p:ext uri="{BB962C8B-B14F-4D97-AF65-F5344CB8AC3E}">
        <p14:creationId xmlns:p14="http://schemas.microsoft.com/office/powerpoint/2010/main" val="2052934246"/>
      </p:ext>
    </p:extLst>
  </p:cSld>
</p:sld>
</file>

<file path=ppt/slides/slide4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Molecular Clouds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8ce59e1194180"/>
          <ns0:srcRect xmlns:ns0="http://schemas.openxmlformats.org/drawingml/2006/main" l="20635" r="19986" t="38189" b="10644"/>
          <a:stretch xmlns:a="http://schemas.openxmlformats.org/drawingml/2006/main"/>
        </p:blipFill>
        <p:spPr>
          <a:xfrm xmlns:a="http://schemas.openxmlformats.org/drawingml/2006/main">
            <a:off x="3700228" y="3002658"/>
            <a:ext cx="4741024" cy="315684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722AF-0045-4881-BFAB-BB69EAAC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949" y="2095500"/>
            <a:ext cx="6422102" cy="48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coldest and densest regions of the ISM will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7C172-EFAB-493A-A5C8-CEC11A25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419" y="2454684"/>
            <a:ext cx="5842443" cy="483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molecular clouds when compressed..  </a:t>
            </a:r>
          </a:p>
        </p:txBody>
      </p:sp>
    </p:spTree>
    <p:extLst>
      <p:ext uri="{BB962C8B-B14F-4D97-AF65-F5344CB8AC3E}">
        <p14:creationId xmlns:p14="http://schemas.microsoft.com/office/powerpoint/2010/main" val="1050784073"/>
      </p:ext>
    </p:extLst>
  </p:cSld>
</p:sld>
</file>

<file path=ppt/slides/slide4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Densest parts of Molecular Cloud continue to collapse.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1239207b8447c"/>
          <ns0:srcRect xmlns:ns0="http://schemas.openxmlformats.org/drawingml/2006/main" l="4834" r="4834" t="33613" b="22876"/>
          <a:stretch xmlns:a="http://schemas.openxmlformats.org/drawingml/2006/main"/>
        </p:blipFill>
        <p:spPr>
          <a:xfrm xmlns:a="http://schemas.openxmlformats.org/drawingml/2006/main">
            <a:off x="1553029" y="2095500"/>
            <a:ext cx="9085943" cy="338182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8502"/>
      </p:ext>
    </p:extLst>
  </p:cSld>
</p:sld>
</file>

<file path=ppt/slides/slide4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Stars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6b68e243c417c"/>
          <ns0:srcRect xmlns:ns0="http://schemas.openxmlformats.org/drawingml/2006/main" l="54762" r="3391" t="6536" b="10458"/>
          <a:stretch xmlns:a="http://schemas.openxmlformats.org/drawingml/2006/main"/>
        </p:blipFill>
        <p:spPr>
          <a:xfrm xmlns:a="http://schemas.openxmlformats.org/drawingml/2006/main">
            <a:off x="6269452" y="2095500"/>
            <a:ext cx="2651429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AEE7C-7F50-4D21-9182-C13538D6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519" y="2530219"/>
            <a:ext cx="2541896" cy="2920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molecular core collapses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8A821-177B-445E-B3CA-3A2C714F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885" y="2766581"/>
            <a:ext cx="1658082" cy="3069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from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9C691-4D9B-4345-975D-B2DF4858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613" y="2766417"/>
            <a:ext cx="666984" cy="3072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own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1576-9992-41DE-9842-3B99867F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0749" y="3021299"/>
            <a:ext cx="451013" cy="291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4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4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14BF8-C177-4735-A0D5-7B09491E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740" y="3020837"/>
            <a:ext cx="2228110" cy="292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cores are too cold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5A455-CC9F-4A39-B6E1-8EC39EE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586" y="3259996"/>
            <a:ext cx="2547555" cy="302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support their mass, so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71DCB-BD28-4E2C-B5B0-F0EF11D3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537" y="3505926"/>
            <a:ext cx="2518962" cy="3013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 to collapse and heat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F058B-48FA-41F7-AB37-AC202C73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953" y="3742287"/>
            <a:ext cx="290852" cy="3163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35577-297E-4BB7-9B90-BDF26812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001" y="4246193"/>
            <a:ext cx="2214014" cy="2942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the cores collapse they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CA6E1-93D0-4142-AAEC-F0F51833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588" y="4488411"/>
            <a:ext cx="2596340" cy="29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begin to spin faster, eventually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42338-7F20-420D-8E27-D9852A10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119" y="4730155"/>
            <a:ext cx="864838" cy="305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forming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73A7B-3EB7-48E1-9765-820E519F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327" y="4723881"/>
            <a:ext cx="795174" cy="315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5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981B6-6900-45DF-873A-E55C434A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501" y="4730951"/>
            <a:ext cx="1083250" cy="30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surrounded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CB124-27FB-4EC1-92C9-FC21E5DA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855" y="4980827"/>
            <a:ext cx="520906" cy="296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an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B4B67-5032-479A-9B03-144C33B2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4314" y="4979651"/>
            <a:ext cx="1208488" cy="298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4CAF2-2C82-4724-8CED-A0D5BF7D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75" y="4964699"/>
            <a:ext cx="240749" cy="3234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CC02A-1935-4CD0-8F09-CB96CB36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2283" y="5218323"/>
            <a:ext cx="811778" cy="309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</a:t>
            </a:r>
          </a:p>
        </p:txBody>
      </p:sp>
    </p:spTree>
    <p:extLst>
      <p:ext uri="{BB962C8B-B14F-4D97-AF65-F5344CB8AC3E}">
        <p14:creationId xmlns:p14="http://schemas.microsoft.com/office/powerpoint/2010/main" val="1191941485"/>
      </p:ext>
    </p:extLst>
  </p:cSld>
</p:sld>
</file>

<file path=ppt/slides/slide4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Protostars in Orion Nebula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d49968d534385"/>
          <ns0:srcRect xmlns:ns0="http://schemas.openxmlformats.org/drawingml/2006/main" l="22294" r="23088" t="40523" b="5789"/>
          <a:stretch xmlns:a="http://schemas.openxmlformats.org/drawingml/2006/main"/>
        </p:blipFill>
        <p:spPr>
          <a:xfrm xmlns:a="http://schemas.openxmlformats.org/drawingml/2006/main">
            <a:off x="3917646" y="2979975"/>
            <a:ext cx="4185914" cy="31795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17449-BEE4-4810-AFBD-3578535A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051" y="2095500"/>
            <a:ext cx="5351897" cy="526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protostars surrounded by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E8861-4883-476B-B91C-D568EFFE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837" y="2492249"/>
            <a:ext cx="3689395" cy="526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cocoons of dust and gas.</a:t>
            </a:r>
          </a:p>
        </p:txBody>
      </p:sp>
    </p:spTree>
    <p:extLst>
      <p:ext uri="{BB962C8B-B14F-4D97-AF65-F5344CB8AC3E}">
        <p14:creationId xmlns:p14="http://schemas.microsoft.com/office/powerpoint/2010/main" val="1057379694"/>
      </p:ext>
    </p:extLst>
  </p:cSld>
</p:sld>
</file>

<file path=ppt/slides/slide4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After a protostar forms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80c9b7ffe4d61"/>
          <ns0:srcRect xmlns:ns0="http://schemas.openxmlformats.org/drawingml/2006/main" l="60245" r="6421" t="9991" b="8123"/>
          <a:stretch xmlns:a="http://schemas.openxmlformats.org/drawingml/2006/main"/>
        </p:blipFill>
        <p:spPr>
          <a:xfrm xmlns:a="http://schemas.openxmlformats.org/drawingml/2006/main">
            <a:off x="6724805" y="2095500"/>
            <a:ext cx="2140899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D3F0A-87EC-47C5-B45C-5908B324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296" y="2142990"/>
            <a:ext cx="3029891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After a protostar with an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4E088-881F-4256-AB4E-1BAF6CC9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2475478"/>
            <a:ext cx="2630696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forms,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DA713-76EA-4007-A2DE-E817CB75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2807983"/>
            <a:ext cx="3074586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 continues to fall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76B13-FF27-4B66-8083-1D5A0FA6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3137752"/>
            <a:ext cx="2905235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onto the “star” from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55E7B-7784-4C8F-BB1B-071C4B07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3470240"/>
            <a:ext cx="668551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AE3B5-9C22-4EB6-A56B-6F764FC2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4264984"/>
            <a:ext cx="2858861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material has too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599A7-755D-46C1-99D1-A8A7340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4597455"/>
            <a:ext cx="775449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much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B4763-0A2E-4BDB-B48B-127CAF18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7681" y="4597455"/>
            <a:ext cx="2399807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angular momentum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A931D-B4DC-4DE1-8E25-F9A01E33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4929960"/>
            <a:ext cx="2722430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fall onto star and is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6A5C1-1731-48F5-99EF-F6C9FE6B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431" y="5259727"/>
            <a:ext cx="1588170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ejected as a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D4211-9BEA-4493-9837-43CFF7EC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0325" y="5259727"/>
            <a:ext cx="392636" cy="441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jet.</a:t>
            </a:r>
          </a:p>
        </p:txBody>
      </p:sp>
    </p:spTree>
    <p:extLst>
      <p:ext uri="{BB962C8B-B14F-4D97-AF65-F5344CB8AC3E}">
        <p14:creationId xmlns:p14="http://schemas.microsoft.com/office/powerpoint/2010/main" val="471149767"/>
      </p:ext>
    </p:extLst>
  </p:cSld>
</p:sld>
</file>

<file path=ppt/slides/slide4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Protostellar jets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f75b6b1f14b1d"/>
          <ns0:srcRect xmlns:ns0="http://schemas.openxmlformats.org/drawingml/2006/main" l="67460" r="5339" t="10084" b="7843"/>
          <a:stretch xmlns:a="http://schemas.openxmlformats.org/drawingml/2006/main"/>
        </p:blipFill>
        <p:spPr>
          <a:xfrm xmlns:a="http://schemas.openxmlformats.org/drawingml/2006/main">
            <a:off x="7150975" y="2095500"/>
            <a:ext cx="1743035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B7AB7-3EC6-431E-B60A-65721BB2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89" y="2118774"/>
            <a:ext cx="2486258" cy="3782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jet blows away the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48D5C-21B3-4228-B98B-F4BFF89F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89" y="2402110"/>
            <a:ext cx="2507930" cy="373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remaining gas and dust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04C80-DB75-4FEE-ACE2-2BF23F6D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89" y="2672332"/>
            <a:ext cx="2779301" cy="386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surrounding the protostar.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E4E2C-2EEC-4F84-8C5D-318B8FE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89" y="3356342"/>
            <a:ext cx="2865837" cy="3832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continues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FCC3F-2000-4658-B33C-BA2DD0A4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89" y="3643942"/>
            <a:ext cx="932612" cy="371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C7B25-A92D-4077-9A64-109161F1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971" y="3646697"/>
            <a:ext cx="1583517" cy="366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6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9F058-B655-45CF-BA0B-2C51748B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4939" y="3639002"/>
            <a:ext cx="478120" cy="3797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D9ED5-AADC-475F-AFC5-27732F6D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3912291"/>
            <a:ext cx="890778" cy="387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 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38022-83D3-46CA-9AF2-26C3021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4598595"/>
            <a:ext cx="2766453" cy="380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the core of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0B052-FC55-4E68-A5FD-7132A95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4872155"/>
            <a:ext cx="1800854" cy="3921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 will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61641-3B50-4065-B42C-0DD81781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372" y="4894441"/>
            <a:ext cx="1581992" cy="355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 enough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9ECF2-B781-4135-B6E0-A529E67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5166554"/>
            <a:ext cx="1724186" cy="3644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hot enough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E32EF-1B29-4F0A-858C-FF351ACA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911" y="5151046"/>
            <a:ext cx="1426296" cy="3902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 fusion to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BBD5E-905B-46DF-AB93-30ACEBE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5439908"/>
            <a:ext cx="3350968" cy="376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occur and then we have a main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1C5BC-BD22-43BC-B2F0-C862B767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998" y="5723540"/>
            <a:ext cx="1519150" cy="366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star.</a:t>
            </a:r>
          </a:p>
        </p:txBody>
      </p:sp>
    </p:spTree>
    <p:extLst>
      <p:ext uri="{BB962C8B-B14F-4D97-AF65-F5344CB8AC3E}">
        <p14:creationId xmlns:p14="http://schemas.microsoft.com/office/powerpoint/2010/main" val="164491605"/>
      </p:ext>
    </p:extLst>
  </p:cSld>
</p:sld>
</file>

<file path=ppt/slides/slide4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What happens if a protostar never gets hot enough for nuclear fusion?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2e22bd51406c"/>
          <ns0:srcRect xmlns:ns0="http://schemas.openxmlformats.org/drawingml/2006/main" l="48341" r="1732" t="25023" b="9150"/>
          <a:stretch xmlns:a="http://schemas.openxmlformats.org/drawingml/2006/main"/>
        </p:blipFill>
        <p:spPr>
          <a:xfrm xmlns:a="http://schemas.openxmlformats.org/drawingml/2006/main">
            <a:off x="5836480" y="2095500"/>
            <a:ext cx="3989061" cy="4064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83A55-C036-4B47-9D8B-02600AC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59" y="2270246"/>
            <a:ext cx="124418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5065E-7068-4E46-8A6E-ED56621A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9" y="2270246"/>
            <a:ext cx="2715310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with less than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8A5BA-5E3F-4F5A-914F-4560A850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2529172"/>
            <a:ext cx="2730877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0.08 solar masses will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C2704-7FE5-4C6E-B98B-EFC011DC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2788117"/>
            <a:ext cx="701182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B43F-A8CB-4012-B492-F0B95FA2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6" y="2788117"/>
            <a:ext cx="2361840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get hot enough for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B3355-5339-438F-A3B1-1D28729F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3043658"/>
            <a:ext cx="2731695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to occur in their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58BD1-312B-40B3-935E-B543572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3302583"/>
            <a:ext cx="911736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cores.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F1380D-1599-4FF3-8337-5FAD918E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59" y="3625441"/>
            <a:ext cx="124418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A6CED-5F28-4FA9-957B-7C7C9BF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9" y="3625441"/>
            <a:ext cx="2088316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called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4EE18-F2B1-4D09-B0D9-21FBE86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82" y="3625441"/>
            <a:ext cx="835415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brown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F4115-F38E-4E15-BFE0-1E9240CD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3884287"/>
            <a:ext cx="821429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FA299-C138-4F4E-8075-195A9751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352" y="3884287"/>
            <a:ext cx="105049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1E1BF-1410-4D50-8BF7-0DFE6989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59" y="4203796"/>
            <a:ext cx="124418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06E43-23C2-4D84-9218-4AFE2EEB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4203796"/>
            <a:ext cx="3105485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glow only from their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A62DB-39B3-4C04-9F0D-31E7683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7" y="4462698"/>
            <a:ext cx="2792316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internal heat from their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89DE4-B364-4109-BF64-450C6DF1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7" y="4721643"/>
            <a:ext cx="1087696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3D4DE7-5D36-4E9C-97B5-9ADCED50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59" y="5044426"/>
            <a:ext cx="124418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4F69A-B58F-4AD3-86F0-8BA24E96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8" y="5044426"/>
            <a:ext cx="2357868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masses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ADB9D-A1E8-48CE-ACF2-9CD07CEE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7" y="5300049"/>
            <a:ext cx="2957391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greater than Jupiter and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08344-48DB-428A-B9CA-5662F089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487" y="5558975"/>
            <a:ext cx="2344517" cy="430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than M dwarfs.</a:t>
            </a:r>
          </a:p>
        </p:txBody>
      </p:sp>
    </p:spTree>
    <p:extLst>
      <p:ext uri="{BB962C8B-B14F-4D97-AF65-F5344CB8AC3E}">
        <p14:creationId xmlns:p14="http://schemas.microsoft.com/office/powerpoint/2010/main" val="338033667"/>
      </p:ext>
    </p:extLst>
  </p:cSld>
</p:sld>
</file>

<file path=ppt/slides/slide5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does star formation look like?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a83b3f58394f31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03B75-565F-43E7-AD14-C7FB5A87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3728" y="5874338"/>
            <a:ext cx="4110297" cy="195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6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 of stars forming in a cluster from a gas cloud of 50 solar masses.</a:t>
            </a:r>
          </a:p>
        </p:txBody>
      </p:sp>
    </p:spTree>
    <p:extLst>
      <p:ext uri="{BB962C8B-B14F-4D97-AF65-F5344CB8AC3E}">
        <p14:creationId xmlns:p14="http://schemas.microsoft.com/office/powerpoint/2010/main" val="1635289080"/>
      </p:ext>
    </p:extLst>
  </p:cSld>
</p:sld>
</file>

<file path=ppt/slides/slide5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Protostars on the H-R Diagram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d92a8506046b4"/>
          <ns0:srcRect xmlns:ns0="http://schemas.openxmlformats.org/drawingml/2006/main" l="2309" r="44877" t="22035" b="5042"/>
          <a:stretch xmlns:a="http://schemas.openxmlformats.org/drawingml/2006/main"/>
        </p:blipFill>
        <p:spPr>
          <a:xfrm xmlns:a="http://schemas.openxmlformats.org/drawingml/2006/main">
            <a:off x="2742467" y="2095500"/>
            <a:ext cx="3809024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3E611-079C-4943-8942-23F8AF0D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815" y="2233510"/>
            <a:ext cx="115498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C36C-A1C1-437A-B398-1839A194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97" y="2233510"/>
            <a:ext cx="2130785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stars form they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986A7-30F0-43E4-9C20-1C45330A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2476345"/>
            <a:ext cx="1921975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 on the HR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B9219-95C2-47E3-B2BB-A13F2495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2716142"/>
            <a:ext cx="1008802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37485-5DA0-4CDB-8495-5DFBD03B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815" y="3019726"/>
            <a:ext cx="115498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E0AAE-2002-4AAD-A775-C6CC34F6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3019726"/>
            <a:ext cx="2186957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is always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D0FD6-C70C-417B-AFF1-5E506C4A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3262547"/>
            <a:ext cx="1558712" cy="403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getting hotter.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00E5A-B4A6-4B20-9462-F5F6AAE2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815" y="3563047"/>
            <a:ext cx="115498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7EAC8-EC0D-4760-AB18-96C1C08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3563047"/>
            <a:ext cx="2760913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remain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1D7DF-C18D-45D8-AA92-28CFC1A3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3805861"/>
            <a:ext cx="2471953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bright, but heat up as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840B7-139A-48A2-9A25-85E50F81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4048693"/>
            <a:ext cx="1149208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AA0E9-6760-4BA8-99DB-41A3537A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815" y="4349175"/>
            <a:ext cx="115498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21270-A868-44A7-AC06-99111E0D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4349175"/>
            <a:ext cx="2678536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Low-mass stars stay at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3C314-47AD-4F6C-8654-4BEF0FEA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4592035"/>
            <a:ext cx="2567122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temperature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3C01D-B9D5-46B7-9D63-F0E8EECF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4834866"/>
            <a:ext cx="2650527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(until fusion starts), but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C736F-E9E7-4C23-BF2B-EF31E9A4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21" y="5077698"/>
            <a:ext cx="2680364" cy="403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 fainter as they form.</a:t>
            </a:r>
          </a:p>
        </p:txBody>
      </p:sp>
    </p:spTree>
    <p:extLst>
      <p:ext uri="{BB962C8B-B14F-4D97-AF65-F5344CB8AC3E}">
        <p14:creationId xmlns:p14="http://schemas.microsoft.com/office/powerpoint/2010/main" val="1063710099"/>
      </p:ext>
    </p:extLst>
  </p:cSld>
</p:sld>
</file>

<file path=ppt/slides/slide5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Implication of Mass-Luminosity Relation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7f3ab162446d1"/>
          <ns0:srcRect xmlns:ns0="http://schemas.openxmlformats.org/drawingml/2006/main" l="3824" r="42713" t="39963" b="10924"/>
          <a:stretch xmlns:a="http://schemas.openxmlformats.org/drawingml/2006/main"/>
        </p:blipFill>
        <p:spPr>
          <a:xfrm xmlns:a="http://schemas.openxmlformats.org/drawingml/2006/main">
            <a:off x="2393360" y="3015039"/>
            <a:ext cx="4429744" cy="314446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BD56A-4244-4BEF-B7B6-8C2AC309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2025" y="2095500"/>
            <a:ext cx="6210699" cy="42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4E59F-D655-444F-A232-F7A66C7D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536" y="2478331"/>
            <a:ext cx="261986" cy="429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47B4A-4514-4394-9BF2-2B07FE76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3295" y="2479021"/>
            <a:ext cx="4499853" cy="428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9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9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3A4F2-F410-4829-B90F-972C64EC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3528888"/>
            <a:ext cx="2818891" cy="2816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have 40x mass of Sun, live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08C5A-3FB4-4D8B-BC9D-9E7BC411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3762311"/>
            <a:ext cx="1347075" cy="293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10,000x shorter.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AB8AD-2D70-4793-9DD7-EB65E5F4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4490568"/>
            <a:ext cx="2684446" cy="282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stars have 3x mass of Sun, live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92A2C-FD79-40E7-862E-47D3BC4B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4724393"/>
            <a:ext cx="992035" cy="2942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20x shorter.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1468F-8FAF-44FB-AE75-E567F00A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5208765"/>
            <a:ext cx="2852312" cy="289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half the mass of Sun,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9FD68-ACAE-424D-9176-5E13F466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328" y="5448190"/>
            <a:ext cx="1497151" cy="291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live 7x longer.</a:t>
            </a:r>
          </a:p>
        </p:txBody>
      </p:sp>
    </p:spTree>
    <p:extLst>
      <p:ext uri="{BB962C8B-B14F-4D97-AF65-F5344CB8AC3E}">
        <p14:creationId xmlns:p14="http://schemas.microsoft.com/office/powerpoint/2010/main" val="1194994481"/>
      </p:ext>
    </p:extLst>
  </p:cSld>
</p:sld>
</file>

<file path=ppt/slides/slide5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Formation times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a217c27cd49af"/>
          <ns0:srcRect xmlns:ns0="http://schemas.openxmlformats.org/drawingml/2006/main" l="2309" r="44877" t="22035" b="5042"/>
          <a:stretch xmlns:a="http://schemas.openxmlformats.org/drawingml/2006/main"/>
        </p:blipFill>
        <p:spPr>
          <a:xfrm xmlns:a="http://schemas.openxmlformats.org/drawingml/2006/main">
            <a:off x="2772430" y="2095500"/>
            <a:ext cx="3809024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2907A-FB7D-4617-912F-D25FFFFB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6776" y="2258636"/>
            <a:ext cx="122935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2856E-CE57-4524-8717-E2EB1E0B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2259054"/>
            <a:ext cx="2700988" cy="436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Just as massive stars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AF8CD-B7EB-485A-9FC0-8F0271F8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2553431"/>
            <a:ext cx="2520051" cy="4365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short lifetimes,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D8B56-E9A3-4F1A-8393-0057D2A8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2846617"/>
            <a:ext cx="2699154" cy="433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also form quickly.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41791-AD73-47B6-AA63-4BB382E5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6776" y="3205671"/>
            <a:ext cx="122935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D8530-0F5D-488B-9B04-2C8FC96B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3205699"/>
            <a:ext cx="2158935" cy="43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 stars reach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0C7C6-D37D-45DA-BCE3-723FD2F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3497139"/>
            <a:ext cx="2236381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0AFD7-33B1-46D2-BA48-D63556BB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3791546"/>
            <a:ext cx="1752558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100,000 years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DE510-4B07-4B18-95BE-7B581AF3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6776" y="4149689"/>
            <a:ext cx="122935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122BF-14AF-4517-BE40-276520ED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4149825"/>
            <a:ext cx="2263911" cy="4368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form in 30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11B9E-4EC1-4D97-B2FA-0166B304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4441108"/>
            <a:ext cx="1540622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million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2F2CE-86E2-45BB-9286-9122FA4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6776" y="4799298"/>
            <a:ext cx="122935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B953D-BE96-4F0D-9A3C-AD1A54CC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4799633"/>
            <a:ext cx="2323085" cy="436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can take 1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08230-2237-40D1-A04C-909B9E7F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582" y="5093725"/>
            <a:ext cx="1540183" cy="43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 years!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5E72C6-75B4-4DE7-8F55-333F687D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7354" y="2845501"/>
            <a:ext cx="101626" cy="200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FB890-F25E-4924-B198-771309F9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918" y="4479786"/>
            <a:ext cx="113509" cy="196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75B546-6227-4CF4-A8B1-899BF86E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439" y="5107354"/>
            <a:ext cx="144107" cy="218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1978514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Stars</dc:title>
  <dcterms:created xsi:type="dcterms:W3CDTF">2026-09-26T20:03:19.9030000Z</dcterms:created>
  <dcterms:modified xsi:type="dcterms:W3CDTF">2026-09-26T20:03:19.9030000Z</dcterms:modified>
</coreProperties>
</file>