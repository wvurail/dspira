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52be05d67b4ef9" /><Relationship Type="http://schemas.openxmlformats.org/officeDocument/2006/relationships/extended-properties" Target="/docProps/app.xml" Id="Rf308ec3a4c3448f0" /><Relationship Type="http://schemas.openxmlformats.org/officeDocument/2006/relationships/officeDocument" Target="/ppt/presentation.xml" Id="R3d2fa307db1b40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90b3b1f7884604"/>
  </p:sldMasterIdLst>
  <p:notesMasterIdLst>
    <p:notesMasterId xmlns:r="http://schemas.openxmlformats.org/officeDocument/2006/relationships" r:id="R1d565517e0734a6d"/>
  </p:notesMasterIdLst>
  <p:sldIdLst>
    <p:sldId xmlns:r="http://schemas.openxmlformats.org/officeDocument/2006/relationships" id="256" r:id="Radddea2a41f242de"/>
    <p:sldId xmlns:r="http://schemas.openxmlformats.org/officeDocument/2006/relationships" id="257" r:id="R02c991029b9441e1"/>
    <p:sldId xmlns:r="http://schemas.openxmlformats.org/officeDocument/2006/relationships" id="258" r:id="R92e0ce18961f47ee"/>
    <p:sldId xmlns:r="http://schemas.openxmlformats.org/officeDocument/2006/relationships" id="259" r:id="R100a31bfc84d4b08"/>
    <p:sldId xmlns:r="http://schemas.openxmlformats.org/officeDocument/2006/relationships" id="260" r:id="Rac92fb78543f4d98"/>
    <p:sldId xmlns:r="http://schemas.openxmlformats.org/officeDocument/2006/relationships" id="261" r:id="R57594e761a344f62"/>
    <p:sldId xmlns:r="http://schemas.openxmlformats.org/officeDocument/2006/relationships" id="262" r:id="R6126b5cc86d74cfd"/>
    <p:sldId xmlns:r="http://schemas.openxmlformats.org/officeDocument/2006/relationships" id="263" r:id="R113063f5d7f044b4"/>
    <p:sldId xmlns:r="http://schemas.openxmlformats.org/officeDocument/2006/relationships" id="264" r:id="Rc6932cb478c546ea"/>
    <p:sldId xmlns:r="http://schemas.openxmlformats.org/officeDocument/2006/relationships" id="265" r:id="R051696b7044e438d"/>
    <p:sldId xmlns:r="http://schemas.openxmlformats.org/officeDocument/2006/relationships" id="266" r:id="Rd828d4a9c30046fe"/>
    <p:sldId xmlns:r="http://schemas.openxmlformats.org/officeDocument/2006/relationships" id="267" r:id="R015603de2e0a4c26"/>
    <p:sldId xmlns:r="http://schemas.openxmlformats.org/officeDocument/2006/relationships" id="268" r:id="Rb10ed0b04ed5449b"/>
    <p:sldId xmlns:r="http://schemas.openxmlformats.org/officeDocument/2006/relationships" id="269" r:id="Rcea0400849d5488c"/>
    <p:sldId xmlns:r="http://schemas.openxmlformats.org/officeDocument/2006/relationships" id="270" r:id="R26cd34024cad4a26"/>
    <p:sldId xmlns:r="http://schemas.openxmlformats.org/officeDocument/2006/relationships" id="271" r:id="Rc395491d26684997"/>
    <p:sldId xmlns:r="http://schemas.openxmlformats.org/officeDocument/2006/relationships" id="272" r:id="Reb352c769a1d4c89"/>
    <p:sldId xmlns:r="http://schemas.openxmlformats.org/officeDocument/2006/relationships" id="273" r:id="R8270382cff2d4325"/>
    <p:sldId xmlns:r="http://schemas.openxmlformats.org/officeDocument/2006/relationships" id="274" r:id="Re02b240fe9054c77"/>
    <p:sldId xmlns:r="http://schemas.openxmlformats.org/officeDocument/2006/relationships" id="275" r:id="R60eb898f89f84e7f"/>
    <p:sldId xmlns:r="http://schemas.openxmlformats.org/officeDocument/2006/relationships" id="276" r:id="Rd0e1e3cd9a334de5"/>
    <p:sldId xmlns:r="http://schemas.openxmlformats.org/officeDocument/2006/relationships" id="277" r:id="R9417654fd49641d1"/>
    <p:sldId xmlns:r="http://schemas.openxmlformats.org/officeDocument/2006/relationships" id="278" r:id="Rff1203a8b82f4499"/>
    <p:sldId xmlns:r="http://schemas.openxmlformats.org/officeDocument/2006/relationships" id="279" r:id="Rf173811bd8cf4963"/>
    <p:sldId xmlns:r="http://schemas.openxmlformats.org/officeDocument/2006/relationships" id="280" r:id="Ra9b5a94954364b90"/>
    <p:sldId xmlns:r="http://schemas.openxmlformats.org/officeDocument/2006/relationships" id="281" r:id="R8025282c97654ac1"/>
    <p:sldId xmlns:r="http://schemas.openxmlformats.org/officeDocument/2006/relationships" id="282" r:id="R7300231860474d5f"/>
    <p:sldId xmlns:r="http://schemas.openxmlformats.org/officeDocument/2006/relationships" id="283" r:id="R0f27b47944d14560"/>
    <p:sldId xmlns:r="http://schemas.openxmlformats.org/officeDocument/2006/relationships" id="284" r:id="R9e25751c92b942cb"/>
    <p:sldId xmlns:r="http://schemas.openxmlformats.org/officeDocument/2006/relationships" id="285" r:id="R69afab9df2994657"/>
    <p:sldId xmlns:r="http://schemas.openxmlformats.org/officeDocument/2006/relationships" id="286" r:id="R46cdf16162da47f0"/>
    <p:sldId xmlns:r="http://schemas.openxmlformats.org/officeDocument/2006/relationships" id="287" r:id="Ra1541815f5a1456d"/>
    <p:sldId xmlns:r="http://schemas.openxmlformats.org/officeDocument/2006/relationships" id="288" r:id="R01f4aefb267e432e"/>
  </p:sldIdLst>
  <p:sldSz cx="9144000" cy="75438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555e0425a84318" /><Relationship Type="http://schemas.openxmlformats.org/officeDocument/2006/relationships/slideMaster" Target="/ppt/slideMasters/slideMaster1.xml" Id="R8a90b3b1f7884604" /><Relationship Type="http://schemas.openxmlformats.org/officeDocument/2006/relationships/notesMaster" Target="/ppt/notesMasters/notesMaster1.xml" Id="R1d565517e0734a6d" /><Relationship Type="http://schemas.openxmlformats.org/officeDocument/2006/relationships/presProps" Target="/ppt/presProps.xml" Id="Rc52ccab49d214f56" /><Relationship Type="http://schemas.openxmlformats.org/officeDocument/2006/relationships/tableStyles" Target="/ppt/tableStyles.xml" Id="R6680a3d3a4324d73" /><Relationship Type="http://schemas.openxmlformats.org/officeDocument/2006/relationships/slide" Target="/ppt/slides/slide1.xml" Id="Radddea2a41f242de" /><Relationship Type="http://schemas.openxmlformats.org/officeDocument/2006/relationships/slide" Target="/ppt/slides/slide2.xml" Id="R02c991029b9441e1" /><Relationship Type="http://schemas.openxmlformats.org/officeDocument/2006/relationships/slide" Target="/ppt/slides/slide3.xml" Id="R92e0ce18961f47ee" /><Relationship Type="http://schemas.openxmlformats.org/officeDocument/2006/relationships/slide" Target="/ppt/slides/slide4.xml" Id="R100a31bfc84d4b08" /><Relationship Type="http://schemas.openxmlformats.org/officeDocument/2006/relationships/slide" Target="/ppt/slides/slide5.xml" Id="Rac92fb78543f4d98" /><Relationship Type="http://schemas.openxmlformats.org/officeDocument/2006/relationships/slide" Target="/ppt/slides/slide6.xml" Id="R57594e761a344f62" /><Relationship Type="http://schemas.openxmlformats.org/officeDocument/2006/relationships/slide" Target="/ppt/slides/slide7.xml" Id="R6126b5cc86d74cfd" /><Relationship Type="http://schemas.openxmlformats.org/officeDocument/2006/relationships/slide" Target="/ppt/slides/slide8.xml" Id="R113063f5d7f044b4" /><Relationship Type="http://schemas.openxmlformats.org/officeDocument/2006/relationships/slide" Target="/ppt/slides/slide9.xml" Id="Rc6932cb478c546ea" /><Relationship Type="http://schemas.openxmlformats.org/officeDocument/2006/relationships/slide" Target="/ppt/slides/slide10.xml" Id="R051696b7044e438d" /><Relationship Type="http://schemas.openxmlformats.org/officeDocument/2006/relationships/slide" Target="/ppt/slides/slide11.xml" Id="Rd828d4a9c30046fe" /><Relationship Type="http://schemas.openxmlformats.org/officeDocument/2006/relationships/slide" Target="/ppt/slides/slide12.xml" Id="R015603de2e0a4c26" /><Relationship Type="http://schemas.openxmlformats.org/officeDocument/2006/relationships/slide" Target="/ppt/slides/slide13.xml" Id="Rb10ed0b04ed5449b" /><Relationship Type="http://schemas.openxmlformats.org/officeDocument/2006/relationships/slide" Target="/ppt/slides/slide14.xml" Id="Rcea0400849d5488c" /><Relationship Type="http://schemas.openxmlformats.org/officeDocument/2006/relationships/slide" Target="/ppt/slides/slide15.xml" Id="R26cd34024cad4a26" /><Relationship Type="http://schemas.openxmlformats.org/officeDocument/2006/relationships/slide" Target="/ppt/slides/slide16.xml" Id="Rc395491d26684997" /><Relationship Type="http://schemas.openxmlformats.org/officeDocument/2006/relationships/slide" Target="/ppt/slides/slide17.xml" Id="Reb352c769a1d4c89" /><Relationship Type="http://schemas.openxmlformats.org/officeDocument/2006/relationships/slide" Target="/ppt/slides/slide18.xml" Id="R8270382cff2d4325" /><Relationship Type="http://schemas.openxmlformats.org/officeDocument/2006/relationships/slide" Target="/ppt/slides/slide19.xml" Id="Re02b240fe9054c77" /><Relationship Type="http://schemas.openxmlformats.org/officeDocument/2006/relationships/slide" Target="/ppt/slides/slide20.xml" Id="R60eb898f89f84e7f" /><Relationship Type="http://schemas.openxmlformats.org/officeDocument/2006/relationships/slide" Target="/ppt/slides/slide21.xml" Id="Rd0e1e3cd9a334de5" /><Relationship Type="http://schemas.openxmlformats.org/officeDocument/2006/relationships/slide" Target="/ppt/slides/slide22.xml" Id="R9417654fd49641d1" /><Relationship Type="http://schemas.openxmlformats.org/officeDocument/2006/relationships/slide" Target="/ppt/slides/slide23.xml" Id="Rff1203a8b82f4499" /><Relationship Type="http://schemas.openxmlformats.org/officeDocument/2006/relationships/slide" Target="/ppt/slides/slide24.xml" Id="Rf173811bd8cf4963" /><Relationship Type="http://schemas.openxmlformats.org/officeDocument/2006/relationships/slide" Target="/ppt/slides/slide25.xml" Id="Ra9b5a94954364b90" /><Relationship Type="http://schemas.openxmlformats.org/officeDocument/2006/relationships/slide" Target="/ppt/slides/slide26.xml" Id="R8025282c97654ac1" /><Relationship Type="http://schemas.openxmlformats.org/officeDocument/2006/relationships/slide" Target="/ppt/slides/slide27.xml" Id="R7300231860474d5f" /><Relationship Type="http://schemas.openxmlformats.org/officeDocument/2006/relationships/slide" Target="/ppt/slides/slide28.xml" Id="R0f27b47944d14560" /><Relationship Type="http://schemas.openxmlformats.org/officeDocument/2006/relationships/slide" Target="/ppt/slides/slide29.xml" Id="R9e25751c92b942cb" /><Relationship Type="http://schemas.openxmlformats.org/officeDocument/2006/relationships/slide" Target="/ppt/slides/slide30.xml" Id="R69afab9df2994657" /><Relationship Type="http://schemas.openxmlformats.org/officeDocument/2006/relationships/slide" Target="/ppt/slides/slide31.xml" Id="R46cdf16162da47f0" /><Relationship Type="http://schemas.openxmlformats.org/officeDocument/2006/relationships/slide" Target="/ppt/slides/slide32.xml" Id="Ra1541815f5a1456d" /><Relationship Type="http://schemas.openxmlformats.org/officeDocument/2006/relationships/slide" Target="/ppt/slides/slide33.xml" Id="R01f4aefb267e43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b3518ae40b4a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e0fccb9e454889" /><Relationship Type="http://schemas.openxmlformats.org/officeDocument/2006/relationships/notesMaster" Target="/ppt/notesMasters/notesMaster1.xml" Id="Rf8ae1f1a4fab40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9822a24afd499e" /><Relationship Type="http://schemas.openxmlformats.org/officeDocument/2006/relationships/notesMaster" Target="/ppt/notesMasters/notesMaster1.xml" Id="Re1943fffad5542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596831112a4634" /><Relationship Type="http://schemas.openxmlformats.org/officeDocument/2006/relationships/notesMaster" Target="/ppt/notesMasters/notesMaster1.xml" Id="Rb746513b957e45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940ba3fe4d4c67" /><Relationship Type="http://schemas.openxmlformats.org/officeDocument/2006/relationships/notesMaster" Target="/ppt/notesMasters/notesMaster1.xml" Id="Rce374bf006094b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33d7c193d949eb" /><Relationship Type="http://schemas.openxmlformats.org/officeDocument/2006/relationships/notesMaster" Target="/ppt/notesMasters/notesMaster1.xml" Id="Re871b3255bdd41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a929d894fa245a0" /><Relationship Type="http://schemas.openxmlformats.org/officeDocument/2006/relationships/notesMaster" Target="/ppt/notesMasters/notesMaster1.xml" Id="R1e837349aea34e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8811f96c434c92" /><Relationship Type="http://schemas.openxmlformats.org/officeDocument/2006/relationships/notesMaster" Target="/ppt/notesMasters/notesMaster1.xml" Id="R0ef44b20049e44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b446c9c0364653" /><Relationship Type="http://schemas.openxmlformats.org/officeDocument/2006/relationships/notesMaster" Target="/ppt/notesMasters/notesMaster1.xml" Id="Rf2b5bb0831a647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001d3aa7ce40c9" /><Relationship Type="http://schemas.openxmlformats.org/officeDocument/2006/relationships/notesMaster" Target="/ppt/notesMasters/notesMaster1.xml" Id="R49146a9e258c4f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bad7808e28440da" /><Relationship Type="http://schemas.openxmlformats.org/officeDocument/2006/relationships/notesMaster" Target="/ppt/notesMasters/notesMaster1.xml" Id="R68b7a886940643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48ec27639740cc" /><Relationship Type="http://schemas.openxmlformats.org/officeDocument/2006/relationships/notesMaster" Target="/ppt/notesMasters/notesMaster1.xml" Id="R49d16da4ade043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4a7afa2f8fe4b58" /><Relationship Type="http://schemas.openxmlformats.org/officeDocument/2006/relationships/notesMaster" Target="/ppt/notesMasters/notesMaster1.xml" Id="R9f31daab12704f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d2b65b27c14d18" /><Relationship Type="http://schemas.openxmlformats.org/officeDocument/2006/relationships/notesMaster" Target="/ppt/notesMasters/notesMaster1.xml" Id="R563e18558adc472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a726f6c33184e2e" /><Relationship Type="http://schemas.openxmlformats.org/officeDocument/2006/relationships/notesMaster" Target="/ppt/notesMasters/notesMaster1.xml" Id="Rbbdccb247f894f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7a044fc52eb4c11" /><Relationship Type="http://schemas.openxmlformats.org/officeDocument/2006/relationships/notesMaster" Target="/ppt/notesMasters/notesMaster1.xml" Id="R233cf0f4bafd4d0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9ad7eb3a35046ab" /><Relationship Type="http://schemas.openxmlformats.org/officeDocument/2006/relationships/notesMaster" Target="/ppt/notesMasters/notesMaster1.xml" Id="Rbd9ee28d5b0e4de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0203c961f074e42" /><Relationship Type="http://schemas.openxmlformats.org/officeDocument/2006/relationships/notesMaster" Target="/ppt/notesMasters/notesMaster1.xml" Id="R901813d8dfaa490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32d96ba438f40ca" /><Relationship Type="http://schemas.openxmlformats.org/officeDocument/2006/relationships/notesMaster" Target="/ppt/notesMasters/notesMaster1.xml" Id="R406d2a24e63a47c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59f2dd3791e49cc" /><Relationship Type="http://schemas.openxmlformats.org/officeDocument/2006/relationships/notesMaster" Target="/ppt/notesMasters/notesMaster1.xml" Id="Rd04b7eed381b4ab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e80680b8d964b25" /><Relationship Type="http://schemas.openxmlformats.org/officeDocument/2006/relationships/notesMaster" Target="/ppt/notesMasters/notesMaster1.xml" Id="Rb1a0bb09eecf405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a0f1450f2774e39" /><Relationship Type="http://schemas.openxmlformats.org/officeDocument/2006/relationships/notesMaster" Target="/ppt/notesMasters/notesMaster1.xml" Id="Rbb9fb8356928419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b0e3b7c40fc4d42" /><Relationship Type="http://schemas.openxmlformats.org/officeDocument/2006/relationships/notesMaster" Target="/ppt/notesMasters/notesMaster1.xml" Id="Rcf9f147a01a841f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f4ab2d9e9dc46bd" /><Relationship Type="http://schemas.openxmlformats.org/officeDocument/2006/relationships/notesMaster" Target="/ppt/notesMasters/notesMaster1.xml" Id="Rfe34c666dca5411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df89ddebbdf4bd1" /><Relationship Type="http://schemas.openxmlformats.org/officeDocument/2006/relationships/notesMaster" Target="/ppt/notesMasters/notesMaster1.xml" Id="R415561ce355b4e1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dce39c90f3d4493" /><Relationship Type="http://schemas.openxmlformats.org/officeDocument/2006/relationships/notesMaster" Target="/ppt/notesMasters/notesMaster1.xml" Id="R2628529969f74e7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d79ecafc0bb44fd" /><Relationship Type="http://schemas.openxmlformats.org/officeDocument/2006/relationships/notesMaster" Target="/ppt/notesMasters/notesMaster1.xml" Id="R97ebfa8b77004cb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d7ab3c09eb749ee" /><Relationship Type="http://schemas.openxmlformats.org/officeDocument/2006/relationships/notesMaster" Target="/ppt/notesMasters/notesMaster1.xml" Id="Rf9b1f52b848a45d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5e70d51b2334ef3" /><Relationship Type="http://schemas.openxmlformats.org/officeDocument/2006/relationships/notesMaster" Target="/ppt/notesMasters/notesMaster1.xml" Id="Rfce645b53588458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1a090d113274ece" /><Relationship Type="http://schemas.openxmlformats.org/officeDocument/2006/relationships/notesMaster" Target="/ppt/notesMasters/notesMaster1.xml" Id="Re3899a4d9fc2463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fa4a876a0374498" /><Relationship Type="http://schemas.openxmlformats.org/officeDocument/2006/relationships/notesMaster" Target="/ppt/notesMasters/notesMaster1.xml" Id="Rf022a5d135354bd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8c10154efdd4fe2" /><Relationship Type="http://schemas.openxmlformats.org/officeDocument/2006/relationships/notesMaster" Target="/ppt/notesMasters/notesMaster1.xml" Id="Rae74420179264ee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fa35fe35acb4e73" /><Relationship Type="http://schemas.openxmlformats.org/officeDocument/2006/relationships/notesMaster" Target="/ppt/notesMasters/notesMaster1.xml" Id="R77a9e5dae9de409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b8324efb5b946ee" /><Relationship Type="http://schemas.openxmlformats.org/officeDocument/2006/relationships/notesMaster" Target="/ppt/notesMasters/notesMaster1.xml" Id="R4038a70e143b4e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318e2a6960485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6c845002d44c4f" /><Relationship Type="http://schemas.openxmlformats.org/officeDocument/2006/relationships/slideLayout" Target="/ppt/slideLayouts/slideLayout1.xml" Id="R4c424294060e43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424294060e43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eb0b0a6e48a64564"/><Relationship Type="http://schemas.openxmlformats.org/officeDocument/2006/relationships/image" Target="/ppt/media/image.png" Id="R1bfa6307b48a4ef0"/><Relationship Type="http://schemas.openxmlformats.org/officeDocument/2006/relationships/notesSlide" Target="/ppt/notesSlides/notesSlide1.xml" Id="R76439fb380b44e25"/><Relationship Id="rIdDspiraLink1" Type="http://schemas.openxmlformats.org/officeDocument/2006/relationships/hyperlink" Target="http://www.youtube.com/watch?v=vIy76M-4txo" TargetMode="External"/><Relationship Id="rIdDspiraLink2" Type="http://schemas.openxmlformats.org/officeDocument/2006/relationships/hyperlink" Target="http://www.youtube.com/watch?v=vIy76M-4txo" TargetMode="External"/><Relationship Id="rIdDspiraLink3" Type="http://schemas.openxmlformats.org/officeDocument/2006/relationships/hyperlink" Target="https://www.youtube.com/watch?v=buqtdpuZxvk" TargetMode="External"/><Relationship Id="rIdDspiraLink4" Type="http://schemas.openxmlformats.org/officeDocument/2006/relationships/hyperlink" Target="https://www.youtube.com/watch?v=buqtdpuZxvk" TargetMode="External"/><Relationship Id="rIdDspiraLink5" Type="http://schemas.openxmlformats.org/officeDocument/2006/relationships/hyperlink" Target="https://www.youtube.com/watch?v=buqtdpuZxvk" TargetMode="External"/><Relationship Id="rIdDspiraLink6" Type="http://schemas.openxmlformats.org/officeDocument/2006/relationships/hyperlink" Target="http://www.youtube.com/watch?v=vIy76M-4txo" TargetMode="External"/><Relationship Id="rIdDspiraLink7" Type="http://schemas.openxmlformats.org/officeDocument/2006/relationships/hyperlink" Target="http://www.youtube.com/watch?" TargetMode="External"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adbbbccf04413" /><Relationship Type="http://schemas.openxmlformats.org/officeDocument/2006/relationships/image" Target="/ppt/media/image2.png" Id="R9bc17312579a4d22" /><Relationship Type="http://schemas.openxmlformats.org/officeDocument/2006/relationships/notesSlide" Target="/ppt/notesSlides/notesSlide2.xml" Id="Rdb2a8ae18f1244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387250f094cd7" /><Relationship Type="http://schemas.openxmlformats.org/officeDocument/2006/relationships/image" Target="/ppt/media/image3.png" Id="R2d042d26bd3d4379" /><Relationship Type="http://schemas.openxmlformats.org/officeDocument/2006/relationships/notesSlide" Target="/ppt/notesSlides/notesSlide3.xml" Id="R367c1686851441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9a05110bf433d" /><Relationship Type="http://schemas.openxmlformats.org/officeDocument/2006/relationships/image" Target="/ppt/media/image4.png" Id="Rfa3883c6e30c4a39" /><Relationship Type="http://schemas.openxmlformats.org/officeDocument/2006/relationships/notesSlide" Target="/ppt/notesSlides/notesSlide4.xml" Id="R0bd81ee181e149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39363359b4797" /><Relationship Type="http://schemas.openxmlformats.org/officeDocument/2006/relationships/image" Target="/ppt/media/image5.png" Id="Re5a84da4e3504b98" /><Relationship Type="http://schemas.openxmlformats.org/officeDocument/2006/relationships/notesSlide" Target="/ppt/notesSlides/notesSlide5.xml" Id="R54a15a2deb3946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c6ab985694fe7" /><Relationship Type="http://schemas.openxmlformats.org/officeDocument/2006/relationships/image" Target="/ppt/media/image6.png" Id="Re02a17bed995493d" /><Relationship Type="http://schemas.openxmlformats.org/officeDocument/2006/relationships/notesSlide" Target="/ppt/notesSlides/notesSlide6.xml" Id="Ra5a25dbef06040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f9bf9cd7f4dfa" /><Relationship Type="http://schemas.openxmlformats.org/officeDocument/2006/relationships/image" Target="/ppt/media/image7.png" Id="Re8de5c520a4b433f" /><Relationship Type="http://schemas.openxmlformats.org/officeDocument/2006/relationships/notesSlide" Target="/ppt/notesSlides/notesSlide7.xml" Id="R3bfced633ced43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144d7f4064905" /><Relationship Type="http://schemas.openxmlformats.org/officeDocument/2006/relationships/image" Target="/ppt/media/image8.png" Id="Rafb1f95c9d274285" /><Relationship Type="http://schemas.openxmlformats.org/officeDocument/2006/relationships/notesSlide" Target="/ppt/notesSlides/notesSlide8.xml" Id="Rcd2d198738d748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f28d39ad2f4ccf" /><Relationship Type="http://schemas.openxmlformats.org/officeDocument/2006/relationships/image" Target="/ppt/media/image9.png" Id="R012696d4b91242ab" /><Relationship Type="http://schemas.openxmlformats.org/officeDocument/2006/relationships/notesSlide" Target="/ppt/notesSlides/notesSlide9.xml" Id="R6928188b6db940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be00e81de4b10" /><Relationship Type="http://schemas.openxmlformats.org/officeDocument/2006/relationships/image" Target="/ppt/media/image10.png" Id="Re4fedce1301d4a61" /><Relationship Type="http://schemas.openxmlformats.org/officeDocument/2006/relationships/notesSlide" Target="/ppt/notesSlides/notesSlide10.xml" Id="Rd27b0dbf18cb4ef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2dda032ee4c28" /><Relationship Type="http://schemas.openxmlformats.org/officeDocument/2006/relationships/image" Target="/ppt/media/image11.png" Id="R9258a16a269e4876" /><Relationship Type="http://schemas.openxmlformats.org/officeDocument/2006/relationships/notesSlide" Target="/ppt/notesSlides/notesSlide11.xml" Id="Rcf5faf218d4044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4d9deac9143f8" /><Relationship Type="http://schemas.openxmlformats.org/officeDocument/2006/relationships/image" Target="/ppt/media/image12.png" Id="R866042d368e640e6" /><Relationship Type="http://schemas.openxmlformats.org/officeDocument/2006/relationships/notesSlide" Target="/ppt/notesSlides/notesSlide12.xml" Id="R008afcef261a4eb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d0125e2f34455" /><Relationship Type="http://schemas.openxmlformats.org/officeDocument/2006/relationships/image" Target="/ppt/media/image13.png" Id="R0a2d06d137254e17" /><Relationship Type="http://schemas.openxmlformats.org/officeDocument/2006/relationships/notesSlide" Target="/ppt/notesSlides/notesSlide13.xml" Id="R70eebef6fde04d6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599c8bab5428f" /><Relationship Type="http://schemas.openxmlformats.org/officeDocument/2006/relationships/image" Target="/ppt/media/image14.png" Id="R9f10a2f27b6544ee" /><Relationship Type="http://schemas.openxmlformats.org/officeDocument/2006/relationships/notesSlide" Target="/ppt/notesSlides/notesSlide14.xml" Id="Rf4dd316228b344e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cc54d849344f62" /><Relationship Type="http://schemas.openxmlformats.org/officeDocument/2006/relationships/image" Target="/ppt/media/image15.png" Id="R93e1508d903947cf" /><Relationship Type="http://schemas.openxmlformats.org/officeDocument/2006/relationships/notesSlide" Target="/ppt/notesSlides/notesSlide15.xml" Id="Re706b848415342c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2e6343fe24550" /><Relationship Type="http://schemas.openxmlformats.org/officeDocument/2006/relationships/image" Target="/ppt/media/image16.png" Id="R4d64c4a944394d3a" /><Relationship Type="http://schemas.openxmlformats.org/officeDocument/2006/relationships/notesSlide" Target="/ppt/notesSlides/notesSlide16.xml" Id="R4424e0fa6f374eb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120f08f72454c" /><Relationship Type="http://schemas.openxmlformats.org/officeDocument/2006/relationships/image" Target="/ppt/media/image17.png" Id="R527625cd77a7491f" /><Relationship Type="http://schemas.openxmlformats.org/officeDocument/2006/relationships/notesSlide" Target="/ppt/notesSlides/notesSlide17.xml" Id="R4d08fd2514d8490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201f2b2944df9" /><Relationship Type="http://schemas.openxmlformats.org/officeDocument/2006/relationships/image" Target="/ppt/media/image18.png" Id="R46a0a32c017341d6" /><Relationship Type="http://schemas.openxmlformats.org/officeDocument/2006/relationships/notesSlide" Target="/ppt/notesSlides/notesSlide18.xml" Id="Rf55611067613484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b2e83d23814285" /><Relationship Type="http://schemas.openxmlformats.org/officeDocument/2006/relationships/image" Target="/ppt/media/image19.png" Id="R6e887bdf16ba4dbb" /><Relationship Type="http://schemas.openxmlformats.org/officeDocument/2006/relationships/notesSlide" Target="/ppt/notesSlides/notesSlide19.xml" Id="R9759be591f38452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173c9d0b94482" /><Relationship Type="http://schemas.openxmlformats.org/officeDocument/2006/relationships/image" Target="/ppt/media/image20.png" Id="Rf6aca36a674d4ba4" /><Relationship Type="http://schemas.openxmlformats.org/officeDocument/2006/relationships/notesSlide" Target="/ppt/notesSlides/notesSlide20.xml" Id="Rbb8a271db0a9494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ffbda1df024b3f" /><Relationship Type="http://schemas.openxmlformats.org/officeDocument/2006/relationships/image" Target="/ppt/media/image21.png" Id="R1fe02b287f62474e" /><Relationship Type="http://schemas.openxmlformats.org/officeDocument/2006/relationships/notesSlide" Target="/ppt/notesSlides/notesSlide21.xml" Id="Rd159f4f58f87447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0bf2c30314846" /><Relationship Type="http://schemas.openxmlformats.org/officeDocument/2006/relationships/image" Target="/ppt/media/image22.png" Id="Rb7ee3ac7404e4f62" /><Relationship Type="http://schemas.openxmlformats.org/officeDocument/2006/relationships/notesSlide" Target="/ppt/notesSlides/notesSlide22.xml" Id="R670ca11d950d483a" 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7ddac23f18b74a72"/><Relationship Type="http://schemas.openxmlformats.org/officeDocument/2006/relationships/image" Target="/ppt/media/image23.png" Id="R42004b8048ee400d"/><Relationship Type="http://schemas.openxmlformats.org/officeDocument/2006/relationships/notesSlide" Target="/ppt/notesSlides/notesSlide23.xml" Id="R3496bf0a1018459c"/><Relationship Id="rIdDspiraLink1" Type="http://schemas.openxmlformats.org/officeDocument/2006/relationships/hyperlink" Target="http://www.youtube.com/watch?" TargetMode="External"/><Relationship Id="rIdDspiraLink2" Type="http://schemas.openxmlformats.org/officeDocument/2006/relationships/hyperlink" Target="http://www.youtube.com/watch?" TargetMode="External"/><Relationship Id="rIdDspiraLink3" Type="http://schemas.openxmlformats.org/officeDocument/2006/relationships/hyperlink" Target="http://www.youtube.com/watch?" TargetMode="External"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4215672444338" /><Relationship Type="http://schemas.openxmlformats.org/officeDocument/2006/relationships/image" Target="/ppt/media/image24.png" Id="R0184e4b433c04f7f" /><Relationship Type="http://schemas.openxmlformats.org/officeDocument/2006/relationships/notesSlide" Target="/ppt/notesSlides/notesSlide24.xml" Id="R0e43b913fa2f4df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4ec38ef7c0439c" /><Relationship Type="http://schemas.openxmlformats.org/officeDocument/2006/relationships/image" Target="/ppt/media/image25.png" Id="R9adcb73277dc49d7" /><Relationship Type="http://schemas.openxmlformats.org/officeDocument/2006/relationships/notesSlide" Target="/ppt/notesSlides/notesSlide25.xml" Id="R4559dffbaafb4a8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eb4d231fb4718" /><Relationship Type="http://schemas.openxmlformats.org/officeDocument/2006/relationships/image" Target="/ppt/media/image26.png" Id="R49bf07ece6414aeb" /><Relationship Type="http://schemas.openxmlformats.org/officeDocument/2006/relationships/notesSlide" Target="/ppt/notesSlides/notesSlide26.xml" Id="R30adab9c529b4ce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5073af9fa4498" /><Relationship Type="http://schemas.openxmlformats.org/officeDocument/2006/relationships/image" Target="/ppt/media/image27.png" Id="R59101ab9b17a44bf" /><Relationship Type="http://schemas.openxmlformats.org/officeDocument/2006/relationships/notesSlide" Target="/ppt/notesSlides/notesSlide27.xml" Id="R5900c91f987f4fb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a8e3a4c1d4cd5" /><Relationship Type="http://schemas.openxmlformats.org/officeDocument/2006/relationships/image" Target="/ppt/media/image28.png" Id="Rf1a9446167bb4eb9" /><Relationship Type="http://schemas.openxmlformats.org/officeDocument/2006/relationships/notesSlide" Target="/ppt/notesSlides/notesSlide28.xml" Id="Rb31f62ba453b4f9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23e987c464a28" /><Relationship Type="http://schemas.openxmlformats.org/officeDocument/2006/relationships/image" Target="/ppt/media/image29.png" Id="R38bfb5b25a514d63" /><Relationship Type="http://schemas.openxmlformats.org/officeDocument/2006/relationships/notesSlide" Target="/ppt/notesSlides/notesSlide29.xml" Id="R265b572528f54c6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1fb84257ac46ac" /><Relationship Type="http://schemas.openxmlformats.org/officeDocument/2006/relationships/image" Target="/ppt/media/image30.png" Id="R18eac273b76241f7" /><Relationship Type="http://schemas.openxmlformats.org/officeDocument/2006/relationships/notesSlide" Target="/ppt/notesSlides/notesSlide30.xml" Id="R790faaec4a9249aa" 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8bbad6cba5cc4255"/><Relationship Type="http://schemas.openxmlformats.org/officeDocument/2006/relationships/image" Target="/ppt/media/image31.png" Id="Rbea9682c1d764489"/><Relationship Type="http://schemas.openxmlformats.org/officeDocument/2006/relationships/notesSlide" Target="/ppt/notesSlides/notesSlide31.xml" Id="R054bbce37112488a"/><Relationship Id="rIdDspiraLink1" Type="http://schemas.openxmlformats.org/officeDocument/2006/relationships/hyperlink" Target="https://astro.unl.edu/naap/motion2/animations/ce_hc.html" TargetMode="External"/><Relationship Id="rIdDspiraLink2" Type="http://schemas.openxmlformats.org/officeDocument/2006/relationships/hyperlink" Target="https://astro.unl.edu/naap/motion2/animations/ce_hc.html" TargetMode="External"/><Relationship Id="rIdDspiraLink3" Type="http://schemas.openxmlformats.org/officeDocument/2006/relationships/hyperlink" Target="https://www.solarsystemscope.com" TargetMode="External"/><Relationship Id="rIdDspiraLink4" Type="http://schemas.openxmlformats.org/officeDocument/2006/relationships/hyperlink" Target="https://astro.unl.edu/naap/motion2/animations/ce_hc.html" TargetMode="External"/><Relationship Id="rIdDspiraLink5" Type="http://schemas.openxmlformats.org/officeDocument/2006/relationships/hyperlink" Target="https://www.solarsystemscope.com" TargetMode="External"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f3547570945f0" /><Relationship Type="http://schemas.openxmlformats.org/officeDocument/2006/relationships/image" Target="/ppt/media/image32.png" Id="R279adcd92d40411f" /><Relationship Type="http://schemas.openxmlformats.org/officeDocument/2006/relationships/notesSlide" Target="/ppt/notesSlides/notesSlide32.xml" Id="R75590d4815ea422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148ad03cb34213" /><Relationship Type="http://schemas.openxmlformats.org/officeDocument/2006/relationships/image" Target="/ppt/media/image33.png" Id="R1799987ded5a4e01" /><Relationship Type="http://schemas.openxmlformats.org/officeDocument/2006/relationships/notesSlide" Target="/ppt/notesSlides/notesSlide33.xml" Id="R4c2477bf48444d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a6307b48a4ef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D05661-0E29-433D-BD81-EE1ACD57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828678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Galaxy Song!!!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349A32-9CEF-4AC0-8061-53EA8C06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97265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From Monty Python’s “Meaning of Life”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AC4EA-8DEC-4AAF-966B-E04F3ADE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7652"/>
            <a:ext cx="727807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http://www.youtube.com/watch?v=vIy76M-4txo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0A91C-283B-4E52-B829-BBDB2C42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4372"/>
            <a:ext cx="238084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(PG-13) https://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423C7C-7201-45F1-B42F-B1F0A2B7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80132"/>
            <a:ext cx="649437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www.youtube.com/watch?v=buqtdpuZxvk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FACC9-CBEE-4867-83FD-D49BCC90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16884"/>
            <a:ext cx="268234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Where are we?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E9A34C-0CD3-4F58-B3AF-139502AD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14724"/>
            <a:ext cx="578460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B17E35-D249-4D02-8CDB-52CEBA28A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41444"/>
            <a:ext cx="321112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v=17jymDn0W6U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281150-4D61-4928-8657-94EEE0AF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89E2A-96EE-4046-A008-DF3BD887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4FBC08-F437-44DD-AF3E-D90EF378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33</a:t>
            </a:r>
          </a:p>
        </p:txBody>
      </p:sp>
      <p:sp>
        <p:nvSpPr>
          <p:cNvPr id="14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60" y="1849120"/>
            <a:ext cx="967740" cy="29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5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770" y="1849120"/>
            <a:ext cx="6350000" cy="29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6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60" y="2275840"/>
            <a:ext cx="2072640" cy="29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7" name="Link 4">
            <ns0:hlinkClick xmlns:ns0="http://schemas.openxmlformats.org/drawingml/2006/main" xmlns:ns1="http://schemas.openxmlformats.org/officeDocument/2006/relationships" ns1:id="rIdDspiraLin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670" y="2283460"/>
            <a:ext cx="342900" cy="2679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8" name="Link 5">
            <ns0:hlinkClick xmlns:ns0="http://schemas.openxmlformats.org/drawingml/2006/main" xmlns:ns1="http://schemas.openxmlformats.org/officeDocument/2006/relationships" ns1:id="rIdDspiraLin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60" y="2641600"/>
            <a:ext cx="6497320" cy="29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9" name="Link 6">
            <ns0:hlinkClick xmlns:ns0="http://schemas.openxmlformats.org/drawingml/2006/main" xmlns:ns1="http://schemas.openxmlformats.org/officeDocument/2006/relationships" ns1:id="rIdDspiraLink6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7652"/>
            <a:ext cx="7278076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0" name="Link 7">
            <ns0:hlinkClick xmlns:ns0="http://schemas.openxmlformats.org/drawingml/2006/main" xmlns:ns1="http://schemas.openxmlformats.org/officeDocument/2006/relationships" ns1:id="rIdDspiraLink7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14724"/>
            <a:ext cx="5784606" cy="568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7299096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c17312579a4d2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2849C-3105-4C7F-A8C1-ACC08CB3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086" y="6175248"/>
            <a:ext cx="8924514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Night Sky from Earth – Daily Motion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B16ECF-5CFF-47E3-9DEC-F4FB805B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B098E-AB85-4ADC-A2AF-C2AB31FB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CAEC0-D81F-41BC-9C5C-BCDE7A1B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33</a:t>
            </a:r>
          </a:p>
        </p:txBody>
      </p:sp>
    </p:spTree>
    <p:extLst>
      <p:ext uri="{BB962C8B-B14F-4D97-AF65-F5344CB8AC3E}">
        <p14:creationId xmlns:p14="http://schemas.microsoft.com/office/powerpoint/2010/main" val="7962817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42d26bd3d437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556F3-CD0C-4B1E-A751-5FD1EAA1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24739"/>
            <a:ext cx="8934719" cy="73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1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1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Lecture 1 Review (Where are we?)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B2694A-456E-42DC-9B1D-4CC76E90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0B915-EEA4-4D5F-BECB-FF742D0F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2E60C0-B50F-43A1-B504-73E7A749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33</a:t>
            </a:r>
          </a:p>
        </p:txBody>
      </p:sp>
    </p:spTree>
    <p:extLst>
      <p:ext uri="{BB962C8B-B14F-4D97-AF65-F5344CB8AC3E}">
        <p14:creationId xmlns:p14="http://schemas.microsoft.com/office/powerpoint/2010/main" val="14815871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3883c6e30c4a3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3B29B-0452-46FD-9151-D121D703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61301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Night Sky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0D6F0D-CF1A-4162-9C9C-DA48B936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3033440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Goals for Today: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13B20-FB5D-4A18-AF23-A3692AAA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67586"/>
            <a:ext cx="7843196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What does the Universe look like from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D9F94-FE68-446A-A4A9-EA1B0D76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2218436"/>
            <a:ext cx="1246347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Earth?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CC70BF-1FD2-4D20-80AD-EB4BBFA9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4216"/>
            <a:ext cx="7957449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What are constellations and asterisms?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D0CE26-00A9-4C32-A84B-A5CAB6F6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68726"/>
            <a:ext cx="6066983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What is the Celestial Sphere?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52862-A741-4195-B2B1-8CBD59D6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94506"/>
            <a:ext cx="543129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B843A-0F90-423A-86CF-A10AE062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" y="3794506"/>
            <a:ext cx="5173816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How do stars move (daily)?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95EBB6-201A-4B85-AEEC-F6D537CD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44796"/>
            <a:ext cx="3035305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Words to know: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7319CA-F59C-4E02-9D7A-ADD50A60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844796"/>
            <a:ext cx="4740336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Asterism, celestial north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DC259B-212D-4852-9DB6-1584A28F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5295646"/>
            <a:ext cx="6311255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and south poles, horizon, zenith,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0B8BD5-9DAC-4FA1-ACF2-E1BD06B0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5746496"/>
            <a:ext cx="3950209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altitude, circumpolar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D110FB-4CAB-411F-8765-C82FEC4B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67304-E37D-43CD-90DA-33D3670B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D858C8-DFC7-484E-AA6A-57520394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33</a:t>
            </a:r>
          </a:p>
        </p:txBody>
      </p:sp>
    </p:spTree>
    <p:extLst>
      <p:ext uri="{BB962C8B-B14F-4D97-AF65-F5344CB8AC3E}">
        <p14:creationId xmlns:p14="http://schemas.microsoft.com/office/powerpoint/2010/main" val="16538102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a84da4e3504b98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E176CA-F2DB-455B-A953-13F20BFD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3436"/>
            <a:ext cx="774304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What does the Universe look like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EFD0B1-0E1A-4869-99BA-BFFC085D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01116"/>
            <a:ext cx="273090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from Earth?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6E181-24D6-46B7-B0C9-B0566A62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76070"/>
            <a:ext cx="3500919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With the naked eye,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CDB40B-305E-435A-935F-272868D6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77390"/>
            <a:ext cx="2994820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can see more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D4DAB9-4FF1-4FE2-B84A-0F7E5F3E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78710"/>
            <a:ext cx="3109622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than 2,000 stars.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292DCF-6A6C-4C69-BBBE-A7CC2D97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81300"/>
            <a:ext cx="3499254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can also see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421AB5-80FE-498B-B992-9C487BDE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82620"/>
            <a:ext cx="3294961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Milky Way, most of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FDD8FC-BF40-4761-9060-DC6129BA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83940"/>
            <a:ext cx="3184486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planets, many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2ABE19-2DD2-482D-84B7-8AC665FE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86530"/>
            <a:ext cx="2883020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comets, a whole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840218-6FFD-4530-8A42-B947CC18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87850"/>
            <a:ext cx="3322247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bunch of satellites,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BC9BCD-59E2-42B1-98F1-FEBF5496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89170"/>
            <a:ext cx="3284970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some galaxies.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AD8C1B-BC2B-4F9A-B4A9-74664518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8DF1D4-E8C4-4AAE-88B1-67D07106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4C7500-E0CD-4B1C-B3F8-DD5331B1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33</a:t>
            </a:r>
          </a:p>
        </p:txBody>
      </p:sp>
    </p:spTree>
    <p:extLst>
      <p:ext uri="{BB962C8B-B14F-4D97-AF65-F5344CB8AC3E}">
        <p14:creationId xmlns:p14="http://schemas.microsoft.com/office/powerpoint/2010/main" val="5657582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a17bed995493d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C39674-7BAC-4D3A-839C-D2D4D4F4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7327"/>
            <a:ext cx="7986454" cy="652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1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21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Constellations – Modern Definition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67C522-4FDD-4CB0-9E14-D7D6C4F9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39012"/>
            <a:ext cx="34320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101DD3-6C58-4D38-990F-298184E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520" y="1239012"/>
            <a:ext cx="198881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constellation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46861-5A83-4659-AFF4-73F17A3C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780" y="1239012"/>
            <a:ext cx="506396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is a loose grouping of stars that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7F4B6C-1DDA-428A-9865-8E976086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1603502"/>
            <a:ext cx="585489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appear close together in the night sky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FD5AD-7B52-46BC-AF2A-95F2E760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0382"/>
            <a:ext cx="745389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ancient times, they included only bright stars.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C2C8F-9F86-41DB-861A-F19E26DF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301" y="2477262"/>
            <a:ext cx="655580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Today, there are an agreed-upon set of 88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D787F8-1971-415C-95C8-A50E69FE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2843022"/>
            <a:ext cx="747491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constellations that together divide the entire sky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F70842-B2DD-4B94-B3CD-054CC8D6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59582"/>
            <a:ext cx="14478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E12E60-8C96-49A4-A9AB-FF85ECFE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7830" y="3279902"/>
            <a:ext cx="561593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Like a country boundary, “the star's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EB239E-3850-40E1-B8AF-ADDFC19A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7830" y="3644392"/>
            <a:ext cx="148895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address”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D62BD5-B39B-44E8-BF66-621E610A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F7145F-5D68-4E9B-81D3-7C7419E8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97D87-4278-4170-A6BC-E7B0DF35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33</a:t>
            </a:r>
          </a:p>
        </p:txBody>
      </p:sp>
    </p:spTree>
    <p:extLst>
      <p:ext uri="{BB962C8B-B14F-4D97-AF65-F5344CB8AC3E}">
        <p14:creationId xmlns:p14="http://schemas.microsoft.com/office/powerpoint/2010/main" val="10875906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e5c520a4b433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A6C962-87B4-47DB-9CF0-5974A53A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271"/>
            <a:ext cx="8045525" cy="688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39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Constellations Culturally Defined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496BA-5F56-4261-9E58-D9E48F49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90" y="1457706"/>
            <a:ext cx="8486850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Constellations have been defined by many different cultures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631DF-B36E-4536-8927-B5DC0F34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2009902"/>
            <a:ext cx="1404365" cy="89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717F62-D2A7-446E-B805-1C04C035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7298AA-6FC3-42C2-BAEA-BF80F813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6A840-7BBB-4C04-A17D-B1AAEBFE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33</a:t>
            </a:r>
          </a:p>
        </p:txBody>
      </p:sp>
    </p:spTree>
    <p:extLst>
      <p:ext uri="{BB962C8B-B14F-4D97-AF65-F5344CB8AC3E}">
        <p14:creationId xmlns:p14="http://schemas.microsoft.com/office/powerpoint/2010/main" val="1788118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b1f95c9d274285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B8E07B-8DD4-4601-8DC0-F23D34D9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6138221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Ancient Constellations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016C6B-0756-4E01-9006-BBA87E75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599995-050F-4DB6-82DB-08254B9C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225FED-9239-4BC2-A4C8-CA12D1DE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33</a:t>
            </a:r>
          </a:p>
        </p:txBody>
      </p:sp>
    </p:spTree>
    <p:extLst>
      <p:ext uri="{BB962C8B-B14F-4D97-AF65-F5344CB8AC3E}">
        <p14:creationId xmlns:p14="http://schemas.microsoft.com/office/powerpoint/2010/main" val="1529498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696d4b91242a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314548-4009-4378-9B55-E129CEE1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2573585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Asterisms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AB5D7-666B-49FC-8DDE-7E9EB2B3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910" y="1237996"/>
            <a:ext cx="494078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F2BB7-1C0E-4724-84C2-012C826E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237996"/>
            <a:ext cx="1244271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asterism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79236-72DC-46E3-98C5-74D432B9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070" y="1237996"/>
            <a:ext cx="6230716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is a less formally defined grouping of stars,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F3A54-79C5-496C-99AB-2CD85943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73276"/>
            <a:ext cx="7562318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that may be a part of one or more constellations;  for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22C07A-7924-4AA0-9544-9DA952B8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08556"/>
            <a:ext cx="5354228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example, the Big Dipper in Ursa Major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5CD26E-D077-47D1-893F-11F17D76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67F183-CFC5-49BC-8442-BECCEE46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C714D4-416B-4B5A-98A6-8529B0DB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33</a:t>
            </a:r>
          </a:p>
        </p:txBody>
      </p:sp>
    </p:spTree>
    <p:extLst>
      <p:ext uri="{BB962C8B-B14F-4D97-AF65-F5344CB8AC3E}">
        <p14:creationId xmlns:p14="http://schemas.microsoft.com/office/powerpoint/2010/main" val="5634104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edce1301d4a6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FA2112-7B3C-419D-B825-74BFC483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4490"/>
            <a:ext cx="7933987" cy="633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1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Constellations Are Not Real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37B6F-5B28-4F9F-BDEE-7607959D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642" y="1243076"/>
            <a:ext cx="255066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stars 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B080A-DEF2-4268-886B-AE1F845E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1730756"/>
            <a:ext cx="298085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constellations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42EBC9-E2F8-47B5-A543-991469D6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2218436"/>
            <a:ext cx="303001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asterisms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DBAE0F-390C-4337-B97C-B6FBE227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2704846"/>
            <a:ext cx="162022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are not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DD9DF8-D93E-4110-99F5-8468D9E5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3192526"/>
            <a:ext cx="245292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necessarily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3F277-4099-4B44-9F53-CBDBDDCE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3680206"/>
            <a:ext cx="21851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physically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441AFA-62CB-4EC0-93A5-A669BA8F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4167886"/>
            <a:ext cx="285933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close to each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D27E8-B1B1-4830-8C4E-4DF1489D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4655565"/>
            <a:ext cx="146985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other. 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CB4E95-D462-47EB-8C2F-5B085DBF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76CCAB-F6FC-4193-9700-48F03045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3F78A4-780B-4AD0-A4FC-D2AFF93B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33</a:t>
            </a:r>
          </a:p>
        </p:txBody>
      </p:sp>
    </p:spTree>
    <p:extLst>
      <p:ext uri="{BB962C8B-B14F-4D97-AF65-F5344CB8AC3E}">
        <p14:creationId xmlns:p14="http://schemas.microsoft.com/office/powerpoint/2010/main" val="4003697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58a16a269e487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365202-F1AA-47BB-9649-463E09B0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309355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Celestial Sphere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567FF1-4812-4C98-BF1B-7F771EA9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891" y="6038342"/>
            <a:ext cx="70240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F0C7F-6D99-4E22-8499-26C36E04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5250" y="6038342"/>
            <a:ext cx="253044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celestial sphere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702EB-E3D5-4A19-9B56-87CBCBFB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2070" y="6038342"/>
            <a:ext cx="66233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is a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3A1D2-19FA-46AE-B3E8-34439FA2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8180" y="6038342"/>
            <a:ext cx="98694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B28AC2-F9C7-4616-B703-283F9CF2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140" y="6038342"/>
            <a:ext cx="335096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of the sky that helps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99C8CD-44F9-47BB-9D11-BDD66131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" y="6404102"/>
            <a:ext cx="687536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us visualize the location and motion of stars.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0F14E7-71D6-4976-8B4A-06DD0B69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AF679-1080-497E-9C33-1939BF2A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4816D0-0464-465D-BA56-499E8AFE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33</a:t>
            </a:r>
          </a:p>
        </p:txBody>
      </p:sp>
    </p:spTree>
    <p:extLst>
      <p:ext uri="{BB962C8B-B14F-4D97-AF65-F5344CB8AC3E}">
        <p14:creationId xmlns:p14="http://schemas.microsoft.com/office/powerpoint/2010/main" val="15616841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042d368e640e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B991D9-FB5D-420D-857E-7912C356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271"/>
            <a:ext cx="7973191" cy="688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39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Celestial Sphere is not Real!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F6C9F0-3A9B-44E1-865B-3AB3FDD9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" y="1465895"/>
            <a:ext cx="8679175" cy="60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It is a model - the stars are not literally on a sphere.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4D90A4-1DA9-43D9-AB81-2DC3B794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C929D-80AF-4630-BBE8-25EAF8E0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9FF50-C620-4BFF-A11E-0E09B1D1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33</a:t>
            </a:r>
          </a:p>
        </p:txBody>
      </p:sp>
    </p:spTree>
    <p:extLst>
      <p:ext uri="{BB962C8B-B14F-4D97-AF65-F5344CB8AC3E}">
        <p14:creationId xmlns:p14="http://schemas.microsoft.com/office/powerpoint/2010/main" val="14767260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2d06d137254e1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D43674-C9A9-47A3-8C91-3EDD8968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31901"/>
            <a:ext cx="8825129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Celestial Sphere from Morgantown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05752-EF24-41CA-AA2D-F86346BA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BA10F3-E94A-42A9-916F-4D25E618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FA55E9-2929-4357-90F2-5DFDD537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33</a:t>
            </a:r>
          </a:p>
        </p:txBody>
      </p:sp>
    </p:spTree>
    <p:extLst>
      <p:ext uri="{BB962C8B-B14F-4D97-AF65-F5344CB8AC3E}">
        <p14:creationId xmlns:p14="http://schemas.microsoft.com/office/powerpoint/2010/main" val="15133308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0a2f27b6544e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49E30E-27FA-486B-A79B-97F9FF26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7049929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Celestial Sphere Definitions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4939D0-59DD-4398-89D2-F1275DDF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" y="1340104"/>
            <a:ext cx="306035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Celestial equator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99BD6B-70BE-4394-AD4C-DB516F23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4880" y="1340104"/>
            <a:ext cx="15793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965274-3031-4E34-A111-7C0C7C76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260" y="1340104"/>
            <a:ext cx="522594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projection of the Earth's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A5EF79-AC92-40B2-8BBA-BBBB5E15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6824"/>
            <a:ext cx="446711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equator onto the sphere.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DEB838-9BE5-4888-A409-6731ED04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" y="2762504"/>
            <a:ext cx="139649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Horizon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C78E5F-924E-4CE8-9A09-AA01510E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8640" y="2762504"/>
            <a:ext cx="684500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: the limit to what can be seen from a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1CB6AB-9363-4CBF-BEE9-D8BA45C2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89224"/>
            <a:ext cx="433303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particular vantage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54479E-2EF1-492E-AB39-0D887BB2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" y="4184904"/>
            <a:ext cx="484972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North/South Celestial Poles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5CF7BD-4E97-4B17-965A-0C829F30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5580" y="4184904"/>
            <a:ext cx="330500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: the projection of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A703F2-787E-43A5-8FA4-A6393619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11624"/>
            <a:ext cx="726248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North/South Poles onto the Celestial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84D8F9-86E8-4B15-8023-1732C46C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344"/>
            <a:ext cx="128874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Sphere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C37EF9-50C9-4C92-86BB-0C6907A7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" y="6034024"/>
            <a:ext cx="118740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Zenith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3F4AF0-F366-49BC-8128-723CFEB0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0360" y="6034024"/>
            <a:ext cx="508869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: the point directly overhead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A97E15-2E78-442E-B046-C66372E0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877CC5-25E1-4079-98C2-F50F9CAB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690E37-B64A-48C6-BF3E-D88302A2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33</a:t>
            </a:r>
          </a:p>
        </p:txBody>
      </p:sp>
    </p:spTree>
    <p:extLst>
      <p:ext uri="{BB962C8B-B14F-4D97-AF65-F5344CB8AC3E}">
        <p14:creationId xmlns:p14="http://schemas.microsoft.com/office/powerpoint/2010/main" val="39387677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1508d903947c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0448B7-C95C-46EE-A1E0-5A9EF8EB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3684154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Another 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895DDC-EE25-4353-AED2-AF0BF22A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F8835-EE2B-4589-9486-176AA97E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B370C-8579-47D5-86A3-EE57F67B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33</a:t>
            </a:r>
          </a:p>
        </p:txBody>
      </p:sp>
    </p:spTree>
    <p:extLst>
      <p:ext uri="{BB962C8B-B14F-4D97-AF65-F5344CB8AC3E}">
        <p14:creationId xmlns:p14="http://schemas.microsoft.com/office/powerpoint/2010/main" val="14029479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4c4a944394d3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70B35F-426B-4B8F-9087-16A8C7AB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5860" y="734568"/>
            <a:ext cx="4306054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Celestial Sphere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57655-0A99-4FE0-B8D0-E7FE2A07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170" y="2289302"/>
            <a:ext cx="123474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Ecliptic: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0749B1-07C8-42F1-BE06-4CA5CC81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9780" y="2289302"/>
            <a:ext cx="266334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Path of the Sun,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DF312-5C63-479D-843B-B870DA73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170" y="2655062"/>
            <a:ext cx="382250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inclined 23.5 degrees to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C4E6A6-768F-4DC5-BAA8-F7DEB87B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170" y="3020822"/>
            <a:ext cx="122956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equator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693C3-9A06-45A3-8FB6-D41E9CC2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9370" y="3386582"/>
            <a:ext cx="250058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C5000B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C5000B"/>
                </a:solidFill>
                <a:latin typeface="Arial"/>
                <a:ea typeface="Arial"/>
                <a:cs typeface="Arial"/>
              </a:rPr>
              <a:t>23.5 degrees !!!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5484A-7F99-446D-9D67-E2147A2C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9F093-2A0E-4F03-8555-2D0AA1D5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03080A-8645-4EE6-9DEC-1AA4653B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33</a:t>
            </a:r>
          </a:p>
        </p:txBody>
      </p:sp>
    </p:spTree>
    <p:extLst>
      <p:ext uri="{BB962C8B-B14F-4D97-AF65-F5344CB8AC3E}">
        <p14:creationId xmlns:p14="http://schemas.microsoft.com/office/powerpoint/2010/main" val="27278825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625cd77a7491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327B4-4E91-4F6A-AA00-DDC18B8F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15953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Three Views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E38DAD-3EBD-4040-BB8B-90A8EC3A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42" y="1243076"/>
            <a:ext cx="713608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You should be able to go back and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795A7C-26FC-4726-ADEB-A04C31C1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88203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forth between three different views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0369C-8D29-4BF1-BCE4-B6210E37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161411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sky: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61E4A-397B-4EA4-99AD-FDCB7022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304775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Above Earth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4D0194-6656-4511-B4BA-58912BBF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93006"/>
            <a:ext cx="410439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Above the viewer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62FD41-D4C6-4DFF-BA51-2BB13069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99886"/>
            <a:ext cx="478308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Viewer’s perspective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2CCAB-AA69-4263-9E64-A317C2AD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5D5616-EB7B-4B8A-89A6-7D62127E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17F40-6BAF-4172-8F4B-D19CB8C9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33</a:t>
            </a:r>
          </a:p>
        </p:txBody>
      </p:sp>
    </p:spTree>
    <p:extLst>
      <p:ext uri="{BB962C8B-B14F-4D97-AF65-F5344CB8AC3E}">
        <p14:creationId xmlns:p14="http://schemas.microsoft.com/office/powerpoint/2010/main" val="157506292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0a32c017341d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8A105-10E4-4CF4-993E-2A1C550A5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36642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Earth Rotates on its Axis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F53D5-C9B6-4908-899A-B7DC93DE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625" y="1133348"/>
            <a:ext cx="3367007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There are two main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A2D200-1FBD-4EA7-A6FC-B56E2F38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1529588"/>
            <a:ext cx="4214147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motions that affect what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7E11E7-2468-4A88-9219-A25DA4F0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1925828"/>
            <a:ext cx="2988435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see in the sky: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A7D81-5E9B-49B7-9682-72F6F3B4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90" y="2393188"/>
            <a:ext cx="1862453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Motion #1: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DA25B-A003-4509-BC26-9D4CE63B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625" y="2860548"/>
            <a:ext cx="4037644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Earth rotates on its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6C8C0-16FF-42B8-8EC0-199C08FE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3256788"/>
            <a:ext cx="4393106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axis.  This causes stars to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12F68F-0C58-4034-AAA2-F1A2B1A7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3651758"/>
            <a:ext cx="4112444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appear to rotate around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E85CE9-A4A6-4B51-8F07-7D3D8CFB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4047998"/>
            <a:ext cx="343452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north and south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25AD1-8C44-4FFA-AF7F-D440055A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4444238"/>
            <a:ext cx="140578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celestial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AAEA8-0EA7-4592-9EF1-359B5D0D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46" y="4444238"/>
            <a:ext cx="2058266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poles. 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F4F197-B568-4C6B-8505-1DFEF580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4840478"/>
            <a:ext cx="4411604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complete rotation of each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C4EF9-DA75-4A50-B144-999FA681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5236718"/>
            <a:ext cx="333349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star takes 24 hours.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BD421A-818D-4F42-A034-4D04A827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5704078"/>
            <a:ext cx="3151222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(Motion #2 will be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E9AF71-5EE4-4803-8A6B-2A8C4A1D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6099048"/>
            <a:ext cx="355011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discussed next class)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FA98C7-B060-408C-AE70-8162AC52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853BA7-BCA6-4059-AE00-83F17C23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5154C9-E098-4861-AA0C-39525383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33</a:t>
            </a:r>
          </a:p>
        </p:txBody>
      </p:sp>
    </p:spTree>
    <p:extLst>
      <p:ext uri="{BB962C8B-B14F-4D97-AF65-F5344CB8AC3E}">
        <p14:creationId xmlns:p14="http://schemas.microsoft.com/office/powerpoint/2010/main" val="141842795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887bdf16ba4db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95CA6D-82A1-4448-8773-E892A362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4490"/>
            <a:ext cx="8037403" cy="633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1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Celestial Sphere Moves! (Daily)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CE0430-B493-440B-AAC2-DB761324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0790"/>
            <a:ext cx="1980565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Main points: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69419E-5DA9-494C-87F1-9F453522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87779"/>
            <a:ext cx="363186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FE335-BDC9-474C-AC15-B84850C2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26" y="1686560"/>
            <a:ext cx="7481922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motion of the stars can be understood as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F6176-20DF-4849-863E-B441224F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60" y="2068830"/>
            <a:ext cx="6844348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24 hour motion of the celestial sphere.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6C2C20-5C86-4F55-B0C9-28A0616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15820"/>
            <a:ext cx="363186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12DE60-D6D0-47DF-A061-6004EEA8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26" y="2514600"/>
            <a:ext cx="7492402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We see stars (and the Moon and the Sun) rise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14BD3-BF4B-4201-A02D-54273827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60" y="2896870"/>
            <a:ext cx="542195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the East and set in the West   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E1AC83-C577-4D8A-86F5-AB73674D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8570" y="2896870"/>
            <a:ext cx="2225358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&lt;- Important!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F66DB0-2B89-4612-8607-B438AC5C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43859"/>
            <a:ext cx="363186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C5E75-F7F4-4214-9675-1A3622F5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26" y="3342640"/>
            <a:ext cx="7192047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Stars appear to orbit the north celestial pole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5DA50F-55A7-4A6B-9AF4-6D20B962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790" y="3776676"/>
            <a:ext cx="6655354" cy="445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the north, there is a star very near the north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4C175E-E8C4-4474-BB99-1947900B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790" y="4110685"/>
            <a:ext cx="6513224" cy="445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celestial pole called the “North Star” or Polaris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345E31-B561-4676-ACF4-78B9D4FA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10989"/>
            <a:ext cx="363186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11F20-AAED-4EC8-BD8B-E3E6ACEA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26" y="4509770"/>
            <a:ext cx="7788311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Some stars are always visible - these are called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50DFD0-2176-4913-9A6D-E0060AAE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60" y="4892040"/>
            <a:ext cx="2263457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“circumpolar”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C20E93-8125-4B8A-BD27-735BDEB5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39029"/>
            <a:ext cx="363186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5)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1578A4-8555-48DA-B878-3F30C7D0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26" y="5337810"/>
            <a:ext cx="4776188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Some stars are never visible!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B45E0B-A03C-4D5C-8DAB-7AA8BCEE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510" y="5773115"/>
            <a:ext cx="7456623" cy="445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What we see depends on the direction we are facing!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DDB9D6-03DA-4761-AF18-686A407A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7B0E79-C72F-48AE-9B64-EB81EC7A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097CDA-B8D6-44E7-9E09-44044279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33</a:t>
            </a:r>
          </a:p>
        </p:txBody>
      </p:sp>
    </p:spTree>
    <p:extLst>
      <p:ext uri="{BB962C8B-B14F-4D97-AF65-F5344CB8AC3E}">
        <p14:creationId xmlns:p14="http://schemas.microsoft.com/office/powerpoint/2010/main" val="165543547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aca36a674d4ba4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04896D-FDC7-4D7F-90A9-CA96BB27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95808"/>
            <a:ext cx="8852133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6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Looking North (from the Northern Hemisphere)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7F3AE0-C4D7-48F4-BF1C-C705DEE5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92774"/>
            <a:ext cx="391308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of these stars are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8EF527-8741-4EB4-8209-B6FDA812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210" y="6192774"/>
            <a:ext cx="207035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circumpolar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D6B9E4-116E-4DAB-95CD-1D27EDBC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8750" y="6192774"/>
            <a:ext cx="217454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never rising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BC658B-E9D4-4043-A71D-E0DE0E19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410" y="6619494"/>
            <a:ext cx="16009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 setting.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77CE0E-8139-4D36-894B-31CCA640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99A25-DC80-46C3-B0C3-DDC6FB56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11D2B8-81EA-4E34-B7A1-0723FF90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33</a:t>
            </a:r>
          </a:p>
        </p:txBody>
      </p:sp>
    </p:spTree>
    <p:extLst>
      <p:ext uri="{BB962C8B-B14F-4D97-AF65-F5344CB8AC3E}">
        <p14:creationId xmlns:p14="http://schemas.microsoft.com/office/powerpoint/2010/main" val="101367221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e02b287f62474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89B80-4700-4AF9-87F6-8146DA87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95808"/>
            <a:ext cx="859523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6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Looking East (from the Northern Hemisphere)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B071A-3D9F-41B3-A260-AB6B0C65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3240" y="6656578"/>
            <a:ext cx="4835498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Stars rise in the East….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15078A-CA73-4941-9C22-BB4FA814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D61702-96B6-41F1-81E4-1EE70AFF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D8260-D5DF-403D-BB86-52540B14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33</a:t>
            </a:r>
          </a:p>
        </p:txBody>
      </p:sp>
    </p:spTree>
    <p:extLst>
      <p:ext uri="{BB962C8B-B14F-4D97-AF65-F5344CB8AC3E}">
        <p14:creationId xmlns:p14="http://schemas.microsoft.com/office/powerpoint/2010/main" val="1471067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e3ac7404e4f6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14FCEA-2F5F-45F9-951B-553FD7FA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95808"/>
            <a:ext cx="8884169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6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Looking South (from the Northern Hemisphere)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FF5DF5-4471-42B5-A231-46334CC0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960" y="6652006"/>
            <a:ext cx="798930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Pass through the South and set in the West.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BE6F5-81B4-4480-95BC-B1B6CD08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2A716-CAB1-4237-9E26-11422310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55DF29-81BC-4989-98DF-46137CC4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33</a:t>
            </a:r>
          </a:p>
        </p:txBody>
      </p:sp>
    </p:spTree>
    <p:extLst>
      <p:ext uri="{BB962C8B-B14F-4D97-AF65-F5344CB8AC3E}">
        <p14:creationId xmlns:p14="http://schemas.microsoft.com/office/powerpoint/2010/main" val="74459320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004b8048ee400d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DAE80F-00A2-4345-996A-3997B8E7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278427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VIDEOS!!!!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D9D06E-3142-47FE-8684-8FAEBF80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665732"/>
            <a:ext cx="496641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9CE842-A029-4670-B8A4-5FBEBAFD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031492"/>
            <a:ext cx="263987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v=3V3rmDG5J8A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B0EFA-9F18-4CC8-B106-44015F1F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458212"/>
            <a:ext cx="496641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CCAB09-B635-4557-9AD3-D790D20D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823972"/>
            <a:ext cx="256245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v=uHcRPJFR47Q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57838-56C0-4EDC-AC09-1F7AC9D9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50692"/>
            <a:ext cx="496641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FE873-16BD-472B-9747-2053E942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616452"/>
            <a:ext cx="272308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v=ANAmiuAkyGQ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3DD182-01E5-4CC7-8934-26196581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11F2FE-4651-42A7-906C-485CFB74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09A1E0-0143-4D48-AF7D-5F66669E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33</a:t>
            </a:r>
          </a:p>
        </p:txBody>
      </p:sp>
      <p:sp>
        <p:nvSpPr>
          <p:cNvPr id="13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665732"/>
            <a:ext cx="4966417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4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458212"/>
            <a:ext cx="4966417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5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50692"/>
            <a:ext cx="4966417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8507032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4e4b433c04f7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D1253D-06C8-4023-936A-6412C4C2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6627023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Object Rise/Set Directions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81396-EBA5-4FE8-983C-0D3C9AEF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0" y="1241044"/>
            <a:ext cx="778234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The direction an object rises determines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7397B-2C19-4AE4-A142-2E4970B8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0" y="1667764"/>
            <a:ext cx="231607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where it sets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556EA-947C-4655-B4F5-01C897A5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690" y="2153412"/>
            <a:ext cx="651816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object rising due East will set due West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E7AF9-A984-4726-95DD-A42E510B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690" y="2580132"/>
            <a:ext cx="639348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object rising South-East will set in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03D807-25A1-440C-8DBC-EC282122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0" y="2945892"/>
            <a:ext cx="176723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South-West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21EB6A-8200-4D8A-9082-FA3704F5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690" y="3372612"/>
            <a:ext cx="634869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object rising North-East will set North-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B0E8E-9419-46CF-A44F-8A349517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0" y="3738372"/>
            <a:ext cx="78607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915B9-F03A-4FD2-9007-575C8E31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0" y="4177284"/>
            <a:ext cx="778234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The direction an object rises determines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8AAF1-7F7B-43F7-B76B-2233192A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0" y="4604004"/>
            <a:ext cx="557693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amount of time it is visible.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80DE7B-1C84-47B6-AD72-D8DE188BE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FE40A5-66B7-44B5-8828-118D2E67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15E2CA-6015-4472-8418-4F76D9F0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33</a:t>
            </a:r>
          </a:p>
        </p:txBody>
      </p:sp>
    </p:spTree>
    <p:extLst>
      <p:ext uri="{BB962C8B-B14F-4D97-AF65-F5344CB8AC3E}">
        <p14:creationId xmlns:p14="http://schemas.microsoft.com/office/powerpoint/2010/main" val="22484913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cb73277dc49d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84E1EC-165E-4241-AB7D-116C8385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F57470-EFF7-4A71-8F6C-8A827BFE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87025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Which direction is the observer facing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8D43BB-9A03-46D3-84E7-6AF4E5F2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67681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this picture (photo was taken from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F2130-76E9-4660-9E2D-2342A97C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549281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northern hemisphere)?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DB209C-8F70-45D2-BA27-F6C668D5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169037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North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B8BDF4-075B-4B94-BE3F-67DDDB26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55086"/>
            <a:ext cx="142986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East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9CFBC5-7C67-408E-80F7-8459D297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24046"/>
            <a:ext cx="41971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F7D2B-A12A-4443-A1E8-4061FB28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3924046"/>
            <a:ext cx="121788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South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E23D4-E18A-4159-B84F-024461BD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93006"/>
            <a:ext cx="16802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West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C3481-C300-4778-9BE8-D98B7A66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DC46A-F289-481B-9228-1A1F07DA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EF36CD-AEDE-4FDA-828B-F35F3976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33</a:t>
            </a:r>
          </a:p>
        </p:txBody>
      </p:sp>
    </p:spTree>
    <p:extLst>
      <p:ext uri="{BB962C8B-B14F-4D97-AF65-F5344CB8AC3E}">
        <p14:creationId xmlns:p14="http://schemas.microsoft.com/office/powerpoint/2010/main" val="210381755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bf07ece6414ae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872DE3-80CE-455C-BF05-7FE716BE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A5E66-6042-4953-810B-83D0AA06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87025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Which direction is the observer facing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2081F-87A5-42AF-9E3C-DAAD3880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67681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this picture (photo was taken from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59CE91-F7CB-40BF-8526-B6F8DAC9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549281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northern hemisphere)?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2A5A68-9E16-4288-928F-A1751F47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169037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a) North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3BC4A-3A17-42FA-AF83-EF561D9B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55086"/>
            <a:ext cx="142986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East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446D9-AC18-48B9-81E0-F4F9CFD2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24046"/>
            <a:ext cx="41971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3EC41-79C1-4F19-B5C5-BECA8730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3924046"/>
            <a:ext cx="121788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South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065F6B-555A-4D99-990E-3F399C3C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93006"/>
            <a:ext cx="16802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West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749F8E-55C6-4F90-B9D5-B633B2D9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14EE0F-A7CD-449B-880B-1FA4B15F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531FA2-4AB2-4004-B92D-378D5195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33</a:t>
            </a:r>
          </a:p>
        </p:txBody>
      </p:sp>
    </p:spTree>
    <p:extLst>
      <p:ext uri="{BB962C8B-B14F-4D97-AF65-F5344CB8AC3E}">
        <p14:creationId xmlns:p14="http://schemas.microsoft.com/office/powerpoint/2010/main" val="47751445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01ab9b17a44b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2D272D-B900-4817-AD36-C5A5FF46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7597544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In your Lecture-Tutorials 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AFF949-CBFF-412F-B51B-5270CACF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62722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Do “Position”, page 1, #1-9, 11 (skip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D3047-85D3-487D-B2F7-F7610986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10557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#10)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44F04-A249-461C-A02E-69638804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596951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Work in pairs or small groups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7C6FF1-A069-44A6-AAD6-02B7D093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67406"/>
            <a:ext cx="51892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Ask other groups for help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9642A9-9CDD-4A8C-B55C-F8643A19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36366"/>
            <a:ext cx="203312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Have fun!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0C1BE8-D855-4101-8824-E74C6B46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05326"/>
            <a:ext cx="437072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I'll give you ~10 min.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96CA8-3D0E-4019-BBB3-DB386432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E82C35-4F9B-479B-BE56-319D8279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BA9086-D236-4F76-857F-2F31E891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33</a:t>
            </a:r>
          </a:p>
        </p:txBody>
      </p:sp>
    </p:spTree>
    <p:extLst>
      <p:ext uri="{BB962C8B-B14F-4D97-AF65-F5344CB8AC3E}">
        <p14:creationId xmlns:p14="http://schemas.microsoft.com/office/powerpoint/2010/main" val="125799637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9446167bb4eb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25C026-369E-4D02-8F94-41DFB2ED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ADDE7D-8A9A-4389-94F7-72DC2425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500A05-D163-4CF6-987E-785B4119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33</a:t>
            </a:r>
          </a:p>
        </p:txBody>
      </p:sp>
    </p:spTree>
    <p:extLst>
      <p:ext uri="{BB962C8B-B14F-4D97-AF65-F5344CB8AC3E}">
        <p14:creationId xmlns:p14="http://schemas.microsoft.com/office/powerpoint/2010/main" val="125309010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bfb5b25a514d6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F0971-2093-4FAF-A0DC-C0C6FEDF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1539135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More!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9D3E0-3483-463F-933B-624531BB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640436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Lecture-Tutorials “Motion” #1-6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43311C-0D8E-4DF3-A5A4-2172EF64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AE0A99-D777-401A-93A4-4FCE0673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D0E8BD-D6FA-4D4C-B223-36539269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33</a:t>
            </a:r>
          </a:p>
        </p:txBody>
      </p:sp>
    </p:spTree>
    <p:extLst>
      <p:ext uri="{BB962C8B-B14F-4D97-AF65-F5344CB8AC3E}">
        <p14:creationId xmlns:p14="http://schemas.microsoft.com/office/powerpoint/2010/main" val="141903786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eac273b76241f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6A916-56FD-495B-BA9A-16C5C835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283491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LT - Motion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D93B55-C492-4DD0-9769-20308E69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967340-E741-477B-9971-D5A73D97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BEA058-9508-49C1-816C-8A30EFBD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30 of 33</a:t>
            </a:r>
          </a:p>
        </p:txBody>
      </p:sp>
    </p:spTree>
    <p:extLst>
      <p:ext uri="{BB962C8B-B14F-4D97-AF65-F5344CB8AC3E}">
        <p14:creationId xmlns:p14="http://schemas.microsoft.com/office/powerpoint/2010/main" val="128770499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a9682c1d76448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BC6910-FB03-4803-9B50-7489E7D2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292262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Animations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94049-AF81-4DDA-8D7D-9A6CE918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42" y="3275076"/>
            <a:ext cx="343743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Things to notice: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2A204-395A-41DC-AA9D-E7F14B94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2766"/>
            <a:ext cx="678826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Circumpolar, and “not visible”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52617-9AF5-4444-B74F-486ADA72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4330446"/>
            <a:ext cx="153365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regions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D44EE2-B6E9-4680-9E6F-DFFFFF89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99406"/>
            <a:ext cx="776118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How these change with latitude on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6FCD99-7C90-450B-9733-CEA18328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5387086"/>
            <a:ext cx="113009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Earth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7022A3-51B1-4871-B7D2-0A26F965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1393"/>
            <a:ext cx="533171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Rotating Sky Explorer - UNL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0B23E-D4BB-4E71-8B36-B9C4EBE4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99725"/>
            <a:ext cx="7807869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https://astro.unl.edu/naap/motion2/animations/ce_hc.html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2E159-6FAB-4F53-AD57-DE41E160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66493"/>
            <a:ext cx="680847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https://www.solarsystemscope.com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5DA913-C8B9-42CA-97C1-A61BB82E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0F619-26FA-492B-AC99-6C5B396C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561F6-48C7-4B3E-8228-983EA0FC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31 of 33</a:t>
            </a:r>
          </a:p>
        </p:txBody>
      </p:sp>
      <p:sp>
        <p:nvSpPr>
          <p:cNvPr id="15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33585"/>
            <a:ext cx="5293613" cy="4431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6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8259"/>
            <a:ext cx="7769769" cy="3101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7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78685"/>
            <a:ext cx="6770371" cy="4431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8" name="Link 4">
            <ns0:hlinkClick xmlns:ns0="http://schemas.openxmlformats.org/drawingml/2006/main" xmlns:ns1="http://schemas.openxmlformats.org/officeDocument/2006/relationships" ns1:id="rIdDspiraLin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99725"/>
            <a:ext cx="7807869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9" name="Link 5">
            <ns0:hlinkClick xmlns:ns0="http://schemas.openxmlformats.org/drawingml/2006/main" xmlns:ns1="http://schemas.openxmlformats.org/officeDocument/2006/relationships" ns1:id="rIdDspiraLin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66493"/>
            <a:ext cx="680847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34987585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9adcd92d40411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DEAA6-1C86-4E52-9F94-F3569F0A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61301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Night Sky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F9F6A4-BD46-4DC4-A0A1-83E90A63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1095"/>
            <a:ext cx="2630282" cy="520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Goals for Today: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C389A4-992F-44D0-8FB7-7F9FF709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8295"/>
            <a:ext cx="7840634" cy="520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What does the Universe look like from Earth?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9686A-F7B5-40F6-A29A-AB5ECD12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9739"/>
            <a:ext cx="196271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FC454-A5B4-4AA4-AA09-B0713011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1" y="2129739"/>
            <a:ext cx="7118112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We can see ~2000 stars, a few Galaxies and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14439A-5038-4F6E-AAEF-8B785D05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86609"/>
            <a:ext cx="1461927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Milky Way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05D04-E5F0-40EF-A2B7-87A3CD13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53105"/>
            <a:ext cx="6895525" cy="520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What are constellations and asterisms?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AA247-872D-4DE1-8D98-BF96EBD0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84549"/>
            <a:ext cx="196271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C219C1-D2C3-4676-A4BF-7BB4E41F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1" y="3784549"/>
            <a:ext cx="6904471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Constellations are regions on the sky enclosing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B6D3CD-B277-4590-89D5-C79D8639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41419"/>
            <a:ext cx="6571176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groupings of stars.  Asterisms are less-formal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75D8FE-7E76-49F7-8E68-C2685E21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83049"/>
            <a:ext cx="2606658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groupings of stars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7F7711-3714-46E0-97BB-3786755C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9545"/>
            <a:ext cx="5257559" cy="520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What is the Celestial Sphere?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9F5E25-BE2A-416D-A7EA-7DE79103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80989"/>
            <a:ext cx="196271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58518-228A-401A-975F-8E2314C3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1" y="5780989"/>
            <a:ext cx="7534019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The projection of all of space onto a sphere that we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2D26A-C4F9-4080-B37C-1D1FDB29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37859"/>
            <a:ext cx="1795045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are inside of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64A681-0D77-491D-BC9C-D987E15E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980547-FD74-47BE-9EA8-461642D2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9A471F-C0FD-4DF9-A0D6-017736DC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32 of 33</a:t>
            </a:r>
          </a:p>
        </p:txBody>
      </p:sp>
    </p:spTree>
    <p:extLst>
      <p:ext uri="{BB962C8B-B14F-4D97-AF65-F5344CB8AC3E}">
        <p14:creationId xmlns:p14="http://schemas.microsoft.com/office/powerpoint/2010/main" val="19632490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99987ded5a4e0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E3A8E0-0A5D-4608-AE61-18D8736E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7985586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 User's Guide to the Night Sky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05A878-0116-4B56-B878-2ED4A974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2670"/>
            <a:ext cx="3891893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 How do stars move?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22E6CA-7EB0-486C-B1CA-AF38ABFA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1710029"/>
            <a:ext cx="7190016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Stars rise in the East and set in the West.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55665-AC09-4B38-859D-4C0294F9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2178659"/>
            <a:ext cx="6889878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They appear to circle around the North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2E77D3-3884-4787-9784-DE63138C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2579979"/>
            <a:ext cx="7230272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Celestial Pole (in the northern hemisphere)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2F4356-0EB0-4046-A2D1-4AAF0EDD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3048609"/>
            <a:ext cx="6056361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Their entire motion takes 24 hours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8D0594-EFD0-4A68-AE12-1CE85D6F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3517239"/>
            <a:ext cx="6929798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The location where the rise determines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DEB1C-DEE1-4182-9249-6B0432C7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3918559"/>
            <a:ext cx="3191135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where they will 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8EA28A-CDD4-48E2-B2FE-A3CC203C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4387189"/>
            <a:ext cx="5028531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Some stars are never visible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851E8C-4A37-4EB4-88A6-F13EB02F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450"/>
            <a:ext cx="7619571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Words to know: Asterism, celestial north and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1BAAB2-BC8B-4B6E-952E-40481E53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5725770"/>
            <a:ext cx="6367813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south poles, horizon, zenith, altitude,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6EB377-74B8-42E9-87D1-2F29134D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6127090"/>
            <a:ext cx="2019234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circumpolar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2E9C28-45AA-4849-873D-0E307D90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74FB3C-1C22-420A-9050-BF0E0A39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8AEC88-23DA-4036-B645-09298337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33 of 33</a:t>
            </a:r>
          </a:p>
        </p:txBody>
      </p:sp>
    </p:spTree>
    <p:extLst>
      <p:ext uri="{BB962C8B-B14F-4D97-AF65-F5344CB8AC3E}">
        <p14:creationId xmlns:p14="http://schemas.microsoft.com/office/powerpoint/2010/main" val="3541303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Motion of the sky</dc:title>
  <dcterms:created xsi:type="dcterms:W3CDTF">2026-09-26T20:03:17.0770000Z</dcterms:created>
  <dcterms:modified xsi:type="dcterms:W3CDTF">2026-09-26T20:03:17.0770000Z</dcterms:modified>
</coreProperties>
</file>