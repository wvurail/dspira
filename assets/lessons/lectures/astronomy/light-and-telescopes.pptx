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eded095dbb42f5" /><Relationship Type="http://schemas.openxmlformats.org/officeDocument/2006/relationships/extended-properties" Target="/docProps/app.xml" Id="Rb2b9dd2e9d61437c" /><Relationship Type="http://schemas.openxmlformats.org/officeDocument/2006/relationships/officeDocument" Target="/ppt/presentation.xml" Id="R0c00c1f5e49743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e74820d2d940ff"/>
  </p:sldMasterIdLst>
  <p:notesMasterIdLst>
    <p:notesMasterId xmlns:r="http://schemas.openxmlformats.org/officeDocument/2006/relationships" r:id="R82a81fe7b0e842c2"/>
  </p:notesMasterIdLst>
  <p:sldIdLst>
    <p:sldId xmlns:r="http://schemas.openxmlformats.org/officeDocument/2006/relationships" id="256" r:id="Ra39a885f689a4752"/>
    <p:sldId xmlns:r="http://schemas.openxmlformats.org/officeDocument/2006/relationships" id="257" r:id="R15e2a62f4dd54041"/>
    <p:sldId xmlns:r="http://schemas.openxmlformats.org/officeDocument/2006/relationships" id="258" r:id="Raa1a54a956bf490f"/>
    <p:sldId xmlns:r="http://schemas.openxmlformats.org/officeDocument/2006/relationships" id="259" r:id="Ra8b8fed449ec430c"/>
    <p:sldId xmlns:r="http://schemas.openxmlformats.org/officeDocument/2006/relationships" id="260" r:id="R71ef985a9ca8470e"/>
    <p:sldId xmlns:r="http://schemas.openxmlformats.org/officeDocument/2006/relationships" id="261" r:id="Rdbf5d315ee314133"/>
    <p:sldId xmlns:r="http://schemas.openxmlformats.org/officeDocument/2006/relationships" id="262" r:id="Rb43a965a262544bf"/>
    <p:sldId xmlns:r="http://schemas.openxmlformats.org/officeDocument/2006/relationships" id="263" r:id="R25dda8df9cfe4da4"/>
    <p:sldId xmlns:r="http://schemas.openxmlformats.org/officeDocument/2006/relationships" id="264" r:id="R707c6e1dd4884ce2"/>
    <p:sldId xmlns:r="http://schemas.openxmlformats.org/officeDocument/2006/relationships" id="265" r:id="Rc475c509e4f34fda"/>
    <p:sldId xmlns:r="http://schemas.openxmlformats.org/officeDocument/2006/relationships" id="266" r:id="R6f50688333f04630"/>
    <p:sldId xmlns:r="http://schemas.openxmlformats.org/officeDocument/2006/relationships" id="267" r:id="R8b759154d5f84f93"/>
    <p:sldId xmlns:r="http://schemas.openxmlformats.org/officeDocument/2006/relationships" id="268" r:id="R0e1a98f880584d5d"/>
    <p:sldId xmlns:r="http://schemas.openxmlformats.org/officeDocument/2006/relationships" id="269" r:id="R91fac7440648463b"/>
    <p:sldId xmlns:r="http://schemas.openxmlformats.org/officeDocument/2006/relationships" id="270" r:id="Rf8ef1370cd3648c9"/>
    <p:sldId xmlns:r="http://schemas.openxmlformats.org/officeDocument/2006/relationships" id="271" r:id="Rf4865444613d463e"/>
    <p:sldId xmlns:r="http://schemas.openxmlformats.org/officeDocument/2006/relationships" id="272" r:id="R6a4cdd1fb1ae4f38"/>
    <p:sldId xmlns:r="http://schemas.openxmlformats.org/officeDocument/2006/relationships" id="273" r:id="R289df007cd4b45e9"/>
    <p:sldId xmlns:r="http://schemas.openxmlformats.org/officeDocument/2006/relationships" id="274" r:id="Rae0d1b94761a4806"/>
    <p:sldId xmlns:r="http://schemas.openxmlformats.org/officeDocument/2006/relationships" id="275" r:id="Rb4f421b850a3401a"/>
    <p:sldId xmlns:r="http://schemas.openxmlformats.org/officeDocument/2006/relationships" id="276" r:id="R4ea3576003e1405e"/>
    <p:sldId xmlns:r="http://schemas.openxmlformats.org/officeDocument/2006/relationships" id="277" r:id="R66a968a2b660436b"/>
    <p:sldId xmlns:r="http://schemas.openxmlformats.org/officeDocument/2006/relationships" id="278" r:id="Rfd5727dd3f084384"/>
    <p:sldId xmlns:r="http://schemas.openxmlformats.org/officeDocument/2006/relationships" id="279" r:id="R4e2bb2d04bad41b9"/>
    <p:sldId xmlns:r="http://schemas.openxmlformats.org/officeDocument/2006/relationships" id="280" r:id="Rc70f42feb6bf4311"/>
    <p:sldId xmlns:r="http://schemas.openxmlformats.org/officeDocument/2006/relationships" id="281" r:id="R2cfdfe41ddb24398"/>
    <p:sldId xmlns:r="http://schemas.openxmlformats.org/officeDocument/2006/relationships" id="282" r:id="R5137c213b5864366"/>
    <p:sldId xmlns:r="http://schemas.openxmlformats.org/officeDocument/2006/relationships" id="283" r:id="R6a8dd1dec8d2478f"/>
    <p:sldId xmlns:r="http://schemas.openxmlformats.org/officeDocument/2006/relationships" id="284" r:id="R1800b48c4d79481d"/>
    <p:sldId xmlns:r="http://schemas.openxmlformats.org/officeDocument/2006/relationships" id="285" r:id="R9ddb2fd8996f4258"/>
    <p:sldId xmlns:r="http://schemas.openxmlformats.org/officeDocument/2006/relationships" id="286" r:id="R98d9d1fa2bcb4fb8"/>
    <p:sldId xmlns:r="http://schemas.openxmlformats.org/officeDocument/2006/relationships" id="287" r:id="Redd9d69338904858"/>
    <p:sldId xmlns:r="http://schemas.openxmlformats.org/officeDocument/2006/relationships" id="288" r:id="R2e4fb4b44ebf4282"/>
    <p:sldId xmlns:r="http://schemas.openxmlformats.org/officeDocument/2006/relationships" id="289" r:id="Rdb21ec45d85a463f"/>
    <p:sldId xmlns:r="http://schemas.openxmlformats.org/officeDocument/2006/relationships" id="290" r:id="Rfffa043b05f64a9a"/>
    <p:sldId xmlns:r="http://schemas.openxmlformats.org/officeDocument/2006/relationships" id="291" r:id="Re4766b9dcb614733"/>
    <p:sldId xmlns:r="http://schemas.openxmlformats.org/officeDocument/2006/relationships" id="292" r:id="R9537eb57906140ac"/>
    <p:sldId xmlns:r="http://schemas.openxmlformats.org/officeDocument/2006/relationships" id="293" r:id="R9a673ea814c64f92"/>
    <p:sldId xmlns:r="http://schemas.openxmlformats.org/officeDocument/2006/relationships" id="294" r:id="R652a8c34b06a46f2"/>
    <p:sldId xmlns:r="http://schemas.openxmlformats.org/officeDocument/2006/relationships" id="295" r:id="Rbb40cc65b9364cf7"/>
    <p:sldId xmlns:r="http://schemas.openxmlformats.org/officeDocument/2006/relationships" id="296" r:id="Rff96da4129f24ff5"/>
    <p:sldId xmlns:r="http://schemas.openxmlformats.org/officeDocument/2006/relationships" id="297" r:id="R237f6887a8f74f91"/>
    <p:sldId xmlns:r="http://schemas.openxmlformats.org/officeDocument/2006/relationships" id="298" r:id="R938b8cec44ea42f7"/>
    <p:sldId xmlns:r="http://schemas.openxmlformats.org/officeDocument/2006/relationships" id="299" r:id="R04e6c20968594f4b"/>
    <p:sldId xmlns:r="http://schemas.openxmlformats.org/officeDocument/2006/relationships" id="300" r:id="R6af5fb79c8b24995"/>
    <p:sldId xmlns:r="http://schemas.openxmlformats.org/officeDocument/2006/relationships" id="301" r:id="R700b2ce41aba4ca7"/>
    <p:sldId xmlns:r="http://schemas.openxmlformats.org/officeDocument/2006/relationships" id="302" r:id="R463099dac91948a3"/>
    <p:sldId xmlns:r="http://schemas.openxmlformats.org/officeDocument/2006/relationships" id="303" r:id="Rb493c4de306d4c44"/>
    <p:sldId xmlns:r="http://schemas.openxmlformats.org/officeDocument/2006/relationships" id="304" r:id="Rf0847a1712814b7d"/>
    <p:sldId xmlns:r="http://schemas.openxmlformats.org/officeDocument/2006/relationships" id="305" r:id="Rf1433732f0fc4093"/>
    <p:sldId xmlns:r="http://schemas.openxmlformats.org/officeDocument/2006/relationships" id="306" r:id="Rb9ed4e4524dc4dd7"/>
    <p:sldId xmlns:r="http://schemas.openxmlformats.org/officeDocument/2006/relationships" id="307" r:id="Re68740605ec246da"/>
    <p:sldId xmlns:r="http://schemas.openxmlformats.org/officeDocument/2006/relationships" id="308" r:id="R08550d391ffc4ee0"/>
    <p:sldId xmlns:r="http://schemas.openxmlformats.org/officeDocument/2006/relationships" id="309" r:id="R28b80b83301c477d"/>
  </p:sldIdLst>
  <p:sldSz cx="10058400" cy="8458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323fecc0234678" /><Relationship Type="http://schemas.openxmlformats.org/officeDocument/2006/relationships/slideMaster" Target="/ppt/slideMasters/slideMaster1.xml" Id="R18e74820d2d940ff" /><Relationship Type="http://schemas.openxmlformats.org/officeDocument/2006/relationships/notesMaster" Target="/ppt/notesMasters/notesMaster1.xml" Id="R82a81fe7b0e842c2" /><Relationship Type="http://schemas.openxmlformats.org/officeDocument/2006/relationships/presProps" Target="/ppt/presProps.xml" Id="R32f89069b8224175" /><Relationship Type="http://schemas.openxmlformats.org/officeDocument/2006/relationships/tableStyles" Target="/ppt/tableStyles.xml" Id="Ra40e2902d0554bfd" /><Relationship Type="http://schemas.openxmlformats.org/officeDocument/2006/relationships/slide" Target="/ppt/slides/slide1.xml" Id="Ra39a885f689a4752" /><Relationship Type="http://schemas.openxmlformats.org/officeDocument/2006/relationships/slide" Target="/ppt/slides/slide2.xml" Id="R15e2a62f4dd54041" /><Relationship Type="http://schemas.openxmlformats.org/officeDocument/2006/relationships/slide" Target="/ppt/slides/slide3.xml" Id="Raa1a54a956bf490f" /><Relationship Type="http://schemas.openxmlformats.org/officeDocument/2006/relationships/slide" Target="/ppt/slides/slide4.xml" Id="Ra8b8fed449ec430c" /><Relationship Type="http://schemas.openxmlformats.org/officeDocument/2006/relationships/slide" Target="/ppt/slides/slide5.xml" Id="R71ef985a9ca8470e" /><Relationship Type="http://schemas.openxmlformats.org/officeDocument/2006/relationships/slide" Target="/ppt/slides/slide6.xml" Id="Rdbf5d315ee314133" /><Relationship Type="http://schemas.openxmlformats.org/officeDocument/2006/relationships/slide" Target="/ppt/slides/slide7.xml" Id="Rb43a965a262544bf" /><Relationship Type="http://schemas.openxmlformats.org/officeDocument/2006/relationships/slide" Target="/ppt/slides/slide8.xml" Id="R25dda8df9cfe4da4" /><Relationship Type="http://schemas.openxmlformats.org/officeDocument/2006/relationships/slide" Target="/ppt/slides/slide9.xml" Id="R707c6e1dd4884ce2" /><Relationship Type="http://schemas.openxmlformats.org/officeDocument/2006/relationships/slide" Target="/ppt/slides/slide10.xml" Id="Rc475c509e4f34fda" /><Relationship Type="http://schemas.openxmlformats.org/officeDocument/2006/relationships/slide" Target="/ppt/slides/slide11.xml" Id="R6f50688333f04630" /><Relationship Type="http://schemas.openxmlformats.org/officeDocument/2006/relationships/slide" Target="/ppt/slides/slide12.xml" Id="R8b759154d5f84f93" /><Relationship Type="http://schemas.openxmlformats.org/officeDocument/2006/relationships/slide" Target="/ppt/slides/slide13.xml" Id="R0e1a98f880584d5d" /><Relationship Type="http://schemas.openxmlformats.org/officeDocument/2006/relationships/slide" Target="/ppt/slides/slide14.xml" Id="R91fac7440648463b" /><Relationship Type="http://schemas.openxmlformats.org/officeDocument/2006/relationships/slide" Target="/ppt/slides/slide15.xml" Id="Rf8ef1370cd3648c9" /><Relationship Type="http://schemas.openxmlformats.org/officeDocument/2006/relationships/slide" Target="/ppt/slides/slide16.xml" Id="Rf4865444613d463e" /><Relationship Type="http://schemas.openxmlformats.org/officeDocument/2006/relationships/slide" Target="/ppt/slides/slide17.xml" Id="R6a4cdd1fb1ae4f38" /><Relationship Type="http://schemas.openxmlformats.org/officeDocument/2006/relationships/slide" Target="/ppt/slides/slide18.xml" Id="R289df007cd4b45e9" /><Relationship Type="http://schemas.openxmlformats.org/officeDocument/2006/relationships/slide" Target="/ppt/slides/slide19.xml" Id="Rae0d1b94761a4806" /><Relationship Type="http://schemas.openxmlformats.org/officeDocument/2006/relationships/slide" Target="/ppt/slides/slide20.xml" Id="Rb4f421b850a3401a" /><Relationship Type="http://schemas.openxmlformats.org/officeDocument/2006/relationships/slide" Target="/ppt/slides/slide21.xml" Id="R4ea3576003e1405e" /><Relationship Type="http://schemas.openxmlformats.org/officeDocument/2006/relationships/slide" Target="/ppt/slides/slide22.xml" Id="R66a968a2b660436b" /><Relationship Type="http://schemas.openxmlformats.org/officeDocument/2006/relationships/slide" Target="/ppt/slides/slide23.xml" Id="Rfd5727dd3f084384" /><Relationship Type="http://schemas.openxmlformats.org/officeDocument/2006/relationships/slide" Target="/ppt/slides/slide24.xml" Id="R4e2bb2d04bad41b9" /><Relationship Type="http://schemas.openxmlformats.org/officeDocument/2006/relationships/slide" Target="/ppt/slides/slide25.xml" Id="Rc70f42feb6bf4311" /><Relationship Type="http://schemas.openxmlformats.org/officeDocument/2006/relationships/slide" Target="/ppt/slides/slide26.xml" Id="R2cfdfe41ddb24398" /><Relationship Type="http://schemas.openxmlformats.org/officeDocument/2006/relationships/slide" Target="/ppt/slides/slide27.xml" Id="R5137c213b5864366" /><Relationship Type="http://schemas.openxmlformats.org/officeDocument/2006/relationships/slide" Target="/ppt/slides/slide28.xml" Id="R6a8dd1dec8d2478f" /><Relationship Type="http://schemas.openxmlformats.org/officeDocument/2006/relationships/slide" Target="/ppt/slides/slide29.xml" Id="R1800b48c4d79481d" /><Relationship Type="http://schemas.openxmlformats.org/officeDocument/2006/relationships/slide" Target="/ppt/slides/slide30.xml" Id="R9ddb2fd8996f4258" /><Relationship Type="http://schemas.openxmlformats.org/officeDocument/2006/relationships/slide" Target="/ppt/slides/slide31.xml" Id="R98d9d1fa2bcb4fb8" /><Relationship Type="http://schemas.openxmlformats.org/officeDocument/2006/relationships/slide" Target="/ppt/slides/slide32.xml" Id="Redd9d69338904858" /><Relationship Type="http://schemas.openxmlformats.org/officeDocument/2006/relationships/slide" Target="/ppt/slides/slide33.xml" Id="R2e4fb4b44ebf4282" /><Relationship Type="http://schemas.openxmlformats.org/officeDocument/2006/relationships/slide" Target="/ppt/slides/slide34.xml" Id="Rdb21ec45d85a463f" /><Relationship Type="http://schemas.openxmlformats.org/officeDocument/2006/relationships/slide" Target="/ppt/slides/slide35.xml" Id="Rfffa043b05f64a9a" /><Relationship Type="http://schemas.openxmlformats.org/officeDocument/2006/relationships/slide" Target="/ppt/slides/slide36.xml" Id="Re4766b9dcb614733" /><Relationship Type="http://schemas.openxmlformats.org/officeDocument/2006/relationships/slide" Target="/ppt/slides/slide37.xml" Id="R9537eb57906140ac" /><Relationship Type="http://schemas.openxmlformats.org/officeDocument/2006/relationships/slide" Target="/ppt/slides/slide38.xml" Id="R9a673ea814c64f92" /><Relationship Type="http://schemas.openxmlformats.org/officeDocument/2006/relationships/slide" Target="/ppt/slides/slide39.xml" Id="R652a8c34b06a46f2" /><Relationship Type="http://schemas.openxmlformats.org/officeDocument/2006/relationships/slide" Target="/ppt/slides/slide40.xml" Id="Rbb40cc65b9364cf7" /><Relationship Type="http://schemas.openxmlformats.org/officeDocument/2006/relationships/slide" Target="/ppt/slides/slide41.xml" Id="Rff96da4129f24ff5" /><Relationship Type="http://schemas.openxmlformats.org/officeDocument/2006/relationships/slide" Target="/ppt/slides/slide42.xml" Id="R237f6887a8f74f91" /><Relationship Type="http://schemas.openxmlformats.org/officeDocument/2006/relationships/slide" Target="/ppt/slides/slide43.xml" Id="R938b8cec44ea42f7" /><Relationship Type="http://schemas.openxmlformats.org/officeDocument/2006/relationships/slide" Target="/ppt/slides/slide44.xml" Id="R04e6c20968594f4b" /><Relationship Type="http://schemas.openxmlformats.org/officeDocument/2006/relationships/slide" Target="/ppt/slides/slide45.xml" Id="R6af5fb79c8b24995" /><Relationship Type="http://schemas.openxmlformats.org/officeDocument/2006/relationships/slide" Target="/ppt/slides/slide46.xml" Id="R700b2ce41aba4ca7" /><Relationship Type="http://schemas.openxmlformats.org/officeDocument/2006/relationships/slide" Target="/ppt/slides/slide47.xml" Id="R463099dac91948a3" /><Relationship Type="http://schemas.openxmlformats.org/officeDocument/2006/relationships/slide" Target="/ppt/slides/slide48.xml" Id="Rb493c4de306d4c44" /><Relationship Type="http://schemas.openxmlformats.org/officeDocument/2006/relationships/slide" Target="/ppt/slides/slide49.xml" Id="Rf0847a1712814b7d" /><Relationship Type="http://schemas.openxmlformats.org/officeDocument/2006/relationships/slide" Target="/ppt/slides/slide50.xml" Id="Rf1433732f0fc4093" /><Relationship Type="http://schemas.openxmlformats.org/officeDocument/2006/relationships/slide" Target="/ppt/slides/slide51.xml" Id="Rb9ed4e4524dc4dd7" /><Relationship Type="http://schemas.openxmlformats.org/officeDocument/2006/relationships/slide" Target="/ppt/slides/slide52.xml" Id="Re68740605ec246da" /><Relationship Type="http://schemas.openxmlformats.org/officeDocument/2006/relationships/slide" Target="/ppt/slides/slide53.xml" Id="R08550d391ffc4ee0" /><Relationship Type="http://schemas.openxmlformats.org/officeDocument/2006/relationships/slide" Target="/ppt/slides/slide54.xml" Id="R28b80b83301c47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4f720649a647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73d442b3e64f48" /><Relationship Type="http://schemas.openxmlformats.org/officeDocument/2006/relationships/notesMaster" Target="/ppt/notesMasters/notesMaster1.xml" Id="R9c2c26f2f8364b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a7b0e056f64414" /><Relationship Type="http://schemas.openxmlformats.org/officeDocument/2006/relationships/notesMaster" Target="/ppt/notesMasters/notesMaster1.xml" Id="Rd3db93805b7640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5e67743e29466a" /><Relationship Type="http://schemas.openxmlformats.org/officeDocument/2006/relationships/notesMaster" Target="/ppt/notesMasters/notesMaster1.xml" Id="R4849e8afa9bb45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32556d0cbc4ce3" /><Relationship Type="http://schemas.openxmlformats.org/officeDocument/2006/relationships/notesMaster" Target="/ppt/notesMasters/notesMaster1.xml" Id="Rf85812cb4bd642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799c5f6f8c4868" /><Relationship Type="http://schemas.openxmlformats.org/officeDocument/2006/relationships/notesMaster" Target="/ppt/notesMasters/notesMaster1.xml" Id="Rbd4511a1c0cd4d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bd518b108d4593" /><Relationship Type="http://schemas.openxmlformats.org/officeDocument/2006/relationships/notesMaster" Target="/ppt/notesMasters/notesMaster1.xml" Id="Ra25ca10abd9e47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72f1138110462d" /><Relationship Type="http://schemas.openxmlformats.org/officeDocument/2006/relationships/notesMaster" Target="/ppt/notesMasters/notesMaster1.xml" Id="R1d31173c5b2948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373e7e869c4490" /><Relationship Type="http://schemas.openxmlformats.org/officeDocument/2006/relationships/notesMaster" Target="/ppt/notesMasters/notesMaster1.xml" Id="Rb46634765dbf4a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78cc540c104068" /><Relationship Type="http://schemas.openxmlformats.org/officeDocument/2006/relationships/notesMaster" Target="/ppt/notesMasters/notesMaster1.xml" Id="R91df002a84154b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25b34b623f4435" /><Relationship Type="http://schemas.openxmlformats.org/officeDocument/2006/relationships/notesMaster" Target="/ppt/notesMasters/notesMaster1.xml" Id="R03e1e7b97d7049a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52f0cba4814974" /><Relationship Type="http://schemas.openxmlformats.org/officeDocument/2006/relationships/notesMaster" Target="/ppt/notesMasters/notesMaster1.xml" Id="R162018db6aeb40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ac33f79d8b34dda" /><Relationship Type="http://schemas.openxmlformats.org/officeDocument/2006/relationships/notesMaster" Target="/ppt/notesMasters/notesMaster1.xml" Id="Rdcbbe544e0dd48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681d187ad474fa9" /><Relationship Type="http://schemas.openxmlformats.org/officeDocument/2006/relationships/notesMaster" Target="/ppt/notesMasters/notesMaster1.xml" Id="Ra9b18f72dfd3443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52857cea54147c4" /><Relationship Type="http://schemas.openxmlformats.org/officeDocument/2006/relationships/notesMaster" Target="/ppt/notesMasters/notesMaster1.xml" Id="Rb6bdfecc1b6a4b4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677a7c9ac3b48ba" /><Relationship Type="http://schemas.openxmlformats.org/officeDocument/2006/relationships/notesMaster" Target="/ppt/notesMasters/notesMaster1.xml" Id="R07f9b10ec74e495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c90360a83514dec" /><Relationship Type="http://schemas.openxmlformats.org/officeDocument/2006/relationships/notesMaster" Target="/ppt/notesMasters/notesMaster1.xml" Id="R4aaefecbe2ca424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a1f4e1686f9485e" /><Relationship Type="http://schemas.openxmlformats.org/officeDocument/2006/relationships/notesMaster" Target="/ppt/notesMasters/notesMaster1.xml" Id="R10992df5af34430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905732990774b0a" /><Relationship Type="http://schemas.openxmlformats.org/officeDocument/2006/relationships/notesMaster" Target="/ppt/notesMasters/notesMaster1.xml" Id="R64c72bb96d5e4c0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0453c634ab3475e" /><Relationship Type="http://schemas.openxmlformats.org/officeDocument/2006/relationships/notesMaster" Target="/ppt/notesMasters/notesMaster1.xml" Id="Rc38ff4647d8f495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9f88adf91944835" /><Relationship Type="http://schemas.openxmlformats.org/officeDocument/2006/relationships/notesMaster" Target="/ppt/notesMasters/notesMaster1.xml" Id="R213af1be873745e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eb9fe1ed0854e76" /><Relationship Type="http://schemas.openxmlformats.org/officeDocument/2006/relationships/notesMaster" Target="/ppt/notesMasters/notesMaster1.xml" Id="Rfdb21db3d9f54bc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80ed18839244579" /><Relationship Type="http://schemas.openxmlformats.org/officeDocument/2006/relationships/notesMaster" Target="/ppt/notesMasters/notesMaster1.xml" Id="Rcc1e501f702f48a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2469775632648fc" /><Relationship Type="http://schemas.openxmlformats.org/officeDocument/2006/relationships/notesMaster" Target="/ppt/notesMasters/notesMaster1.xml" Id="Rd2c7b8b74f54441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7ba4c22a112440d" /><Relationship Type="http://schemas.openxmlformats.org/officeDocument/2006/relationships/notesMaster" Target="/ppt/notesMasters/notesMaster1.xml" Id="R79379b2afe854da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bdf6f619509411b" /><Relationship Type="http://schemas.openxmlformats.org/officeDocument/2006/relationships/notesMaster" Target="/ppt/notesMasters/notesMaster1.xml" Id="R1fa52d66e67f435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a813dc8e7a44b93" /><Relationship Type="http://schemas.openxmlformats.org/officeDocument/2006/relationships/notesMaster" Target="/ppt/notesMasters/notesMaster1.xml" Id="R3902e8b83be24e2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833375403604f8e" /><Relationship Type="http://schemas.openxmlformats.org/officeDocument/2006/relationships/notesMaster" Target="/ppt/notesMasters/notesMaster1.xml" Id="R225f8600012340a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ac97b725d6b4686" /><Relationship Type="http://schemas.openxmlformats.org/officeDocument/2006/relationships/notesMaster" Target="/ppt/notesMasters/notesMaster1.xml" Id="Re502338655434fd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e55799421114c02" /><Relationship Type="http://schemas.openxmlformats.org/officeDocument/2006/relationships/notesMaster" Target="/ppt/notesMasters/notesMaster1.xml" Id="R21faf315de9243f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63b8a21424848cc" /><Relationship Type="http://schemas.openxmlformats.org/officeDocument/2006/relationships/notesMaster" Target="/ppt/notesMasters/notesMaster1.xml" Id="R14e0c9d01a65490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f6f111f1cee4599" /><Relationship Type="http://schemas.openxmlformats.org/officeDocument/2006/relationships/notesMaster" Target="/ppt/notesMasters/notesMaster1.xml" Id="Rc4d146dc0968403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8c361f2d0074621" /><Relationship Type="http://schemas.openxmlformats.org/officeDocument/2006/relationships/notesMaster" Target="/ppt/notesMasters/notesMaster1.xml" Id="Rc08f93745fe8406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dd063315e544ad6" /><Relationship Type="http://schemas.openxmlformats.org/officeDocument/2006/relationships/notesMaster" Target="/ppt/notesMasters/notesMaster1.xml" Id="R4839d869bde5462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c0dffc0a43449d8" /><Relationship Type="http://schemas.openxmlformats.org/officeDocument/2006/relationships/notesMaster" Target="/ppt/notesMasters/notesMaster1.xml" Id="Rac04eeac94094ef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27f65ac487a4be2" /><Relationship Type="http://schemas.openxmlformats.org/officeDocument/2006/relationships/notesMaster" Target="/ppt/notesMasters/notesMaster1.xml" Id="R86719c99f22e417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fcfad1b9cb94bb0" /><Relationship Type="http://schemas.openxmlformats.org/officeDocument/2006/relationships/notesMaster" Target="/ppt/notesMasters/notesMaster1.xml" Id="R6f536b97cc8b4d6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bb93ed33bd14034" /><Relationship Type="http://schemas.openxmlformats.org/officeDocument/2006/relationships/notesMaster" Target="/ppt/notesMasters/notesMaster1.xml" Id="Rf03044f6806449f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560b99348c64702" /><Relationship Type="http://schemas.openxmlformats.org/officeDocument/2006/relationships/notesMaster" Target="/ppt/notesMasters/notesMaster1.xml" Id="R758d3152b65e4a5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0e644c09d024411" /><Relationship Type="http://schemas.openxmlformats.org/officeDocument/2006/relationships/notesMaster" Target="/ppt/notesMasters/notesMaster1.xml" Id="R6534900413404c6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445414ec69a4845" /><Relationship Type="http://schemas.openxmlformats.org/officeDocument/2006/relationships/notesMaster" Target="/ppt/notesMasters/notesMaster1.xml" Id="R923447c1f5d94ab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94ce6fb318644933" /><Relationship Type="http://schemas.openxmlformats.org/officeDocument/2006/relationships/notesMaster" Target="/ppt/notesMasters/notesMaster1.xml" Id="R0ea349951fb245ce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e511f72b0f5460f" /><Relationship Type="http://schemas.openxmlformats.org/officeDocument/2006/relationships/notesMaster" Target="/ppt/notesMasters/notesMaster1.xml" Id="R7371640ffba343da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581c2393bd346a6" /><Relationship Type="http://schemas.openxmlformats.org/officeDocument/2006/relationships/notesMaster" Target="/ppt/notesMasters/notesMaster1.xml" Id="R39a7efb7222d4d9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9aede9db59f4a1c" /><Relationship Type="http://schemas.openxmlformats.org/officeDocument/2006/relationships/notesMaster" Target="/ppt/notesMasters/notesMaster1.xml" Id="R4b03c0ab3adb432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bb1883485ed4d0b" /><Relationship Type="http://schemas.openxmlformats.org/officeDocument/2006/relationships/notesMaster" Target="/ppt/notesMasters/notesMaster1.xml" Id="R6e503583813f433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0e9b3c97bef948b2" /><Relationship Type="http://schemas.openxmlformats.org/officeDocument/2006/relationships/notesMaster" Target="/ppt/notesMasters/notesMaster1.xml" Id="Rbae5340da2da4eba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109ceab36c8c4210" /><Relationship Type="http://schemas.openxmlformats.org/officeDocument/2006/relationships/notesMaster" Target="/ppt/notesMasters/notesMaster1.xml" Id="Rc13e1735e4354ba4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6d41dd1602bb4676" /><Relationship Type="http://schemas.openxmlformats.org/officeDocument/2006/relationships/notesMaster" Target="/ppt/notesMasters/notesMaster1.xml" Id="Rc50f9bd5bca64121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0fbd69fcda3942fe" /><Relationship Type="http://schemas.openxmlformats.org/officeDocument/2006/relationships/notesMaster" Target="/ppt/notesMasters/notesMaster1.xml" Id="R7ca54aad21cb4454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2c3e5d8ad2a947e2" /><Relationship Type="http://schemas.openxmlformats.org/officeDocument/2006/relationships/notesMaster" Target="/ppt/notesMasters/notesMaster1.xml" Id="R770d14f9a2ee4dfc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c75976ced49d4951" /><Relationship Type="http://schemas.openxmlformats.org/officeDocument/2006/relationships/notesMaster" Target="/ppt/notesMasters/notesMaster1.xml" Id="R26714e1af444408f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0056b49a15fc4614" /><Relationship Type="http://schemas.openxmlformats.org/officeDocument/2006/relationships/notesMaster" Target="/ppt/notesMasters/notesMaster1.xml" Id="R4cb0155a579c4dad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7002bb901c4c4c6a" /><Relationship Type="http://schemas.openxmlformats.org/officeDocument/2006/relationships/notesMaster" Target="/ppt/notesMasters/notesMaster1.xml" Id="Rc18a017cefc8439a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e6f46c1f24b64e96" /><Relationship Type="http://schemas.openxmlformats.org/officeDocument/2006/relationships/notesMaster" Target="/ppt/notesMasters/notesMaster1.xml" Id="R6d438a4afac74e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1.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2.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3.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4.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5.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6.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7.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8.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9.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10.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11.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12.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13.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14.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15.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16.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17.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18.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19.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20.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21.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22.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23.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24.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25.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26.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27.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28.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29.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30.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31.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32.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33.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34.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35.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36.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37.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38.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39.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40.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41.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42.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43.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44.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45.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46.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47.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48.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49.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50.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51.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52.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53.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assets/lessons/lectures/astronomy/light-and-telescopes.pdf, page 54.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133a4c547349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b8ba8cfdde4a8a" /><Relationship Type="http://schemas.openxmlformats.org/officeDocument/2006/relationships/slideLayout" Target="/ppt/slideLayouts/slideLayout1.xml" Id="R990d435804b948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0d435804b948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93e50aea441f8" /><Relationship Type="http://schemas.openxmlformats.org/officeDocument/2006/relationships/image" Target="/ppt/media/image.png" Id="Rdec40fddd1e246e0" /><Relationship Type="http://schemas.openxmlformats.org/officeDocument/2006/relationships/notesSlide" Target="/ppt/notesSlides/notesSlide1.xml" Id="Rb657ba781f7042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6ba80f4ce42d5" /><Relationship Type="http://schemas.openxmlformats.org/officeDocument/2006/relationships/image" Target="/ppt/media/image2.png" Id="R518ef3f86ad44867" /><Relationship Type="http://schemas.openxmlformats.org/officeDocument/2006/relationships/notesSlide" Target="/ppt/notesSlides/notesSlide2.xml" Id="R1b039b7f7fcb49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fab0fb718425d" /><Relationship Type="http://schemas.openxmlformats.org/officeDocument/2006/relationships/image" Target="/ppt/media/image3.png" Id="Ree0349fb8b024ce5" /><Relationship Type="http://schemas.openxmlformats.org/officeDocument/2006/relationships/notesSlide" Target="/ppt/notesSlides/notesSlide3.xml" Id="R2a9e00a1e01b40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1bb9297b4463e" /><Relationship Type="http://schemas.openxmlformats.org/officeDocument/2006/relationships/image" Target="/ppt/media/image4.png" Id="Rd6f2fb8df87f4532" /><Relationship Type="http://schemas.openxmlformats.org/officeDocument/2006/relationships/notesSlide" Target="/ppt/notesSlides/notesSlide4.xml" Id="Rbd6f38c5a93e41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30821345749d4" /><Relationship Type="http://schemas.openxmlformats.org/officeDocument/2006/relationships/image" Target="/ppt/media/image5.png" Id="R6234fe7e4aca4157" /><Relationship Type="http://schemas.openxmlformats.org/officeDocument/2006/relationships/notesSlide" Target="/ppt/notesSlides/notesSlide5.xml" Id="R9117bc71ba014b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df0ab9e194d16" /><Relationship Type="http://schemas.openxmlformats.org/officeDocument/2006/relationships/image" Target="/ppt/media/image6.png" Id="R6675ee6493c24f8f" /><Relationship Type="http://schemas.openxmlformats.org/officeDocument/2006/relationships/notesSlide" Target="/ppt/notesSlides/notesSlide6.xml" Id="R319e6aaaa59947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1f0e0c5254a69" /><Relationship Type="http://schemas.openxmlformats.org/officeDocument/2006/relationships/image" Target="/ppt/media/image7.png" Id="R8dfce445392d40bb" /><Relationship Type="http://schemas.openxmlformats.org/officeDocument/2006/relationships/notesSlide" Target="/ppt/notesSlides/notesSlide7.xml" Id="R5056b5c5800d4c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f59771e8b4385" /><Relationship Type="http://schemas.openxmlformats.org/officeDocument/2006/relationships/image" Target="/ppt/media/image8.png" Id="Rd01ae693cf324ad4" /><Relationship Type="http://schemas.openxmlformats.org/officeDocument/2006/relationships/notesSlide" Target="/ppt/notesSlides/notesSlide8.xml" Id="Rd9bd2cbab99e4e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a1939766a4e6d" /><Relationship Type="http://schemas.openxmlformats.org/officeDocument/2006/relationships/image" Target="/ppt/media/image9.png" Id="R559ca442613440a7" /><Relationship Type="http://schemas.openxmlformats.org/officeDocument/2006/relationships/notesSlide" Target="/ppt/notesSlides/notesSlide9.xml" Id="R709b1250401e48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6ad45b926400b" /><Relationship Type="http://schemas.openxmlformats.org/officeDocument/2006/relationships/image" Target="/ppt/media/image10.png" Id="R1bddf2629d4342c3" /><Relationship Type="http://schemas.openxmlformats.org/officeDocument/2006/relationships/notesSlide" Target="/ppt/notesSlides/notesSlide10.xml" Id="Rf75c551571d94f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631e534c64e01" /><Relationship Type="http://schemas.openxmlformats.org/officeDocument/2006/relationships/image" Target="/ppt/media/image11.png" Id="R3b2d459818614eb9" /><Relationship Type="http://schemas.openxmlformats.org/officeDocument/2006/relationships/notesSlide" Target="/ppt/notesSlides/notesSlide11.xml" Id="Rd66968befaaa4d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d2f635de24a6b" /><Relationship Type="http://schemas.openxmlformats.org/officeDocument/2006/relationships/image" Target="/ppt/media/image12.png" Id="R7214bdae60444576" /><Relationship Type="http://schemas.openxmlformats.org/officeDocument/2006/relationships/notesSlide" Target="/ppt/notesSlides/notesSlide12.xml" Id="R49649e62664a4d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696b4c46a4a28" /><Relationship Type="http://schemas.openxmlformats.org/officeDocument/2006/relationships/image" Target="/ppt/media/image13.png" Id="R72c4f618444a438c" /><Relationship Type="http://schemas.openxmlformats.org/officeDocument/2006/relationships/notesSlide" Target="/ppt/notesSlides/notesSlide13.xml" Id="R04dcf9c44c8f4f9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65c35ac0f471c" /><Relationship Type="http://schemas.openxmlformats.org/officeDocument/2006/relationships/image" Target="/ppt/media/image14.png" Id="R1d4b85806d0f426e" /><Relationship Type="http://schemas.openxmlformats.org/officeDocument/2006/relationships/notesSlide" Target="/ppt/notesSlides/notesSlide14.xml" Id="R62469c2cb681488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0e5801b834be6" /><Relationship Type="http://schemas.openxmlformats.org/officeDocument/2006/relationships/image" Target="/ppt/media/image15.png" Id="Rcec68b5eeaee426b" /><Relationship Type="http://schemas.openxmlformats.org/officeDocument/2006/relationships/notesSlide" Target="/ppt/notesSlides/notesSlide15.xml" Id="Ree19359fd04e411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eab1749034b37" /><Relationship Type="http://schemas.openxmlformats.org/officeDocument/2006/relationships/image" Target="/ppt/media/image16.png" Id="R852326e08c9e4291" /><Relationship Type="http://schemas.openxmlformats.org/officeDocument/2006/relationships/notesSlide" Target="/ppt/notesSlides/notesSlide16.xml" Id="R40cb1876fe10472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dc468ba9e4ed1" /><Relationship Type="http://schemas.openxmlformats.org/officeDocument/2006/relationships/image" Target="/ppt/media/image17.png" Id="R8ddb29e6320e4a8b" /><Relationship Type="http://schemas.openxmlformats.org/officeDocument/2006/relationships/notesSlide" Target="/ppt/notesSlides/notesSlide17.xml" Id="Rad2f2f16832842e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9301d90b44ead" /><Relationship Type="http://schemas.openxmlformats.org/officeDocument/2006/relationships/image" Target="/ppt/media/image18.png" Id="R148675cc8ce645dd" /><Relationship Type="http://schemas.openxmlformats.org/officeDocument/2006/relationships/notesSlide" Target="/ppt/notesSlides/notesSlide18.xml" Id="R684d3532223644c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eb69a7a804571" /><Relationship Type="http://schemas.openxmlformats.org/officeDocument/2006/relationships/image" Target="/ppt/media/image19.png" Id="R7fe582558dda40b5" /><Relationship Type="http://schemas.openxmlformats.org/officeDocument/2006/relationships/notesSlide" Target="/ppt/notesSlides/notesSlide19.xml" Id="Re4978a6155b7466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cdef1c3254ac2" /><Relationship Type="http://schemas.openxmlformats.org/officeDocument/2006/relationships/image" Target="/ppt/media/image20.png" Id="R807cac8e7b024712" /><Relationship Type="http://schemas.openxmlformats.org/officeDocument/2006/relationships/notesSlide" Target="/ppt/notesSlides/notesSlide20.xml" Id="Rd65e187d21154f2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cbe2630cf43c8" /><Relationship Type="http://schemas.openxmlformats.org/officeDocument/2006/relationships/image" Target="/ppt/media/image21.png" Id="Rb38b04de96b5480a" /><Relationship Type="http://schemas.openxmlformats.org/officeDocument/2006/relationships/notesSlide" Target="/ppt/notesSlides/notesSlide21.xml" Id="R5880f56304a64ec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994b7c13241e2" /><Relationship Type="http://schemas.openxmlformats.org/officeDocument/2006/relationships/image" Target="/ppt/media/image22.png" Id="Reef837bcf5a847ec" /><Relationship Type="http://schemas.openxmlformats.org/officeDocument/2006/relationships/notesSlide" Target="/ppt/notesSlides/notesSlide22.xml" Id="R6aa19511488843f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5f1ec59ec44d6" /><Relationship Type="http://schemas.openxmlformats.org/officeDocument/2006/relationships/image" Target="/ppt/media/image23.png" Id="R2e744e2efa994805" /><Relationship Type="http://schemas.openxmlformats.org/officeDocument/2006/relationships/notesSlide" Target="/ppt/notesSlides/notesSlide23.xml" Id="Rcc6c92be28ab43b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a81fc7b78460e" /><Relationship Type="http://schemas.openxmlformats.org/officeDocument/2006/relationships/image" Target="/ppt/media/image24.png" Id="R18dfaec7c16e4485" /><Relationship Type="http://schemas.openxmlformats.org/officeDocument/2006/relationships/notesSlide" Target="/ppt/notesSlides/notesSlide24.xml" Id="Rc2beae68b04b41e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4537226fa4cd1" /><Relationship Type="http://schemas.openxmlformats.org/officeDocument/2006/relationships/image" Target="/ppt/media/image25.png" Id="R52fda23b70a24d2c" /><Relationship Type="http://schemas.openxmlformats.org/officeDocument/2006/relationships/notesSlide" Target="/ppt/notesSlides/notesSlide25.xml" Id="R41439597b3db456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57f67f98442c0" /><Relationship Type="http://schemas.openxmlformats.org/officeDocument/2006/relationships/image" Target="/ppt/media/image26.png" Id="R3a7e87271f114255" /><Relationship Type="http://schemas.openxmlformats.org/officeDocument/2006/relationships/notesSlide" Target="/ppt/notesSlides/notesSlide26.xml" Id="R51a0918f64024a9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f7029c5e64128" /><Relationship Type="http://schemas.openxmlformats.org/officeDocument/2006/relationships/image" Target="/ppt/media/image27.png" Id="R20a43cbd5a3b4afb" /><Relationship Type="http://schemas.openxmlformats.org/officeDocument/2006/relationships/notesSlide" Target="/ppt/notesSlides/notesSlide27.xml" Id="R12418823e17f4f4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cc503217642e3" /><Relationship Type="http://schemas.openxmlformats.org/officeDocument/2006/relationships/image" Target="/ppt/media/image28.png" Id="Rd91b5ff505274b20" /><Relationship Type="http://schemas.openxmlformats.org/officeDocument/2006/relationships/notesSlide" Target="/ppt/notesSlides/notesSlide28.xml" Id="Rf8dc90cabbde482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aa55311f74ee4" /><Relationship Type="http://schemas.openxmlformats.org/officeDocument/2006/relationships/image" Target="/ppt/media/image29.png" Id="R9ba388dbdc874bdd" /><Relationship Type="http://schemas.openxmlformats.org/officeDocument/2006/relationships/notesSlide" Target="/ppt/notesSlides/notesSlide29.xml" Id="Rbee2dfbf509b44c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97afcc052431d" /><Relationship Type="http://schemas.openxmlformats.org/officeDocument/2006/relationships/image" Target="/ppt/media/image30.png" Id="R036e0f0e83ae4c4a" /><Relationship Type="http://schemas.openxmlformats.org/officeDocument/2006/relationships/notesSlide" Target="/ppt/notesSlides/notesSlide30.xml" Id="Re1053e98b103472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1a751811d4d6f" /><Relationship Type="http://schemas.openxmlformats.org/officeDocument/2006/relationships/image" Target="/ppt/media/image31.png" Id="R3f5012e2b7cf4f35" /><Relationship Type="http://schemas.openxmlformats.org/officeDocument/2006/relationships/notesSlide" Target="/ppt/notesSlides/notesSlide31.xml" Id="R43a92e91ca4446a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c29f2be85418e" /><Relationship Type="http://schemas.openxmlformats.org/officeDocument/2006/relationships/image" Target="/ppt/media/image32.png" Id="R5fed7100c5344778" /><Relationship Type="http://schemas.openxmlformats.org/officeDocument/2006/relationships/notesSlide" Target="/ppt/notesSlides/notesSlide32.xml" Id="Rd84ebab3437c4df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c7999a64044db" /><Relationship Type="http://schemas.openxmlformats.org/officeDocument/2006/relationships/image" Target="/ppt/media/image33.png" Id="R1bf9d73908f84bfe" /><Relationship Type="http://schemas.openxmlformats.org/officeDocument/2006/relationships/notesSlide" Target="/ppt/notesSlides/notesSlide33.xml" Id="Rdb1d91d02eb9401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1635a101134dfd" /><Relationship Type="http://schemas.openxmlformats.org/officeDocument/2006/relationships/image" Target="/ppt/media/image34.png" Id="Rd613d49d8f5b4cc9" /><Relationship Type="http://schemas.openxmlformats.org/officeDocument/2006/relationships/notesSlide" Target="/ppt/notesSlides/notesSlide34.xml" Id="R6b67c1057c3a40b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3ed00dbcd4436" /><Relationship Type="http://schemas.openxmlformats.org/officeDocument/2006/relationships/image" Target="/ppt/media/image35.png" Id="Redaca1750032469c" /><Relationship Type="http://schemas.openxmlformats.org/officeDocument/2006/relationships/notesSlide" Target="/ppt/notesSlides/notesSlide35.xml" Id="Rd0fd3cdbbeb24c5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252eb5fe349a6" /><Relationship Type="http://schemas.openxmlformats.org/officeDocument/2006/relationships/image" Target="/ppt/media/image36.png" Id="R76be454535604224" /><Relationship Type="http://schemas.openxmlformats.org/officeDocument/2006/relationships/notesSlide" Target="/ppt/notesSlides/notesSlide36.xml" Id="R92bdbeaffefe474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68cd1cd2b41fe" /><Relationship Type="http://schemas.openxmlformats.org/officeDocument/2006/relationships/image" Target="/ppt/media/image37.png" Id="R9d1f2688fd7844ee" /><Relationship Type="http://schemas.openxmlformats.org/officeDocument/2006/relationships/notesSlide" Target="/ppt/notesSlides/notesSlide37.xml" Id="R2073e610e32047b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31a016e2249c3" /><Relationship Type="http://schemas.openxmlformats.org/officeDocument/2006/relationships/image" Target="/ppt/media/image38.png" Id="Raf318814c7bf4161" /><Relationship Type="http://schemas.openxmlformats.org/officeDocument/2006/relationships/notesSlide" Target="/ppt/notesSlides/notesSlide38.xml" Id="R4d706278a0654ba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c95a0172a43ab" /><Relationship Type="http://schemas.openxmlformats.org/officeDocument/2006/relationships/image" Target="/ppt/media/image39.png" Id="R56fce66f7bfb4cb2" /><Relationship Type="http://schemas.openxmlformats.org/officeDocument/2006/relationships/notesSlide" Target="/ppt/notesSlides/notesSlide39.xml" Id="R8a25cbd589cd4fe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edfe73c894d19" /><Relationship Type="http://schemas.openxmlformats.org/officeDocument/2006/relationships/image" Target="/ppt/media/image40.png" Id="R78773d48ce054b16" /><Relationship Type="http://schemas.openxmlformats.org/officeDocument/2006/relationships/notesSlide" Target="/ppt/notesSlides/notesSlide40.xml" Id="R19a47b80bb6242f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4462b06d9467e" /><Relationship Type="http://schemas.openxmlformats.org/officeDocument/2006/relationships/image" Target="/ppt/media/image41.png" Id="R41ddfae4af8f4dd4" /><Relationship Type="http://schemas.openxmlformats.org/officeDocument/2006/relationships/notesSlide" Target="/ppt/notesSlides/notesSlide41.xml" Id="Rf85e774372164f6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a1b8b81f14716" /><Relationship Type="http://schemas.openxmlformats.org/officeDocument/2006/relationships/image" Target="/ppt/media/image42.png" Id="Rce0c3e48681e440f" /><Relationship Type="http://schemas.openxmlformats.org/officeDocument/2006/relationships/notesSlide" Target="/ppt/notesSlides/notesSlide42.xml" Id="R61727635b95d407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a770e689c4e01" /><Relationship Type="http://schemas.openxmlformats.org/officeDocument/2006/relationships/image" Target="/ppt/media/image43.png" Id="R4c71792efe8945f5" /><Relationship Type="http://schemas.openxmlformats.org/officeDocument/2006/relationships/notesSlide" Target="/ppt/notesSlides/notesSlide43.xml" Id="Rb8bf293fa66542f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1498caae3483c" /><Relationship Type="http://schemas.openxmlformats.org/officeDocument/2006/relationships/image" Target="/ppt/media/image44.png" Id="R2cb7cf6b478b445c" /><Relationship Type="http://schemas.openxmlformats.org/officeDocument/2006/relationships/notesSlide" Target="/ppt/notesSlides/notesSlide44.xml" Id="Ref940613c7ff4af1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8c5c8726b4d01" /><Relationship Type="http://schemas.openxmlformats.org/officeDocument/2006/relationships/image" Target="/ppt/media/image45.png" Id="Rb79a4a9148ad4fb4" /><Relationship Type="http://schemas.openxmlformats.org/officeDocument/2006/relationships/notesSlide" Target="/ppt/notesSlides/notesSlide45.xml" Id="R08eb9297225f4539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f98d792474c3c" /><Relationship Type="http://schemas.openxmlformats.org/officeDocument/2006/relationships/image" Target="/ppt/media/image46.png" Id="R7703e94d5e3840c7" /><Relationship Type="http://schemas.openxmlformats.org/officeDocument/2006/relationships/notesSlide" Target="/ppt/notesSlides/notesSlide46.xml" Id="R9e7fccaa19db410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ed92631da4a61" /><Relationship Type="http://schemas.openxmlformats.org/officeDocument/2006/relationships/image" Target="/ppt/media/image47.png" Id="R7791cb69be074d51" /><Relationship Type="http://schemas.openxmlformats.org/officeDocument/2006/relationships/notesSlide" Target="/ppt/notesSlides/notesSlide47.xml" Id="R533de1c727a14a8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efdc5c1774c85" /><Relationship Type="http://schemas.openxmlformats.org/officeDocument/2006/relationships/image" Target="/ppt/media/image48.png" Id="R9f6eb7dceab84c36" /><Relationship Type="http://schemas.openxmlformats.org/officeDocument/2006/relationships/notesSlide" Target="/ppt/notesSlides/notesSlide48.xml" Id="Rd889563aff794c6b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a602a915041ee" /><Relationship Type="http://schemas.openxmlformats.org/officeDocument/2006/relationships/image" Target="/ppt/media/image49.png" Id="R19b4dd5579bf415c" /><Relationship Type="http://schemas.openxmlformats.org/officeDocument/2006/relationships/notesSlide" Target="/ppt/notesSlides/notesSlide49.xml" Id="Rba9691d047c045d8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4db2aa2994512" /><Relationship Type="http://schemas.openxmlformats.org/officeDocument/2006/relationships/image" Target="/ppt/media/image50.png" Id="Ra2b3d475373941cf" /><Relationship Type="http://schemas.openxmlformats.org/officeDocument/2006/relationships/notesSlide" Target="/ppt/notesSlides/notesSlide50.xml" Id="Rbbae67a68a52424d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2dabe922a4d4c" /><Relationship Type="http://schemas.openxmlformats.org/officeDocument/2006/relationships/image" Target="/ppt/media/image51.png" Id="Re74e9db714e142fb" /><Relationship Type="http://schemas.openxmlformats.org/officeDocument/2006/relationships/notesSlide" Target="/ppt/notesSlides/notesSlide51.xml" Id="Raf64017230db40b2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d9b6bfca34de7" /><Relationship Type="http://schemas.openxmlformats.org/officeDocument/2006/relationships/image" Target="/ppt/media/image52.png" Id="R998cc8d1d9e84856" /><Relationship Type="http://schemas.openxmlformats.org/officeDocument/2006/relationships/notesSlide" Target="/ppt/notesSlides/notesSlide52.xml" Id="R65564fd11f304ddc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8ea3f1f36485b" /><Relationship Type="http://schemas.openxmlformats.org/officeDocument/2006/relationships/image" Target="/ppt/media/image53.png" Id="Rc7771c72fcdc41f6" /><Relationship Type="http://schemas.openxmlformats.org/officeDocument/2006/relationships/notesSlide" Target="/ppt/notesSlides/notesSlide53.xml" Id="Rac51495c3b1c46e6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effc5eb974c5a" /><Relationship Type="http://schemas.openxmlformats.org/officeDocument/2006/relationships/image" Target="/ppt/media/image54.png" Id="R7b82888b50274767" /><Relationship Type="http://schemas.openxmlformats.org/officeDocument/2006/relationships/notesSlide" Target="/ppt/notesSlides/notesSlide54.xml" Id="R2f047427c28344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c40fddd1e246e0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F084B-740F-4BE4-A91C-58B2ECA9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024" y="3285798"/>
            <a:ext cx="5026214" cy="940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63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3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Light &amp; Telescopes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A9D97-9835-48DD-AEBB-4872AAF5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25" y="4770107"/>
            <a:ext cx="2249781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D.J. Pisano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57612-328D-4644-97DB-6A2CAEA7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604" y="5368587"/>
            <a:ext cx="6423567" cy="518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Associate Professor of Physics &amp; Astronomy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B81D8-0855-46C6-A47A-035DDFC5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7820" y="5832650"/>
            <a:ext cx="1789453" cy="52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July 6, 2017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A40855-6A1E-4CAC-A94D-66E48679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2A02B-2051-41F1-A1AA-AB68001D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 of 54</a:t>
            </a:r>
          </a:p>
        </p:txBody>
      </p:sp>
      <p:sp>
        <p:nvSpPr>
          <p:cNvPr id="10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1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2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3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8278051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8ef3f86ad44867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FF0B4-614F-46AB-87C1-0B9C4D0B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256" y="1131054"/>
            <a:ext cx="5623233" cy="942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Light and Telescopes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0CED9E-CFF6-4E82-9CC6-56C88BFF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2331702"/>
            <a:ext cx="8366840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 few exceptions, astronomers can only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1359D-C712-4EFB-955C-341506BD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1" y="2852402"/>
            <a:ext cx="6595557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learn about the Universe by using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3FFB2-E888-4AAF-82F5-39C77919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1" y="3373128"/>
            <a:ext cx="2223439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telescopes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D4F67-85BC-4CE1-BC20-2313A77B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424" y="3373128"/>
            <a:ext cx="1910816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 look at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3CF0F-9902-4417-B5B2-A94610E1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1382" y="3373128"/>
            <a:ext cx="951142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light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0F8CF-E2D1-45E1-969F-8195C3FF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199" y="3373128"/>
            <a:ext cx="2414638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from distant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EAFD0A-47A5-4A45-89D1-650FD726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6" y="3889571"/>
            <a:ext cx="1767071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objects. 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7A8B7-CFFE-405C-AC01-405E1390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21" y="4516087"/>
            <a:ext cx="8561574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 can not do experiments on the Universe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17F270-6CA8-422A-9CD2-D25E63D7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6" y="5032634"/>
            <a:ext cx="5149836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(or even small parts of it). 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1D7C48-E9C8-4CD6-914D-C36BF42A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982" y="6281387"/>
            <a:ext cx="1856756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 must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EF7C46-C296-4376-85C3-5BAB70FA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8834" y="6281387"/>
            <a:ext cx="1694569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12C59F-DAF7-4FC7-BAD9-FBCCCE9E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5303" y="6281387"/>
            <a:ext cx="2823602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the Universe. 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65B1A4-F2AA-4095-B417-D9716880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31405A-7DD7-488E-BDBE-E47D13BF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2 of 54</a:t>
            </a:r>
          </a:p>
        </p:txBody>
      </p:sp>
      <p:sp>
        <p:nvSpPr>
          <p:cNvPr id="19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20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1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2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842302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349fb8b024ce5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2C674-F076-4145-866E-FA28D6E2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2445" y="1123328"/>
            <a:ext cx="3976087" cy="95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7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Light is a wave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DA902-5225-4897-B7E7-A22D5F8B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822BA9-1354-4771-9FA4-C8E44B32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3 of 54</a:t>
            </a:r>
          </a:p>
        </p:txBody>
      </p:sp>
      <p:sp>
        <p:nvSpPr>
          <p:cNvPr id="7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8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9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0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1614645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f2fb8df87f4532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8CF7D-199B-4C97-A6BD-6F6C305E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891" y="1123328"/>
            <a:ext cx="4505180" cy="95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7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Light is a particle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47A5D-B771-4771-8F52-331B7D86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2283102"/>
            <a:ext cx="171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64BE0-46C4-4FF1-8397-C4ADDB18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1" y="2283840"/>
            <a:ext cx="7191122" cy="608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 1905, Einstein discovered that light had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28E84-A711-4DF3-923E-8771C6EB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1" y="2693739"/>
            <a:ext cx="303360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discrete energies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A1C81E-648E-48C7-BF92-4D018118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639" y="2694096"/>
            <a:ext cx="3453282" cy="609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light can appear as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86361-4FC5-4E52-BFBD-A7B7A83B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2" y="3100203"/>
            <a:ext cx="2653129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particles called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83CE9A-D447-49E2-B6F5-2174CFF5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7596" y="3100203"/>
            <a:ext cx="13899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photons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FDF88-86E1-47B4-85A3-71DB6592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406" y="3100203"/>
            <a:ext cx="14401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5FE328-E4F2-480B-B51D-2481B019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443" y="6101584"/>
            <a:ext cx="2968528" cy="6095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is called the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65C43-085E-48D0-BCFB-8A027181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1711" y="6101820"/>
            <a:ext cx="3220931" cy="609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8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8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photoelectric effect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A512FC-C534-4231-848B-15B61499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915" y="6101544"/>
            <a:ext cx="14401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5C165B-7B09-4276-87DD-2FDD893A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265" y="6602211"/>
            <a:ext cx="8301723" cy="607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 is how light sensors for doors, toilets, etc. 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FA9F20-1864-4D3B-A0D5-FB14157D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36FB91-195F-408E-BDDF-B68472AB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4 of 54</a:t>
            </a:r>
          </a:p>
        </p:txBody>
      </p:sp>
      <p:sp>
        <p:nvSpPr>
          <p:cNvPr id="18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9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0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1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2412363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34fe7e4aca4157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A216F-8EA0-4E32-9C7D-EDFB797D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075" y="1123328"/>
            <a:ext cx="4409497" cy="95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7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Light as photons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9F602-DBBD-4106-8CF3-897746B3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491" y="2283102"/>
            <a:ext cx="798351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56B2C6-D07A-487C-A0A3-B2DF2007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475" y="2283102"/>
            <a:ext cx="1305156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energy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69AB83-A870-466F-8990-E62EECF0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581" y="2283102"/>
            <a:ext cx="775869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 a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293CD-4B42-42CE-A1EB-F713D865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407" y="2283102"/>
            <a:ext cx="1199954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photon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FCAB0-116C-428E-88AB-9C535D4A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261" y="2283352"/>
            <a:ext cx="3686859" cy="60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is proportional to the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F7297B-195A-43D3-9269-DFF45885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778" y="2693739"/>
            <a:ext cx="170719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frequency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E6312-8BB4-4FC4-8CE0-DE35A018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871" y="2694184"/>
            <a:ext cx="2204192" cy="608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of the light. 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DC499-EAD8-4F4A-8539-85112114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304" y="3695025"/>
            <a:ext cx="6677864" cy="605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Higher frequency means higher energy.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88149A-A7AF-4769-A7FE-9D841B8C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24" y="4692199"/>
            <a:ext cx="3665085" cy="6091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energy of light is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6C007-8D84-4FF3-BC1D-694B769F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225" y="4691910"/>
            <a:ext cx="628116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4303A7-9CCA-4117-A6BC-E9169014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241" y="4691910"/>
            <a:ext cx="18310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related to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116C22-6C67-4BFA-8999-112A3001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5992" y="4691910"/>
            <a:ext cx="1535132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intensity 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505D53-43E1-4FE5-9365-E0948772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988" y="4691910"/>
            <a:ext cx="96744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(how 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FCD09A-5A80-46A3-A4C7-322060CC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093" y="5102530"/>
            <a:ext cx="1892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bright it is).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411A1F-0633-4FE4-BC73-B49D0C77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196" y="6101854"/>
            <a:ext cx="4109127" cy="60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Higher intensities mean 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A5749B-6C62-4DA2-B824-ED4D6240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8661" y="6101544"/>
            <a:ext cx="107045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more 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62948B-EDC8-47B5-A617-319594A8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797" y="6101544"/>
            <a:ext cx="254896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photons mean 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BF064C-7017-4431-97F0-5ABDC569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7241" y="6508037"/>
            <a:ext cx="2232434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brighter light.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4D3DD6-3E30-4C13-9BEE-4425300B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3F741C-30F1-4377-B57E-59105FC3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5 of 54</a:t>
            </a:r>
          </a:p>
        </p:txBody>
      </p:sp>
      <p:sp>
        <p:nvSpPr>
          <p:cNvPr id="25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26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7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8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4619519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5ee6493c24f8f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BCE70-3192-4276-BCE1-F8A139CF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225" y="1123721"/>
            <a:ext cx="8214040" cy="954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6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Electromagnetic Spectrum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D84BB-AE29-4BEA-B16D-D96AC526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775A0-8938-4F7A-9805-97951732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6 of 54</a:t>
            </a:r>
          </a:p>
        </p:txBody>
      </p:sp>
      <p:sp>
        <p:nvSpPr>
          <p:cNvPr id="7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8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9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0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6815824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ce445392d40bb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C8F93-1164-4956-B0A1-FA08D1B2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225" y="774052"/>
            <a:ext cx="8214040" cy="954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6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Electromagnetic Spectrum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11B6E-1B49-4681-BEA9-D38F438E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888" y="7049712"/>
            <a:ext cx="5927382" cy="37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22" b="1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822" b="1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Lower Frequency = Longer Wavelength = Low Energy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10C86-9C79-44DA-84AC-3AE77418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729" y="7370339"/>
            <a:ext cx="6162967" cy="3720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31" b="1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831" b="1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Higher Frequency = Shorter Wavelength = High Energy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1FEFD-B018-4E5F-B8A2-438FCC25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1C131-FA8F-4815-AA1A-6EA0C212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7 of 54</a:t>
            </a:r>
          </a:p>
        </p:txBody>
      </p:sp>
      <p:sp>
        <p:nvSpPr>
          <p:cNvPr id="9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0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1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2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7172334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ae693cf324ad4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2E935-6B77-4881-B229-76F56EF4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21" y="829106"/>
            <a:ext cx="6674055" cy="866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2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world looks different at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BA40E-AD1C-4334-9156-CB08922F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650" y="1481102"/>
            <a:ext cx="6884970" cy="865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2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different wavelengths of light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913F6-F46D-4935-9DC4-F6FF7C9C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001" y="4046705"/>
            <a:ext cx="8251692" cy="8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Consider infrared light...otherwise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BC779-3CA2-4664-B127-87423D81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056" y="4698662"/>
            <a:ext cx="2474252" cy="8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known as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AFEE7-8369-4F5B-941E-0AF8A43B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0916" y="4698662"/>
            <a:ext cx="1149959" cy="8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26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6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heat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91557-D71F-4FE8-8AE1-51057C9B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196" y="4698662"/>
            <a:ext cx="188739" cy="8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F7B71-79C2-4168-A2A1-29B49563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38C01-312E-4C6F-ABDE-9D89B4CD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8 of 54</a:t>
            </a:r>
          </a:p>
        </p:txBody>
      </p:sp>
      <p:sp>
        <p:nvSpPr>
          <p:cNvPr id="12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3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4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5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20007270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ca442613440a7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6E6B3-1A84-40F9-A715-5D38B58D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917" y="988367"/>
            <a:ext cx="4603170" cy="436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4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is an astronomy class seen in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1F630-4445-4361-965A-2188CEB8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2773" y="1562088"/>
            <a:ext cx="3382628" cy="4538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3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34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infrared and visible light.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06F450-FEE5-4914-B0F5-E53A8FF5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221DC-1C86-49B7-92C4-5901F113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9 of 54</a:t>
            </a:r>
          </a:p>
        </p:txBody>
      </p:sp>
      <p:sp>
        <p:nvSpPr>
          <p:cNvPr id="8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9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0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1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3893116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ddf2629d4342c3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D98B1-723B-4A8D-8352-EAD6C1A2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20" y="1150220"/>
            <a:ext cx="9037723" cy="522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7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7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Consider Orion as Seen in Different Wavelengths of Light!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E518F-E63D-4E62-A3DE-D52AFEFB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14B17-9530-4C74-BC6A-AC59EBDA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10 of 54</a:t>
            </a:r>
          </a:p>
        </p:txBody>
      </p:sp>
      <p:sp>
        <p:nvSpPr>
          <p:cNvPr id="7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8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9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0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5163640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2d459818614eb9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FE50B-5F57-4749-961C-3AF876B7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083" y="3837749"/>
            <a:ext cx="4837480" cy="95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7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Review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9D3FA4-7174-4432-8B04-3705A310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1CCD4-8546-427B-B6A1-3D7681D1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11 of 54</a:t>
            </a:r>
          </a:p>
        </p:txBody>
      </p:sp>
      <p:sp>
        <p:nvSpPr>
          <p:cNvPr id="7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8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9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0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20719649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14bdae60444576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350BD-F81C-4BF6-97A6-E7E87AE7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710" y="1123328"/>
            <a:ext cx="3084685" cy="95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7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Question 1: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E9EC1-4F7D-4A23-A5A8-6D8BC078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2331702"/>
            <a:ext cx="7289016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Light with a shorter wavelength has a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6F11B-A36F-451D-BF44-5EBC7A2E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530" y="2854648"/>
            <a:ext cx="3583130" cy="6871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3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______ frequency.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270E0-3B7A-41DC-8F40-B11BA2F7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405" y="4097028"/>
            <a:ext cx="447398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38CF9-53D2-47F1-AF9D-741DA142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304" y="4097028"/>
            <a:ext cx="1238290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27A3C-4F3E-4B26-AC94-A6549630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4723520"/>
            <a:ext cx="447187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BE83E0-12B6-494C-9820-3AC35993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304" y="4723520"/>
            <a:ext cx="1071142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00DB5-3828-46EE-BC98-0C7B38FA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B02D62-B92E-4E79-B2A0-7FCC4A68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12 of 54</a:t>
            </a:r>
          </a:p>
        </p:txBody>
      </p:sp>
      <p:sp>
        <p:nvSpPr>
          <p:cNvPr id="13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4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5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6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21029007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c4f618444a438c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05DC33-8743-4E4F-B93A-A72E9651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710" y="1123328"/>
            <a:ext cx="3084685" cy="95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7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Question 2: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BF9E4-8C12-4FE2-ADB8-F371486B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2331702"/>
            <a:ext cx="8416659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Light with a higher frequency has a ______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562F6-9A22-4590-A296-FD960307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1" y="2857950"/>
            <a:ext cx="1446372" cy="681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3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5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energy.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6F9DC-5E85-4605-B877-78345B0B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405" y="4097028"/>
            <a:ext cx="447398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8A607-5020-43A5-AE0E-F34995B6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304" y="4097028"/>
            <a:ext cx="1238290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A8026-D27B-45BF-BF13-C0BBA720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4723520"/>
            <a:ext cx="447187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1C172-5833-488B-90E9-7194C4C3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304" y="4723520"/>
            <a:ext cx="1071142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77DE3E-495E-42A3-A6D2-DBD0E0FC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B07149-17E7-4388-AD02-BC19F433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13 of 54</a:t>
            </a:r>
          </a:p>
        </p:txBody>
      </p:sp>
      <p:sp>
        <p:nvSpPr>
          <p:cNvPr id="13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4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5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6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4397495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4b85806d0f426e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46A46-2DDE-4323-B758-91314C1A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710" y="1123328"/>
            <a:ext cx="3084685" cy="95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7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Question 3: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85305-16E4-4280-B498-BC8B157D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2331702"/>
            <a:ext cx="8752898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Light with a higher frequency travels ______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4F060-E5CC-4058-AB28-1E0DFF63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1" y="2853515"/>
            <a:ext cx="5339233" cy="689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3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9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light with a lower frequency.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AAC45-5BF3-41DC-8464-2331DA6B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405" y="4097028"/>
            <a:ext cx="447398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CEA67-9C05-4AA8-8F30-E2157F68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304" y="4097028"/>
            <a:ext cx="2078354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faster than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84913-A3F4-47E7-9526-23CF750E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4723520"/>
            <a:ext cx="447187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1A109-C56F-4D50-9100-51F2C61E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304" y="4723520"/>
            <a:ext cx="2248055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slower than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7F21A-1019-4B2F-B987-D5FF9A98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5345890"/>
            <a:ext cx="4714701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C. at the same speed 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CF2CE-625F-42F3-B977-35CFDFB3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9797C-3CF6-4FE4-A7E3-FBD6DBBB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14 of 54</a:t>
            </a:r>
          </a:p>
        </p:txBody>
      </p:sp>
      <p:sp>
        <p:nvSpPr>
          <p:cNvPr id="14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5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6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7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2040278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c68b5eeaee426b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82529-C5A8-4ADC-97BB-A83C76D2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710" y="1123328"/>
            <a:ext cx="3084685" cy="95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7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Question 4: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30A01-3ABB-458B-9EA3-AE1C65D7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2331702"/>
            <a:ext cx="8102328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of the following does not emit light?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86C89-4381-4082-A35F-433FF284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405" y="3580589"/>
            <a:ext cx="447398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F3A31-55A5-4182-9B33-A0B546E4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093" y="3582061"/>
            <a:ext cx="2154251" cy="688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3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8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light bulb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0E2CD-48F1-415C-AD5F-8A256131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4202819"/>
            <a:ext cx="447187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0B856-2E2D-4DAB-8EAE-F34EC124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304" y="4202819"/>
            <a:ext cx="1670821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9618F-FD5D-429C-B8AC-535B2ED4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4825189"/>
            <a:ext cx="1930848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C. People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88CE5-365E-4E78-AE54-A8F64DEC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5450923"/>
            <a:ext cx="1571800" cy="68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37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7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D. A fire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7DD94-413C-4CBA-9522-2C6CA2CA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6073950"/>
            <a:ext cx="447187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54EF81-52B3-488E-8942-9E4A4335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093" y="6073950"/>
            <a:ext cx="4862559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 of the above emit light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03F2F3-0C0E-4B49-823E-AAACED44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E3E338-E034-4195-B069-46C89450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15 of 54</a:t>
            </a:r>
          </a:p>
        </p:txBody>
      </p:sp>
      <p:sp>
        <p:nvSpPr>
          <p:cNvPr id="16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7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8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9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3519256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2326e08c9e4291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DD863-94CE-4070-A529-BD702E0B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814" y="1123328"/>
            <a:ext cx="2190824" cy="95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7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Sunlight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629C7-1E0F-4267-9674-2DA1DBC4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2281520"/>
            <a:ext cx="8413129" cy="689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39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9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By observing light from a star, we can learn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C4644-795B-4B34-91B5-D934EAB6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1" y="2750847"/>
            <a:ext cx="2759125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about a star’s: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83C36-9DDD-4168-8382-A5489E1E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3318046"/>
            <a:ext cx="398178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72FE0-947A-4343-8473-49C45DF8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303" y="3321787"/>
            <a:ext cx="3854796" cy="68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36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6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Energy 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FAE37C-BE83-49DD-BF17-ADCF86BA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3889546"/>
            <a:ext cx="398178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70B57-4342-421C-9EB1-08B2CB64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303" y="3894114"/>
            <a:ext cx="4060403" cy="683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3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Surface Temperature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E0D80D-7FCA-47EF-AC99-B03DF6F7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4461046"/>
            <a:ext cx="398178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A9CE6-B2CC-45D9-A5D3-FE5BB890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303" y="4461046"/>
            <a:ext cx="1383591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Radius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959DB7-66E3-424A-8C57-85643992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5032615"/>
            <a:ext cx="398178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5BEAE-80CF-41CA-8356-389074AC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303" y="5032615"/>
            <a:ext cx="4363790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Chemical Composition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8C3C56-A3FB-494E-8CC7-5ADF2E21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5604115"/>
            <a:ext cx="398178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2B42F9-7579-404A-87F6-B0BA2CB4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303" y="5604418"/>
            <a:ext cx="4677981" cy="690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3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Velocity relative to Earth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D1B5E5-05A8-4BF2-BDB8-8F1226DE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405" y="6175576"/>
            <a:ext cx="2343069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more…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171584-E752-450B-9109-2D0A0AD9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86F0EF-E895-4D66-A86A-573E8763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16 of 54</a:t>
            </a:r>
          </a:p>
        </p:txBody>
      </p:sp>
      <p:sp>
        <p:nvSpPr>
          <p:cNvPr id="20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21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2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3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52045441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b29e6320e4a8b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66D9E-E0E0-4DB7-803F-8CC911D4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693" y="1123574"/>
            <a:ext cx="7553078" cy="954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6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Everything is made of atoms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DD5F2-9D49-4C1B-8D08-B8F6D9C0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2283102"/>
            <a:ext cx="171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AC6C9-DEB1-4462-BB9A-08DF7BFC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555" y="2283102"/>
            <a:ext cx="345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 material is made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7BC4C-4F20-4901-AD47-D2AFBDB8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1" y="2693739"/>
            <a:ext cx="987174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up of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F89824-A008-44FE-A81A-AA762744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054" y="2693739"/>
            <a:ext cx="107191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atoms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972AC9-A0F3-46E6-A6B9-9CCE63E9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881" y="2693739"/>
            <a:ext cx="14401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ABC85-098E-4B16-AB78-E20091C8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20" y="3193310"/>
            <a:ext cx="171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1D5B04-EAB9-4B2D-BB10-DACD4F01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559" y="3193310"/>
            <a:ext cx="2928337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Atoms are made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BACEA-060B-42D3-9E9D-A2A08BA6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5" y="3603926"/>
            <a:ext cx="903506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from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DF25D7-9429-4B8F-BF60-A93FCBD5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345" y="3603926"/>
            <a:ext cx="1305342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protons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B2942-8F9C-40C8-AA07-E66326C3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636" y="3603926"/>
            <a:ext cx="248831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6DB0E-63A7-4003-AD54-8A8DAF0C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5" y="4010371"/>
            <a:ext cx="1725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neutrons,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FCB1A3-E0EA-488D-A2C1-5F4CEA20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9762" y="4010371"/>
            <a:ext cx="777926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9F1812-2352-4782-86F3-D90466DB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5" y="4420963"/>
            <a:ext cx="168340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F1DACC-ABA1-4C74-95AC-6F4ABB89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20" y="4920445"/>
            <a:ext cx="171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AE820B-7665-4679-970C-C2D14BEB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5" y="4920445"/>
            <a:ext cx="2190801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Protons and 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CC9143-4F77-48FB-9B74-E806A32F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5" y="5326996"/>
            <a:ext cx="3307234" cy="609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neutrons are in the 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CE4356-1CCB-4C32-BB06-F9CCB5E9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5" y="5737999"/>
            <a:ext cx="3345703" cy="6087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nucleus.  Electrons 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24330C-113B-41BF-AC69-EAE5F6B9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5" y="6148163"/>
            <a:ext cx="2992187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move around the 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AB594E-7B27-4EEC-ACB2-5CFBC7E0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5" y="6554537"/>
            <a:ext cx="1452064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nucleus.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4818E3-9A18-4941-8386-BB742986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B5CECA-FBA9-4A4A-9649-7FF3A92B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17 of 54</a:t>
            </a:r>
          </a:p>
        </p:txBody>
      </p:sp>
      <p:sp>
        <p:nvSpPr>
          <p:cNvPr id="26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27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8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9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6602039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8675cc8ce645dd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2BCB1D-CCAF-440D-823F-4B35BBDB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468" y="1188200"/>
            <a:ext cx="7963186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8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But where does the light come from?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E06A8-1F1A-451A-93B8-0DE59201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7" y="2329691"/>
            <a:ext cx="171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C0AF6C-88D9-4440-A728-66B4B3CB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2" y="2330861"/>
            <a:ext cx="8131157" cy="607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When something is hot, it’s atoms move around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B1357-79FD-4353-A77E-E614B669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2" y="2783739"/>
            <a:ext cx="8261530" cy="6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bumping into each other and the electrons in the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98FEF-421E-44E0-A22C-6A77FEA2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2" y="3241429"/>
            <a:ext cx="7679018" cy="606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8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material.  The hotter it is, the more the atoms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B59B6-3A43-4D33-BC14-8E96EDB1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2" y="3694905"/>
            <a:ext cx="6069487" cy="606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8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electrons bump into each other.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0215C-6B27-44D4-807F-16A9E23D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7" y="4238897"/>
            <a:ext cx="171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F96969-AC48-4514-88C9-8E7F8ECC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2" y="4239737"/>
            <a:ext cx="7653323" cy="60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electrons are accelerated when they are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E4FE4-271A-48C2-93BD-5FC14A62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2" y="4692439"/>
            <a:ext cx="4847081" cy="6086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bumped and emit energy as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0BC8C-2A5C-4711-A1D1-EC557FE4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1915" y="4691891"/>
            <a:ext cx="3077041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thermal radiation.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D88A15-2A96-4C09-BC98-93F9E2DA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6E4131-A701-4776-A682-06C6547F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18 of 54</a:t>
            </a:r>
          </a:p>
        </p:txBody>
      </p:sp>
      <p:sp>
        <p:nvSpPr>
          <p:cNvPr id="16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7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8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9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8522352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582558dda40b5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3A4B8-9133-4AB4-94AF-A94F37BD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656" y="1842597"/>
            <a:ext cx="547341" cy="375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Filter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B35FB-F360-457A-8FDD-9C284F54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816" y="3795230"/>
            <a:ext cx="905546" cy="37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3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Detector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4758D-DE9B-446E-9BE5-F4D2399B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64F94-D511-4D69-B925-54B0F8B1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19 of 54</a:t>
            </a:r>
          </a:p>
        </p:txBody>
      </p:sp>
      <p:sp>
        <p:nvSpPr>
          <p:cNvPr id="8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9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0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1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91955335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7cac8e7b024712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E7B30-7732-4890-AA84-F414DFE6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656" y="1842597"/>
            <a:ext cx="547341" cy="375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Filter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526C58-F76C-4A85-BB7D-FCC7BA8E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816" y="3795230"/>
            <a:ext cx="905546" cy="37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3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Detector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3D45F-93D2-455C-A16D-AE367AA3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17" y="634648"/>
            <a:ext cx="1216597" cy="357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57" b="0" i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757" b="0" i="0">
                <a:solidFill>
                  <a:srgbClr val="0000FF"/>
                </a:solidFill>
                <a:latin typeface="Arial"/>
                <a:ea typeface="Arial"/>
                <a:cs typeface="Arial"/>
              </a:rPr>
              <a:t>blue 4600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06C258-CB62-4513-A6AC-3D1E696C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8547" y="623972"/>
            <a:ext cx="285990" cy="374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45" b="0" i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845" b="0" i="0">
                <a:solidFill>
                  <a:srgbClr val="0000FF"/>
                </a:solidFill>
                <a:latin typeface="Arial"/>
                <a:ea typeface="Arial"/>
                <a:cs typeface="Arial"/>
              </a:rPr>
              <a:t>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F8AF5-4F45-49E1-AA2A-63A896E7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C7E6DE-B02A-4BE9-B987-3DEDE491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20 of 54</a:t>
            </a:r>
          </a:p>
        </p:txBody>
      </p:sp>
      <p:sp>
        <p:nvSpPr>
          <p:cNvPr id="10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1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2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3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43506601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8b04de96b5480a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693A4-3117-495F-B4DF-71DBC10B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656" y="1842597"/>
            <a:ext cx="547341" cy="375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Filter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5CC57-87F1-4A64-B387-230DC71F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816" y="3632670"/>
            <a:ext cx="905546" cy="37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3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Detector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9ECD4-13EE-4945-BCCF-5E5BF868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17" y="1036994"/>
            <a:ext cx="606955" cy="36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90" b="0" i="0">
                <a:solidFill>
                  <a:srgbClr val="00CC00"/>
                </a:solidFill>
                <a:latin typeface="Arial"/>
                <a:ea typeface="Arial"/>
                <a:cs typeface="Arial"/>
              </a:defRPr>
            </a:pPr>
            <a:r>
              <a:rPr sz="1790" b="0" i="0">
                <a:solidFill>
                  <a:srgbClr val="00CC00"/>
                </a:solidFill>
                <a:latin typeface="Arial"/>
                <a:ea typeface="Arial"/>
                <a:cs typeface="Arial"/>
              </a:rPr>
              <a:t>green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8F6AC-AA64-43CD-BB88-783E2A4C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885" y="1041933"/>
            <a:ext cx="729766" cy="355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50" b="0" i="0">
                <a:solidFill>
                  <a:srgbClr val="00CC00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00CC00"/>
                </a:solidFill>
                <a:latin typeface="Arial"/>
                <a:ea typeface="Arial"/>
                <a:cs typeface="Arial"/>
              </a:rPr>
              <a:t>5300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E3E44-8EB1-44FE-903D-FF637334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5383" y="1030372"/>
            <a:ext cx="285990" cy="374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45" b="0" i="0">
                <a:solidFill>
                  <a:srgbClr val="00CC00"/>
                </a:solidFill>
                <a:latin typeface="Arial"/>
                <a:ea typeface="Arial"/>
                <a:cs typeface="Arial"/>
              </a:defRPr>
            </a:pPr>
            <a:r>
              <a:rPr sz="1845" b="0" i="0">
                <a:solidFill>
                  <a:srgbClr val="00CC00"/>
                </a:solidFill>
                <a:latin typeface="Arial"/>
                <a:ea typeface="Arial"/>
                <a:cs typeface="Arial"/>
              </a:rPr>
              <a:t>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F341B-7914-4E0B-B760-F2C964C3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17" y="634648"/>
            <a:ext cx="1216597" cy="357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57" b="0" i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757" b="0" i="0">
                <a:solidFill>
                  <a:srgbClr val="0000FF"/>
                </a:solidFill>
                <a:latin typeface="Arial"/>
                <a:ea typeface="Arial"/>
                <a:cs typeface="Arial"/>
              </a:rPr>
              <a:t>blue 4600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948D8-C08A-4639-9EEF-2522F895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8547" y="623972"/>
            <a:ext cx="285990" cy="374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45" b="0" i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845" b="0" i="0">
                <a:solidFill>
                  <a:srgbClr val="0000FF"/>
                </a:solidFill>
                <a:latin typeface="Arial"/>
                <a:ea typeface="Arial"/>
                <a:cs typeface="Arial"/>
              </a:rPr>
              <a:t>81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B125D-1846-4E56-8A7C-0DCBA176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CB4EE-EF89-4EF4-80F4-F6FDD7F6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21 of 54</a:t>
            </a:r>
          </a:p>
        </p:txBody>
      </p:sp>
      <p:sp>
        <p:nvSpPr>
          <p:cNvPr id="13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4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5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6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0431969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f837bcf5a847ec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B6977-E600-4785-8084-523F2C86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656" y="1842597"/>
            <a:ext cx="547341" cy="375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Filter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AA842-0AB4-4214-8F1D-567FD726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816" y="3470110"/>
            <a:ext cx="905546" cy="37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3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Detector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D0FD6-7C6A-4DFF-88F5-BAA96B58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17" y="1434840"/>
            <a:ext cx="682012" cy="378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61" b="0" i="0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1861" b="0" i="0">
                <a:solidFill>
                  <a:srgbClr val="FFFF00"/>
                </a:solidFill>
                <a:latin typeface="Arial"/>
                <a:ea typeface="Arial"/>
                <a:cs typeface="Arial"/>
              </a:rPr>
              <a:t>yellow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90B61-8299-4E19-B74D-E7B97EAB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887" y="1448333"/>
            <a:ext cx="729766" cy="355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50" b="0" i="0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FFFF00"/>
                </a:solidFill>
                <a:latin typeface="Arial"/>
                <a:ea typeface="Arial"/>
                <a:cs typeface="Arial"/>
              </a:rPr>
              <a:t>5800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D50D1-805A-46D9-8869-E5622DA5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5387" y="1436772"/>
            <a:ext cx="285990" cy="374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45" b="0" i="0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1845" b="0" i="0">
                <a:solidFill>
                  <a:srgbClr val="FFFF00"/>
                </a:solidFill>
                <a:latin typeface="Arial"/>
                <a:ea typeface="Arial"/>
                <a:cs typeface="Arial"/>
              </a:rPr>
              <a:t>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4B731-023D-49E2-93F7-D880CD01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17" y="1036994"/>
            <a:ext cx="606955" cy="36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90" b="0" i="0">
                <a:solidFill>
                  <a:srgbClr val="00CC00"/>
                </a:solidFill>
                <a:latin typeface="Arial"/>
                <a:ea typeface="Arial"/>
                <a:cs typeface="Arial"/>
              </a:defRPr>
            </a:pPr>
            <a:r>
              <a:rPr sz="1790" b="0" i="0">
                <a:solidFill>
                  <a:srgbClr val="00CC00"/>
                </a:solidFill>
                <a:latin typeface="Arial"/>
                <a:ea typeface="Arial"/>
                <a:cs typeface="Arial"/>
              </a:rPr>
              <a:t>green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9B9401-03A0-4F02-BE43-9BDBA255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885" y="1041933"/>
            <a:ext cx="729766" cy="355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50" b="0" i="0">
                <a:solidFill>
                  <a:srgbClr val="00CC00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00CC00"/>
                </a:solidFill>
                <a:latin typeface="Arial"/>
                <a:ea typeface="Arial"/>
                <a:cs typeface="Arial"/>
              </a:rPr>
              <a:t>5300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AC2EB-8481-4E5B-8FC2-C93AAA64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5383" y="1030372"/>
            <a:ext cx="285990" cy="374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45" b="0" i="0">
                <a:solidFill>
                  <a:srgbClr val="00CC00"/>
                </a:solidFill>
                <a:latin typeface="Arial"/>
                <a:ea typeface="Arial"/>
                <a:cs typeface="Arial"/>
              </a:defRPr>
            </a:pPr>
            <a:r>
              <a:rPr sz="1845" b="0" i="0">
                <a:solidFill>
                  <a:srgbClr val="00CC00"/>
                </a:solidFill>
                <a:latin typeface="Arial"/>
                <a:ea typeface="Arial"/>
                <a:cs typeface="Arial"/>
              </a:rPr>
              <a:t>85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5BE01-0DCD-46C8-9F0E-A3A2E5AE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17" y="634648"/>
            <a:ext cx="1216597" cy="357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57" b="0" i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757" b="0" i="0">
                <a:solidFill>
                  <a:srgbClr val="0000FF"/>
                </a:solidFill>
                <a:latin typeface="Arial"/>
                <a:ea typeface="Arial"/>
                <a:cs typeface="Arial"/>
              </a:rPr>
              <a:t>blue 4600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03565-9E20-4E2D-BC7B-3468E28A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8547" y="623972"/>
            <a:ext cx="285990" cy="374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45" b="0" i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845" b="0" i="0">
                <a:solidFill>
                  <a:srgbClr val="0000FF"/>
                </a:solidFill>
                <a:latin typeface="Arial"/>
                <a:ea typeface="Arial"/>
                <a:cs typeface="Arial"/>
              </a:rPr>
              <a:t>81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FCFB57-BDBB-4B69-B2F4-67DFF301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6A7084-9681-4D44-907F-2AD5F639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22 of 54</a:t>
            </a:r>
          </a:p>
        </p:txBody>
      </p:sp>
      <p:sp>
        <p:nvSpPr>
          <p:cNvPr id="16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7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8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9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92594029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744e2efa994805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C7361-9233-45B6-BDBB-6FAFC9BF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656" y="1842597"/>
            <a:ext cx="547341" cy="375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Filter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E7554-0CA0-42F9-A74A-8C0782BA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096" y="3388830"/>
            <a:ext cx="905546" cy="37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3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Detector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F54CD-DE83-474E-8C76-F44E3F5F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17" y="1851903"/>
            <a:ext cx="726576" cy="360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73" b="0" i="0">
                <a:solidFill>
                  <a:srgbClr val="FF6600"/>
                </a:solidFill>
                <a:latin typeface="Arial"/>
                <a:ea typeface="Arial"/>
                <a:cs typeface="Arial"/>
              </a:defRPr>
            </a:pPr>
            <a:r>
              <a:rPr sz="1773" b="0" i="0">
                <a:solidFill>
                  <a:srgbClr val="FF6600"/>
                </a:solidFill>
                <a:latin typeface="Arial"/>
                <a:ea typeface="Arial"/>
                <a:cs typeface="Arial"/>
              </a:rPr>
              <a:t>orange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ED813-3313-4155-BBC4-08DAD1B4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885" y="1854733"/>
            <a:ext cx="729766" cy="355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50" b="0" i="0">
                <a:solidFill>
                  <a:srgbClr val="FF6600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FF6600"/>
                </a:solidFill>
                <a:latin typeface="Arial"/>
                <a:ea typeface="Arial"/>
                <a:cs typeface="Arial"/>
              </a:rPr>
              <a:t>6100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8D2F0-3B4B-49FC-9B82-0C475A8D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5383" y="1843172"/>
            <a:ext cx="285990" cy="374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45" b="0" i="0">
                <a:solidFill>
                  <a:srgbClr val="FF6600"/>
                </a:solidFill>
                <a:latin typeface="Arial"/>
                <a:ea typeface="Arial"/>
                <a:cs typeface="Arial"/>
              </a:defRPr>
            </a:pPr>
            <a:r>
              <a:rPr sz="1845" b="0" i="0">
                <a:solidFill>
                  <a:srgbClr val="FF6600"/>
                </a:solidFill>
                <a:latin typeface="Arial"/>
                <a:ea typeface="Arial"/>
                <a:cs typeface="Arial"/>
              </a:rPr>
              <a:t>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F5E712-D6B9-439D-985B-FA77B344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17" y="1434840"/>
            <a:ext cx="682012" cy="378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61" b="0" i="0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1861" b="0" i="0">
                <a:solidFill>
                  <a:srgbClr val="FFFF00"/>
                </a:solidFill>
                <a:latin typeface="Arial"/>
                <a:ea typeface="Arial"/>
                <a:cs typeface="Arial"/>
              </a:rPr>
              <a:t>yellow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77DDA-5A7A-44CF-A6AD-89671E14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887" y="1448333"/>
            <a:ext cx="729766" cy="355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50" b="0" i="0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FFFF00"/>
                </a:solidFill>
                <a:latin typeface="Arial"/>
                <a:ea typeface="Arial"/>
                <a:cs typeface="Arial"/>
              </a:rPr>
              <a:t>5800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6C0A88-E429-452D-87BE-CE59646C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5387" y="1436772"/>
            <a:ext cx="285990" cy="374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45" b="0" i="0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1845" b="0" i="0">
                <a:solidFill>
                  <a:srgbClr val="FFFF00"/>
                </a:solidFill>
                <a:latin typeface="Arial"/>
                <a:ea typeface="Arial"/>
                <a:cs typeface="Arial"/>
              </a:rPr>
              <a:t>83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D9BD09-B746-41AF-A157-489278B6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17" y="1036994"/>
            <a:ext cx="606955" cy="36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90" b="0" i="0">
                <a:solidFill>
                  <a:srgbClr val="00CC00"/>
                </a:solidFill>
                <a:latin typeface="Arial"/>
                <a:ea typeface="Arial"/>
                <a:cs typeface="Arial"/>
              </a:defRPr>
            </a:pPr>
            <a:r>
              <a:rPr sz="1790" b="0" i="0">
                <a:solidFill>
                  <a:srgbClr val="00CC00"/>
                </a:solidFill>
                <a:latin typeface="Arial"/>
                <a:ea typeface="Arial"/>
                <a:cs typeface="Arial"/>
              </a:rPr>
              <a:t>green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EEF94A-D9AE-43F3-BB08-56F9B155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885" y="1041933"/>
            <a:ext cx="729766" cy="355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50" b="0" i="0">
                <a:solidFill>
                  <a:srgbClr val="00CC00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00CC00"/>
                </a:solidFill>
                <a:latin typeface="Arial"/>
                <a:ea typeface="Arial"/>
                <a:cs typeface="Arial"/>
              </a:rPr>
              <a:t>5300 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F0F3FF-B6DF-44D9-BDED-555BF4BA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5383" y="1030372"/>
            <a:ext cx="285990" cy="374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45" b="0" i="0">
                <a:solidFill>
                  <a:srgbClr val="00CC00"/>
                </a:solidFill>
                <a:latin typeface="Arial"/>
                <a:ea typeface="Arial"/>
                <a:cs typeface="Arial"/>
              </a:defRPr>
            </a:pPr>
            <a:r>
              <a:rPr sz="1845" b="0" i="0">
                <a:solidFill>
                  <a:srgbClr val="00CC00"/>
                </a:solidFill>
                <a:latin typeface="Arial"/>
                <a:ea typeface="Arial"/>
                <a:cs typeface="Arial"/>
              </a:rPr>
              <a:t>85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DB173-0FEA-4070-A173-45599231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17" y="634648"/>
            <a:ext cx="1216597" cy="357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57" b="0" i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757" b="0" i="0">
                <a:solidFill>
                  <a:srgbClr val="0000FF"/>
                </a:solidFill>
                <a:latin typeface="Arial"/>
                <a:ea typeface="Arial"/>
                <a:cs typeface="Arial"/>
              </a:rPr>
              <a:t>blue 4600 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DDDA60-2023-4D37-992E-554A0F92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8547" y="623972"/>
            <a:ext cx="285990" cy="374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45" b="0" i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845" b="0" i="0">
                <a:solidFill>
                  <a:srgbClr val="0000FF"/>
                </a:solidFill>
                <a:latin typeface="Arial"/>
                <a:ea typeface="Arial"/>
                <a:cs typeface="Arial"/>
              </a:rPr>
              <a:t>81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AE2BA6-F3D6-44AD-81B3-D51C0E43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B93628-E0D6-40F8-A7B1-CF84CB48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23 of 54</a:t>
            </a:r>
          </a:p>
        </p:txBody>
      </p:sp>
      <p:sp>
        <p:nvSpPr>
          <p:cNvPr id="19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20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1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2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60051652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faec7c16e4485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BDFA7-F0DB-46B4-A287-0DE3ADC9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656" y="1842597"/>
            <a:ext cx="547341" cy="375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Filter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98EBC-BAA4-4535-B3C1-32E9FB0D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656" y="3226270"/>
            <a:ext cx="905546" cy="37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3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Detector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44C8D-357D-4F5B-8BBD-6676DB1B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17" y="2245618"/>
            <a:ext cx="369961" cy="381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7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877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06E69-B3A1-4C10-BB32-2F57A372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48" y="2261133"/>
            <a:ext cx="729766" cy="355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5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6600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9B5A5-B4B5-4F6F-A72A-AB77FEE4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8546" y="2249572"/>
            <a:ext cx="285990" cy="374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45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845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167AB-D75A-46C6-8B33-559F9230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97" y="7220096"/>
            <a:ext cx="332838" cy="354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5A4CE-B6D1-4DE6-A4C5-B13C1F48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615" y="7233963"/>
            <a:ext cx="232267" cy="33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39C51-F994-49E9-AAB0-9C64DC77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17" y="1851903"/>
            <a:ext cx="726576" cy="360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73" b="0" i="0">
                <a:solidFill>
                  <a:srgbClr val="FF6600"/>
                </a:solidFill>
                <a:latin typeface="Arial"/>
                <a:ea typeface="Arial"/>
                <a:cs typeface="Arial"/>
              </a:defRPr>
            </a:pPr>
            <a:r>
              <a:rPr sz="1773" b="0" i="0">
                <a:solidFill>
                  <a:srgbClr val="FF6600"/>
                </a:solidFill>
                <a:latin typeface="Arial"/>
                <a:ea typeface="Arial"/>
                <a:cs typeface="Arial"/>
              </a:rPr>
              <a:t>orange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BC891-93FA-4E5E-A84C-B08F9FEB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885" y="1854733"/>
            <a:ext cx="729766" cy="355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50" b="0" i="0">
                <a:solidFill>
                  <a:srgbClr val="FF6600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FF6600"/>
                </a:solidFill>
                <a:latin typeface="Arial"/>
                <a:ea typeface="Arial"/>
                <a:cs typeface="Arial"/>
              </a:rPr>
              <a:t>6100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44B09E-2E78-4667-9030-612249CB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5383" y="1843172"/>
            <a:ext cx="285990" cy="374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45" b="0" i="0">
                <a:solidFill>
                  <a:srgbClr val="FF6600"/>
                </a:solidFill>
                <a:latin typeface="Arial"/>
                <a:ea typeface="Arial"/>
                <a:cs typeface="Arial"/>
              </a:defRPr>
            </a:pPr>
            <a:r>
              <a:rPr sz="1845" b="0" i="0">
                <a:solidFill>
                  <a:srgbClr val="FF6600"/>
                </a:solidFill>
                <a:latin typeface="Arial"/>
                <a:ea typeface="Arial"/>
                <a:cs typeface="Arial"/>
              </a:rPr>
              <a:t>78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A992FF-2EC3-4DCE-8C39-66BCB240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17" y="1434840"/>
            <a:ext cx="682012" cy="378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61" b="0" i="0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1861" b="0" i="0">
                <a:solidFill>
                  <a:srgbClr val="FFFF00"/>
                </a:solidFill>
                <a:latin typeface="Arial"/>
                <a:ea typeface="Arial"/>
                <a:cs typeface="Arial"/>
              </a:rPr>
              <a:t>yellow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5BB7B3-CC8F-4E9E-8542-7EEC7570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887" y="1448333"/>
            <a:ext cx="729766" cy="355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50" b="0" i="0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FFFF00"/>
                </a:solidFill>
                <a:latin typeface="Arial"/>
                <a:ea typeface="Arial"/>
                <a:cs typeface="Arial"/>
              </a:rPr>
              <a:t>5800 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FE207F-77CD-468E-ADA1-06568CB0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5387" y="1436772"/>
            <a:ext cx="285990" cy="374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45" b="0" i="0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1845" b="0" i="0">
                <a:solidFill>
                  <a:srgbClr val="FFFF00"/>
                </a:solidFill>
                <a:latin typeface="Arial"/>
                <a:ea typeface="Arial"/>
                <a:cs typeface="Arial"/>
              </a:rPr>
              <a:t>83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13FBE7-18F6-4671-A76D-E357611C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17" y="1036994"/>
            <a:ext cx="606955" cy="36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90" b="0" i="0">
                <a:solidFill>
                  <a:srgbClr val="00CC00"/>
                </a:solidFill>
                <a:latin typeface="Arial"/>
                <a:ea typeface="Arial"/>
                <a:cs typeface="Arial"/>
              </a:defRPr>
            </a:pPr>
            <a:r>
              <a:rPr sz="1790" b="0" i="0">
                <a:solidFill>
                  <a:srgbClr val="00CC00"/>
                </a:solidFill>
                <a:latin typeface="Arial"/>
                <a:ea typeface="Arial"/>
                <a:cs typeface="Arial"/>
              </a:rPr>
              <a:t>green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32A793-A7D9-41FE-BB3C-EA97D71E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885" y="1041933"/>
            <a:ext cx="729766" cy="355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50" b="0" i="0">
                <a:solidFill>
                  <a:srgbClr val="00CC00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00CC00"/>
                </a:solidFill>
                <a:latin typeface="Arial"/>
                <a:ea typeface="Arial"/>
                <a:cs typeface="Arial"/>
              </a:rPr>
              <a:t>5300 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E3187E-EDDD-4891-B971-357FA9D7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5383" y="1030372"/>
            <a:ext cx="285990" cy="374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45" b="0" i="0">
                <a:solidFill>
                  <a:srgbClr val="00CC00"/>
                </a:solidFill>
                <a:latin typeface="Arial"/>
                <a:ea typeface="Arial"/>
                <a:cs typeface="Arial"/>
              </a:defRPr>
            </a:pPr>
            <a:r>
              <a:rPr sz="1845" b="0" i="0">
                <a:solidFill>
                  <a:srgbClr val="00CC00"/>
                </a:solidFill>
                <a:latin typeface="Arial"/>
                <a:ea typeface="Arial"/>
                <a:cs typeface="Arial"/>
              </a:rPr>
              <a:t>85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F64F4E-77CE-4BEF-B185-F5D4848C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17" y="634648"/>
            <a:ext cx="1216597" cy="357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57" b="0" i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757" b="0" i="0">
                <a:solidFill>
                  <a:srgbClr val="0000FF"/>
                </a:solidFill>
                <a:latin typeface="Arial"/>
                <a:ea typeface="Arial"/>
                <a:cs typeface="Arial"/>
              </a:rPr>
              <a:t>blue 4600 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D2C540-B361-497A-94D4-3D416212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8547" y="623972"/>
            <a:ext cx="285990" cy="374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45" b="0" i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845" b="0" i="0">
                <a:solidFill>
                  <a:srgbClr val="0000FF"/>
                </a:solidFill>
                <a:latin typeface="Arial"/>
                <a:ea typeface="Arial"/>
                <a:cs typeface="Arial"/>
              </a:rPr>
              <a:t>81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1F8D87-7F7D-4168-8942-454A0013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045535-1795-4201-B79C-86283451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24 of 54</a:t>
            </a:r>
          </a:p>
        </p:txBody>
      </p:sp>
      <p:sp>
        <p:nvSpPr>
          <p:cNvPr id="24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25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6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7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19295082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fda23b70a24d2c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0D945-4DD3-4C45-B5FF-1C79CB41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7" y="1131657"/>
            <a:ext cx="3464410" cy="553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2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2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“Blackbody Curve” - a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62277-8B49-42C3-9315-F97745C4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7" y="1582478"/>
            <a:ext cx="3158882" cy="5567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graph of an object’s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83C7C-0D67-4B13-A640-C38759AE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7" y="2034997"/>
            <a:ext cx="3375664" cy="557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energy output versus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C3C92-7CD3-4F2C-B2C9-3EFB0C78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7" y="2492837"/>
            <a:ext cx="2074480" cy="556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3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wavelength.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E0CF1-D681-4F08-94FD-202C39D7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696" y="1299002"/>
            <a:ext cx="3269309" cy="333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WAVELENGTH that the PEAK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43464-3D3E-41B0-9A98-23169094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696" y="1577856"/>
            <a:ext cx="3002291" cy="3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 this curve occurs at tells us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DC76E-E884-4A32-9BEB-1D6CD59A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696" y="1879327"/>
            <a:ext cx="3355789" cy="339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7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7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about the object’s TEMPERATURE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6A15F-D152-4165-98A4-90FED846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696" y="2178766"/>
            <a:ext cx="1209482" cy="327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1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1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COLOR.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E302B2-7318-4C09-A000-FE4FF86B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192" y="6240982"/>
            <a:ext cx="332838" cy="354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2B7BD3-1579-4ADE-9EDD-9D60D9CF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125" y="6254849"/>
            <a:ext cx="232267" cy="33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04406B-A50F-4F10-8DB9-68FA612E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2016" y="7012910"/>
            <a:ext cx="1216023" cy="360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Wavelength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D44CE8-BF52-448B-9CF2-FDC4D6A9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1F4FE7-E584-46FA-92DE-76FF106A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25 of 54</a:t>
            </a:r>
          </a:p>
        </p:txBody>
      </p:sp>
      <p:sp>
        <p:nvSpPr>
          <p:cNvPr id="17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8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9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0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81917047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7e87271f114255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24DA4-8AE0-46C3-8243-FC3777AE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017" y="961326"/>
            <a:ext cx="7990449" cy="777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8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object is hotter, an object that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920FB-77EC-4369-9A8A-1A4671FB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017" y="1544486"/>
            <a:ext cx="7881781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8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 emitting mainly red light or mainly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D0F9B-BAE6-4D16-82D3-0CEC97CA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017" y="2128686"/>
            <a:ext cx="2256594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8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blue light?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72496-7338-4E80-91DF-580A854B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017" y="7221637"/>
            <a:ext cx="3625333" cy="563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72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2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increasing temperature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64147-4A59-4377-85DA-61EA108C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64D4B-1FBC-4CAF-AF53-4B3C2732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26 of 54</a:t>
            </a:r>
          </a:p>
        </p:txBody>
      </p:sp>
      <p:sp>
        <p:nvSpPr>
          <p:cNvPr id="10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1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2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3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31053101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a43cbd5a3b4afb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C5237-32BE-4B3E-838C-9DB62B3B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884" y="885591"/>
            <a:ext cx="2793988" cy="866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2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6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Wien’s Law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82A28-AB19-4153-9C8B-AC546584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29" y="2331707"/>
            <a:ext cx="189230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F1BA3-4629-4B61-8ABC-32946E18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54" y="2331707"/>
            <a:ext cx="4742303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peak wavelength of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03627-CD0F-4DED-9B9D-E800F550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54" y="2852407"/>
            <a:ext cx="4072405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blackbody curve is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642BA-04BE-44B9-AA1F-FFA16E82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54" y="3373133"/>
            <a:ext cx="4145001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inversely proportional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C109E-C825-4007-B4F3-ADF56824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654" y="3373133"/>
            <a:ext cx="637263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to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47CCC-5E75-4FB8-9B4B-BE961F99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54" y="3889576"/>
            <a:ext cx="4406099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temperature of the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5DC38B-A12D-4C10-AA7F-0E105AD7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54" y="4410276"/>
            <a:ext cx="1550781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object. 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5B702-8874-4267-A498-ABB28551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924" y="5032626"/>
            <a:ext cx="254000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1CB036-AD7A-4D8A-B9B7-92E3F1E8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296" y="5276623"/>
            <a:ext cx="582630" cy="46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682CA7-0423-4138-ACCD-D0C5568A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825" y="5138447"/>
            <a:ext cx="2925573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= 0.289 cm / 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095182-23FD-48DC-8BFD-0029D94B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781" y="5276623"/>
            <a:ext cx="230107" cy="46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5E6EC9-D9D8-4081-AB01-17192D6E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D0A1F7-93E7-4BED-A5E8-3D8815D4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27 of 54</a:t>
            </a:r>
          </a:p>
        </p:txBody>
      </p:sp>
      <p:sp>
        <p:nvSpPr>
          <p:cNvPr id="18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9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0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1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42931263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1b5ff505274b20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190BF-5FC3-4977-8257-2BE62D1D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10" y="748944"/>
            <a:ext cx="849359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1" i="0">
                <a:solidFill>
                  <a:srgbClr val="3399FF"/>
                </a:solidFill>
                <a:latin typeface="Arial"/>
                <a:ea typeface="Arial"/>
                <a:cs typeface="Arial"/>
              </a:defRPr>
            </a:pPr>
            <a:r>
              <a:rPr sz="3833" b="1" i="0">
                <a:solidFill>
                  <a:srgbClr val="3399FF"/>
                </a:solidFill>
                <a:latin typeface="Arial"/>
                <a:ea typeface="Arial"/>
                <a:cs typeface="Arial"/>
              </a:rPr>
              <a:t>Hot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48F84-2CCF-4A4B-B6C8-08FE78E6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769" y="748944"/>
            <a:ext cx="4879803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0" i="0">
                <a:solidFill>
                  <a:srgbClr val="3399FF"/>
                </a:solidFill>
                <a:latin typeface="Arial"/>
                <a:ea typeface="Arial"/>
                <a:cs typeface="Arial"/>
              </a:defRPr>
            </a:pPr>
            <a:r>
              <a:rPr sz="3833" b="0" i="0">
                <a:solidFill>
                  <a:srgbClr val="3399FF"/>
                </a:solidFill>
                <a:latin typeface="Arial"/>
                <a:ea typeface="Arial"/>
                <a:cs typeface="Arial"/>
              </a:rPr>
              <a:t> objects emit light that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487E6-0AC8-4DE9-B98C-7A702CC9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180" y="748944"/>
            <a:ext cx="1715629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1" i="0">
                <a:solidFill>
                  <a:srgbClr val="3399FF"/>
                </a:solidFill>
                <a:latin typeface="Arial"/>
                <a:ea typeface="Arial"/>
                <a:cs typeface="Arial"/>
              </a:defRPr>
            </a:pPr>
            <a:r>
              <a:rPr sz="3833" b="1" i="0">
                <a:solidFill>
                  <a:srgbClr val="3399FF"/>
                </a:solidFill>
                <a:latin typeface="Arial"/>
                <a:ea typeface="Arial"/>
                <a:cs typeface="Arial"/>
              </a:rPr>
              <a:t>PEAKS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0AB28-70BE-4510-8DB0-E8314E45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9709" y="748944"/>
            <a:ext cx="713639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0" i="0">
                <a:solidFill>
                  <a:srgbClr val="3399FF"/>
                </a:solidFill>
                <a:latin typeface="Arial"/>
                <a:ea typeface="Arial"/>
                <a:cs typeface="Arial"/>
              </a:defRPr>
            </a:pPr>
            <a:r>
              <a:rPr sz="3833" b="0" i="0">
                <a:solidFill>
                  <a:srgbClr val="3399FF"/>
                </a:solidFill>
                <a:latin typeface="Arial"/>
                <a:ea typeface="Arial"/>
                <a:cs typeface="Arial"/>
              </a:rPr>
              <a:t> at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FB33E-3B49-47BA-ABB7-F2DDEF55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5210" y="748944"/>
            <a:ext cx="1255374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1" i="0">
                <a:solidFill>
                  <a:srgbClr val="3399FF"/>
                </a:solidFill>
                <a:latin typeface="Arial"/>
                <a:ea typeface="Arial"/>
                <a:cs typeface="Arial"/>
              </a:defRPr>
            </a:pPr>
            <a:r>
              <a:rPr sz="3833" b="1" i="0">
                <a:solidFill>
                  <a:srgbClr val="3399FF"/>
                </a:solidFill>
                <a:latin typeface="Arial"/>
                <a:ea typeface="Arial"/>
                <a:cs typeface="Arial"/>
              </a:rPr>
              <a:t>short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3EF11-7523-47F0-BAD3-B7A0563D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529" y="1328952"/>
            <a:ext cx="2959586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1" i="0">
                <a:solidFill>
                  <a:srgbClr val="3399FF"/>
                </a:solidFill>
                <a:latin typeface="Arial"/>
                <a:ea typeface="Arial"/>
                <a:cs typeface="Arial"/>
              </a:defRPr>
            </a:pPr>
            <a:r>
              <a:rPr sz="3833" b="1" i="0">
                <a:solidFill>
                  <a:srgbClr val="3399FF"/>
                </a:solidFill>
                <a:latin typeface="Arial"/>
                <a:ea typeface="Arial"/>
                <a:cs typeface="Arial"/>
              </a:rPr>
              <a:t>wavelengths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5160E-CD5F-4404-B888-7329D1F6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4015" y="1328952"/>
            <a:ext cx="334959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0" i="0">
                <a:solidFill>
                  <a:srgbClr val="3399FF"/>
                </a:solidFill>
                <a:latin typeface="Arial"/>
                <a:ea typeface="Arial"/>
                <a:cs typeface="Arial"/>
              </a:defRPr>
            </a:pPr>
            <a:r>
              <a:rPr sz="3833" b="0" i="0">
                <a:solidFill>
                  <a:srgbClr val="3399FF"/>
                </a:solidFill>
                <a:latin typeface="Arial"/>
                <a:ea typeface="Arial"/>
                <a:cs typeface="Arial"/>
              </a:rPr>
              <a:t> (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5078B-7B5A-4646-8440-6414548A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036" y="1328952"/>
            <a:ext cx="1039173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1" i="0">
                <a:solidFill>
                  <a:srgbClr val="3399FF"/>
                </a:solidFill>
                <a:latin typeface="Arial"/>
                <a:ea typeface="Arial"/>
                <a:cs typeface="Arial"/>
              </a:defRPr>
            </a:pPr>
            <a:r>
              <a:rPr sz="3833" b="1" i="0">
                <a:solidFill>
                  <a:srgbClr val="3399FF"/>
                </a:solidFill>
                <a:latin typeface="Arial"/>
                <a:ea typeface="Arial"/>
                <a:cs typeface="Arial"/>
              </a:rPr>
              <a:t>blue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00E258-AD4F-4DAA-A394-19808081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746" y="1328952"/>
            <a:ext cx="335702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0" i="0">
                <a:solidFill>
                  <a:srgbClr val="3399FF"/>
                </a:solidFill>
                <a:latin typeface="Arial"/>
                <a:ea typeface="Arial"/>
                <a:cs typeface="Arial"/>
              </a:defRPr>
            </a:pPr>
            <a:r>
              <a:rPr sz="3833" b="0" i="0">
                <a:solidFill>
                  <a:srgbClr val="3399FF"/>
                </a:solidFill>
                <a:latin typeface="Arial"/>
                <a:ea typeface="Arial"/>
                <a:cs typeface="Arial"/>
              </a:rPr>
              <a:t>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68CD31-7D1F-4720-A622-0A69069F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940" y="1917345"/>
            <a:ext cx="1120135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1" i="0">
                <a:solidFill>
                  <a:srgbClr val="FF3300"/>
                </a:solidFill>
                <a:latin typeface="Arial"/>
                <a:ea typeface="Arial"/>
                <a:cs typeface="Arial"/>
              </a:defRPr>
            </a:pPr>
            <a:r>
              <a:rPr sz="3833" b="1" i="0">
                <a:solidFill>
                  <a:srgbClr val="FF3300"/>
                </a:solidFill>
                <a:latin typeface="Arial"/>
                <a:ea typeface="Arial"/>
                <a:cs typeface="Arial"/>
              </a:rPr>
              <a:t>Cool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318A8B-3096-4012-B9E3-D74B0B47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975" y="1917345"/>
            <a:ext cx="4879492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0" i="0">
                <a:solidFill>
                  <a:srgbClr val="FF3300"/>
                </a:solidFill>
                <a:latin typeface="Arial"/>
                <a:ea typeface="Arial"/>
                <a:cs typeface="Arial"/>
              </a:defRPr>
            </a:pPr>
            <a:r>
              <a:rPr sz="3833" b="0" i="0">
                <a:solidFill>
                  <a:srgbClr val="FF3300"/>
                </a:solidFill>
                <a:latin typeface="Arial"/>
                <a:ea typeface="Arial"/>
                <a:cs typeface="Arial"/>
              </a:rPr>
              <a:t> objects emit light that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D3D0F2-D93F-4639-B8F9-56025015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075" y="1917345"/>
            <a:ext cx="1715630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1" i="0">
                <a:solidFill>
                  <a:srgbClr val="FF3300"/>
                </a:solidFill>
                <a:latin typeface="Arial"/>
                <a:ea typeface="Arial"/>
                <a:cs typeface="Arial"/>
              </a:defRPr>
            </a:pPr>
            <a:r>
              <a:rPr sz="3833" b="1" i="0">
                <a:solidFill>
                  <a:srgbClr val="FF3300"/>
                </a:solidFill>
                <a:latin typeface="Arial"/>
                <a:ea typeface="Arial"/>
                <a:cs typeface="Arial"/>
              </a:rPr>
              <a:t>PEAKS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5D1EF4-3BB8-487E-901B-FAB8379A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605" y="1917345"/>
            <a:ext cx="713639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0" i="0">
                <a:solidFill>
                  <a:srgbClr val="FF3300"/>
                </a:solidFill>
                <a:latin typeface="Arial"/>
                <a:ea typeface="Arial"/>
                <a:cs typeface="Arial"/>
              </a:defRPr>
            </a:pPr>
            <a:r>
              <a:rPr sz="3833" b="0" i="0">
                <a:solidFill>
                  <a:srgbClr val="FF3300"/>
                </a:solidFill>
                <a:latin typeface="Arial"/>
                <a:ea typeface="Arial"/>
                <a:cs typeface="Arial"/>
              </a:rPr>
              <a:t> at 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DEE2AB-C17C-4F45-B9CC-828CBCBB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5101" y="1917345"/>
            <a:ext cx="1065511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1" i="0">
                <a:solidFill>
                  <a:srgbClr val="FF3300"/>
                </a:solidFill>
                <a:latin typeface="Arial"/>
                <a:ea typeface="Arial"/>
                <a:cs typeface="Arial"/>
              </a:defRPr>
            </a:pPr>
            <a:r>
              <a:rPr sz="3833" b="1" i="0">
                <a:solidFill>
                  <a:srgbClr val="FF3300"/>
                </a:solidFill>
                <a:latin typeface="Arial"/>
                <a:ea typeface="Arial"/>
                <a:cs typeface="Arial"/>
              </a:rPr>
              <a:t>long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8CE63-6A21-4CBA-96A5-E2E3B729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856" y="2501545"/>
            <a:ext cx="2959585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1" i="0">
                <a:solidFill>
                  <a:srgbClr val="FF3300"/>
                </a:solidFill>
                <a:latin typeface="Arial"/>
                <a:ea typeface="Arial"/>
                <a:cs typeface="Arial"/>
              </a:defRPr>
            </a:pPr>
            <a:r>
              <a:rPr sz="3833" b="1" i="0">
                <a:solidFill>
                  <a:srgbClr val="FF3300"/>
                </a:solidFill>
                <a:latin typeface="Arial"/>
                <a:ea typeface="Arial"/>
                <a:cs typeface="Arial"/>
              </a:rPr>
              <a:t>wavelengths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7487A3-4D2E-46BB-8B43-17017947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3341" y="2501545"/>
            <a:ext cx="334960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0" i="0">
                <a:solidFill>
                  <a:srgbClr val="FF3300"/>
                </a:solidFill>
                <a:latin typeface="Arial"/>
                <a:ea typeface="Arial"/>
                <a:cs typeface="Arial"/>
              </a:defRPr>
            </a:pPr>
            <a:r>
              <a:rPr sz="3833" b="0" i="0">
                <a:solidFill>
                  <a:srgbClr val="FF3300"/>
                </a:solidFill>
                <a:latin typeface="Arial"/>
                <a:ea typeface="Arial"/>
                <a:cs typeface="Arial"/>
              </a:rPr>
              <a:t> (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4F718F-9984-4095-9796-D25A73D2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0363" y="2501545"/>
            <a:ext cx="795515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1" i="0">
                <a:solidFill>
                  <a:srgbClr val="FF3300"/>
                </a:solidFill>
                <a:latin typeface="Arial"/>
                <a:ea typeface="Arial"/>
                <a:cs typeface="Arial"/>
              </a:defRPr>
            </a:pPr>
            <a:r>
              <a:rPr sz="3833" b="1" i="0">
                <a:solidFill>
                  <a:srgbClr val="FF3300"/>
                </a:solidFill>
                <a:latin typeface="Arial"/>
                <a:ea typeface="Arial"/>
                <a:cs typeface="Arial"/>
              </a:rPr>
              <a:t>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FBCD8F-7FEB-463A-9418-3BAF5448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660" y="2501545"/>
            <a:ext cx="200216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0" i="0">
                <a:solidFill>
                  <a:srgbClr val="FF3300"/>
                </a:solidFill>
                <a:latin typeface="Arial"/>
                <a:ea typeface="Arial"/>
                <a:cs typeface="Arial"/>
              </a:defRPr>
            </a:pPr>
            <a:r>
              <a:rPr sz="3833" b="0" i="0">
                <a:solidFill>
                  <a:srgbClr val="FF3300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2795DF-B735-4AD9-9C2D-A4FB07AF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0857" y="7221637"/>
            <a:ext cx="3625333" cy="563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72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2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increasing temperature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A9F7C7-3A76-4025-9D40-407CF0FE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801FA7-0AA1-4E44-A7A3-04143CEF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28 of 54</a:t>
            </a:r>
          </a:p>
        </p:txBody>
      </p:sp>
      <p:sp>
        <p:nvSpPr>
          <p:cNvPr id="25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26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7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8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56354705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388dbdc874bdd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A42A3-2D72-4228-9B1E-B3AFE93C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681" y="2893182"/>
            <a:ext cx="2937794" cy="64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1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Find the hottest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B2476-DC22-45DF-986B-E519B1AA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681" y="3423239"/>
            <a:ext cx="2756497" cy="634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1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star(s), how do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E297A-B19B-4406-9493-3F3D2EF5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681" y="3937513"/>
            <a:ext cx="2041999" cy="6378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1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you know 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985F2-B512-4384-87F6-0912DAFC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AB2C3-55FE-41A0-A92D-8223D5C1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29 of 54</a:t>
            </a:r>
          </a:p>
        </p:txBody>
      </p:sp>
      <p:sp>
        <p:nvSpPr>
          <p:cNvPr id="9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0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1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2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63142381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6e0f0e83ae4c4a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1CB31-237B-4E11-BE34-96FF9D35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576" y="972740"/>
            <a:ext cx="5897575" cy="801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942" b="0" i="0">
                <a:solidFill>
                  <a:srgbClr val="1E487D"/>
                </a:solidFill>
                <a:latin typeface="Arial"/>
                <a:ea typeface="Arial"/>
                <a:cs typeface="Arial"/>
              </a:defRPr>
            </a:pPr>
            <a:r>
              <a:rPr sz="3942" b="0" i="0">
                <a:solidFill>
                  <a:srgbClr val="1E487D"/>
                </a:solidFill>
                <a:latin typeface="Arial"/>
                <a:ea typeface="Arial"/>
                <a:cs typeface="Arial"/>
              </a:rPr>
              <a:t>What is the wavelength of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1FB0D-8FBE-4126-B721-BD86F53E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576" y="1642023"/>
            <a:ext cx="3640328" cy="765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765" b="0" i="0">
                <a:solidFill>
                  <a:srgbClr val="1E487D"/>
                </a:solidFill>
                <a:latin typeface="Arial"/>
                <a:ea typeface="Arial"/>
                <a:cs typeface="Arial"/>
              </a:defRPr>
            </a:pPr>
            <a:r>
              <a:rPr sz="3765" b="0" i="0">
                <a:solidFill>
                  <a:srgbClr val="1E487D"/>
                </a:solidFill>
                <a:latin typeface="Arial"/>
                <a:ea typeface="Arial"/>
                <a:cs typeface="Arial"/>
              </a:rPr>
              <a:t>the PEAK of this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ACC37-F3E3-48F8-ABA2-C7D070CB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576" y="2265002"/>
            <a:ext cx="4093704" cy="813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003" b="0" i="0">
                <a:solidFill>
                  <a:srgbClr val="1E487D"/>
                </a:solidFill>
                <a:latin typeface="Arial"/>
                <a:ea typeface="Arial"/>
                <a:cs typeface="Arial"/>
              </a:defRPr>
            </a:pPr>
            <a:r>
              <a:rPr sz="4003" b="0" i="0">
                <a:solidFill>
                  <a:srgbClr val="1E487D"/>
                </a:solidFill>
                <a:latin typeface="Arial"/>
                <a:ea typeface="Arial"/>
                <a:cs typeface="Arial"/>
              </a:rPr>
              <a:t>“Blackbody” curve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53493-17CC-4BA0-A750-606F20B1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F6E67-7507-43ED-9E6B-E90B03D6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30 of 54</a:t>
            </a:r>
          </a:p>
        </p:txBody>
      </p:sp>
      <p:sp>
        <p:nvSpPr>
          <p:cNvPr id="9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0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1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2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31709193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012e2b7cf4f35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F5DE30-291A-4078-8D42-5E219AD0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371" y="830839"/>
            <a:ext cx="7949084" cy="954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696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96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color is our 5800K Sun?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DAB83-C829-46B4-A4C5-60F0BC02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82" y="2167293"/>
            <a:ext cx="3073378" cy="609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Sun emits all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73D65-336E-4FD3-81C8-F88F087A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82" y="2620103"/>
            <a:ext cx="2674166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wavelengths of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28633-74D6-4F88-8FE9-2A4A0793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82" y="3077303"/>
            <a:ext cx="2822449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electromagnetic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4A6DB2-53E0-4C17-A55B-7A92CCBC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82" y="3530266"/>
            <a:ext cx="2760894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radiation (light);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3A921-A50F-4149-9245-5F6934A5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82" y="3986148"/>
            <a:ext cx="2294454" cy="604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7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7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however, the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E0F76-7663-4DF4-970D-CF3642D9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82" y="4440929"/>
            <a:ext cx="3768891" cy="608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wavelengths of light it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CD0D5-814A-4678-BA30-3243A69C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82" y="4893951"/>
            <a:ext cx="3577205" cy="608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emits most intensely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E79E33-8ADA-49DF-A717-F93C31E0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82" y="5346692"/>
            <a:ext cx="3961188" cy="609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 in the green/yellow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F996D-4836-448C-8583-265F8BEE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82" y="5804068"/>
            <a:ext cx="3514723" cy="6087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 of the spectrum.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5BC28-C6DB-4D56-BA8D-7442BE27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68036-EB80-4C9D-A945-625D271F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31 of 54</a:t>
            </a:r>
          </a:p>
        </p:txBody>
      </p:sp>
      <p:sp>
        <p:nvSpPr>
          <p:cNvPr id="16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7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8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9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19042544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ed7100c5344778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FF3CB-CB99-45F7-B3DA-F9F4C79A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48" y="721030"/>
            <a:ext cx="8100026" cy="8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267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67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color does the Sun appear?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57D1C-F24F-4071-B1B7-E316CA3D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934" y="1377182"/>
            <a:ext cx="2080724" cy="8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267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67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WHITE!!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4C941-8E1B-469F-AF2E-5AB19B02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886" y="2172177"/>
            <a:ext cx="3387824" cy="601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5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5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star, like the Sun,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3E906-1E3C-49D7-85D4-1E2A53D1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072" y="2620311"/>
            <a:ext cx="3263883" cy="609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peaks in the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454AD-6D7B-4E20-B9E3-CB875463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072" y="3077541"/>
            <a:ext cx="3474994" cy="609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middle of the visible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5CD644-F2DB-4F7C-B9A5-7976DFAD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072" y="3530764"/>
            <a:ext cx="3514722" cy="6087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 of the spectrum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C8139-E77A-475A-8469-48A325CE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072" y="3983316"/>
            <a:ext cx="3962797" cy="60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(green/yellow light) will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D23E6-BC45-4D8B-B59E-C80CEEEE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072" y="4441189"/>
            <a:ext cx="3702323" cy="60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appear WHITE to the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563FE7-C9E0-4F7E-991E-A0467077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072" y="4893782"/>
            <a:ext cx="3854958" cy="608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human eye because it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EA0E47-C48B-49AE-8136-5D4F967D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072" y="5347262"/>
            <a:ext cx="3172984" cy="608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 giving off nearly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C6AC7-A89B-4269-9E12-61DA4498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072" y="5803828"/>
            <a:ext cx="3538728" cy="609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equal amounts of all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B8E12B-A75F-4797-A202-423ED4F5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072" y="6256531"/>
            <a:ext cx="3371514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visible colors of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6737C-8630-4910-A593-2699E315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072" y="6709500"/>
            <a:ext cx="840489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light.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3F2A6F-B0D9-4F76-AACA-9E49A8C3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CF6565-A593-48BB-8187-1C247210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32 of 54</a:t>
            </a:r>
          </a:p>
        </p:txBody>
      </p:sp>
      <p:sp>
        <p:nvSpPr>
          <p:cNvPr id="19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20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1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2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6611269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f9d73908f84bfe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3470F-F117-4DE0-B4C1-13FFDF18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616" y="883743"/>
            <a:ext cx="836085" cy="348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1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1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Our Sun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E4E6B-6B35-4722-963B-5D82F76B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696" y="4697918"/>
            <a:ext cx="3174492" cy="358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63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3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if the Sun became hotter?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216E8-7C8A-4395-9326-AA41FF32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8850E-4228-4785-A68D-F5958FEE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33 of 54</a:t>
            </a:r>
          </a:p>
        </p:txBody>
      </p:sp>
      <p:sp>
        <p:nvSpPr>
          <p:cNvPr id="8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9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0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1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86323999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13d49d8f5b4cc9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BCC11-B1AE-4735-9E38-491249AA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616" y="883743"/>
            <a:ext cx="836085" cy="348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1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1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Our Sun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40C50-6258-4AD7-95B0-A7521ECF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696" y="4697918"/>
            <a:ext cx="3174492" cy="358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63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3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if the Sun became hotter?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BF937-2971-4069-B26E-F6148B4C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416" y="5106999"/>
            <a:ext cx="3172034" cy="353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41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if the Sun became cooler?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C27FB-452D-4861-98F9-E649ED40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132DF-9543-47B6-9552-033EAB5A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34 of 54</a:t>
            </a:r>
          </a:p>
        </p:txBody>
      </p:sp>
      <p:sp>
        <p:nvSpPr>
          <p:cNvPr id="9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0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1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2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202933842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aca1750032469c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7D5F4-D2A7-44BD-BF47-CDC7E57B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616" y="883743"/>
            <a:ext cx="836085" cy="348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1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1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Our Sun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875CB-4DB9-433B-AA03-D539C44A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696" y="4697918"/>
            <a:ext cx="3174492" cy="358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63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3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if the Sun became hotter?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68ABC1-1CBF-4564-866A-36FB8AB2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8604" y="5106999"/>
            <a:ext cx="3172035" cy="353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41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if the Sun became cooler?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673AA9-A574-4504-8A0C-18A286EC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7D0AC-D194-4532-A3F3-84978095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35 of 54</a:t>
            </a:r>
          </a:p>
        </p:txBody>
      </p:sp>
      <p:sp>
        <p:nvSpPr>
          <p:cNvPr id="9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0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1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2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7999596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be454535604224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F3ABD-82A8-466E-ACC9-F3797BAF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7" y="1853056"/>
            <a:ext cx="4271443" cy="520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 Which object gives off the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A5E5A-789C-4F46-BF52-0F290F16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7" y="2241927"/>
            <a:ext cx="4352490" cy="521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greatest amount of Blue light?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49127-0D13-46A5-AB62-FC77F200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176" y="4202306"/>
            <a:ext cx="180263" cy="371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E66E5-6194-4258-ABB5-86093498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5136" y="4783634"/>
            <a:ext cx="171670" cy="350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8566F-0BC9-4FCA-85F6-CABC5A0C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496" y="5467089"/>
            <a:ext cx="168969" cy="318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92A78-8298-40AA-B66B-4632546E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3028301"/>
            <a:ext cx="4271443" cy="520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 Which object gives off the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911A26-B5F4-49EB-971C-7C2329BD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3378974"/>
            <a:ext cx="4298566" cy="521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greatest amount of Red light?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53DCF-7BFB-4E1D-B3A0-3D57B225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4331426"/>
            <a:ext cx="4480084" cy="521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 Which object would appear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C0B2E-06F7-4B45-9CF2-C5C8A968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4720700"/>
            <a:ext cx="815988" cy="52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B48AC9-B1AF-48A5-8C08-2FEDBC6B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5632045"/>
            <a:ext cx="4713413" cy="52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  Which object would have the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B61DB8-1D3C-4EDE-B0CA-7AA231CC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6021180"/>
            <a:ext cx="2982231" cy="52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lowest temperature?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EEAA70-0C91-43B6-9CFB-D1EF1049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F9EA7B-2F15-424A-A55E-F3446412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36 of 54</a:t>
            </a:r>
          </a:p>
        </p:txBody>
      </p:sp>
      <p:sp>
        <p:nvSpPr>
          <p:cNvPr id="17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8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9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0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28019135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f2688fd7844ee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51C61-2EB6-466A-979E-BB40AD88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85" y="3401418"/>
            <a:ext cx="8015630" cy="901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4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4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But wait, what about how bright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AED164-92DB-4123-ACA4-32F28C68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348" y="4129960"/>
            <a:ext cx="4271918" cy="873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2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something looks?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7FEE9-3E92-4A22-93DB-FDB83A10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2583E-948A-4979-855C-E9A1A3FC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37 of 54</a:t>
            </a:r>
          </a:p>
        </p:txBody>
      </p:sp>
      <p:sp>
        <p:nvSpPr>
          <p:cNvPr id="8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9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0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1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62756692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18814c7bf4161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18664-3ED4-45F1-A9CE-983EB950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6374" y="1123328"/>
            <a:ext cx="6031640" cy="95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7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Stefan-Boltzmann Law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14639-EE55-4E5A-AA32-F8F22DF8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2331702"/>
            <a:ext cx="189230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127A2-CF6C-4E51-8578-FDCE774A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1" y="2331702"/>
            <a:ext cx="8125324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luminosity (brightness) of an object is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6BF15-3770-4ED4-A7EF-A9C89B2D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1" y="2852402"/>
            <a:ext cx="3470956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proportional to its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7FD8F-DE29-45EA-A136-9885B7B2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932" y="2852402"/>
            <a:ext cx="807266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AA6F0-42DA-4BB8-9D13-9F517086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098" y="2852402"/>
            <a:ext cx="998236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and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D11D6-B8C0-469D-A7C2-4A900DC7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206" y="2852402"/>
            <a:ext cx="2365936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temperature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CACDC8-48CE-457F-95EE-6A95CA33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2875" y="2852402"/>
            <a:ext cx="158141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C1D4FC-FD37-47CF-B8DB-ADC1F571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6703" y="3475228"/>
            <a:ext cx="2291670" cy="690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39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9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 = 5.67x10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BC49E-4E08-415C-9F3E-AD81DFA1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77" y="3481691"/>
            <a:ext cx="294506" cy="46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F69D9-E67B-4596-85FA-4CB44FCC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7833" y="3474757"/>
            <a:ext cx="349860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1A5E5C-AEFC-4DFF-BD17-EE74783D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556" y="3481691"/>
            <a:ext cx="198154" cy="46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AB189C-1B5A-4018-A641-034505E6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1146" y="3474757"/>
            <a:ext cx="301930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BDDD2D-92DB-48BB-8BC6-CD64C451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4844" y="3481691"/>
            <a:ext cx="198154" cy="46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BC4C80-9A0D-46CC-B837-51BC3AEC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07" y="4097027"/>
            <a:ext cx="189230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7F5795-B126-4D74-82A4-C5040691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32" y="4097027"/>
            <a:ext cx="8243690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Big and hot objects are brighter than small 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9FA0A7-164C-455E-A33D-90B68409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32" y="4617701"/>
            <a:ext cx="3279796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cool objects.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160CD2-9554-4A89-9B1F-D4EFC53F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07" y="5239986"/>
            <a:ext cx="189230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95C235-AF47-4907-9CEB-F2D08931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32" y="5240428"/>
            <a:ext cx="8177041" cy="690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39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9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Two objects with the same brightness and 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46674F-E30C-4F4A-A820-2B845924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32" y="5760752"/>
            <a:ext cx="7824670" cy="690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different temperatures will have different 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BAB2E0-1A31-45CD-9E4D-231F9D41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32" y="6281427"/>
            <a:ext cx="4360942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sizes (and vice-versa).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562384-79F1-4C4B-AF29-0E624473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222B55-DF55-44F4-B2A8-5C5BC450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38 of 54</a:t>
            </a:r>
          </a:p>
        </p:txBody>
      </p:sp>
      <p:sp>
        <p:nvSpPr>
          <p:cNvPr id="27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28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9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30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210820649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ce66f7bfb4cb2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B0335-1129-49CA-8F1F-EA527078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650" y="1123481"/>
            <a:ext cx="6394034" cy="95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6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9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Consider the following...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CD751-E6F6-47C4-AAE6-AB99EA69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1" y="2331702"/>
            <a:ext cx="7910261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of these two stovetops is brighter?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D57C9-A04E-48CE-9EB4-7E62EF6F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673" y="4825639"/>
            <a:ext cx="3956300" cy="690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39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9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                           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6F0F1-E251-4339-841C-137AEF74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F4F64-983B-4CC4-A77D-0F84FB1B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39 of 54</a:t>
            </a:r>
          </a:p>
        </p:txBody>
      </p:sp>
      <p:sp>
        <p:nvSpPr>
          <p:cNvPr id="9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0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1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2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97844871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773d48ce054b16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38C54-3FD6-43B2-BE89-3C726BCA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650" y="1123481"/>
            <a:ext cx="6394034" cy="95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6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9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Consider the following...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E466B-4CC8-4D54-9498-C245F642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1" y="2331702"/>
            <a:ext cx="7910261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of these two stovetops is brighter?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29DAA-44DE-45B9-A7EE-0A9FC7DC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673" y="4825639"/>
            <a:ext cx="3956300" cy="690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39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9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                           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045D0-2758-4F63-8A9C-46835612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78744-D4D7-4516-A9EF-1E080DC1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40 of 54</a:t>
            </a:r>
          </a:p>
        </p:txBody>
      </p:sp>
      <p:sp>
        <p:nvSpPr>
          <p:cNvPr id="9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0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1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2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208734731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dfae4af8f4dd4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AAAC6-06F2-44F1-901F-54C68296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939" y="810351"/>
            <a:ext cx="5462740" cy="95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698" b="0" i="0">
                <a:solidFill>
                  <a:srgbClr val="BF504C"/>
                </a:solidFill>
                <a:latin typeface="Arial"/>
                <a:ea typeface="Arial"/>
                <a:cs typeface="Arial"/>
              </a:defRPr>
            </a:pPr>
            <a:r>
              <a:rPr sz="4698" b="0" i="0">
                <a:solidFill>
                  <a:srgbClr val="BF504C"/>
                </a:solidFill>
                <a:latin typeface="Arial"/>
                <a:ea typeface="Arial"/>
                <a:cs typeface="Arial"/>
              </a:rPr>
              <a:t>Which star is larger?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682F7-7FD3-4F8C-AA99-BBB2C738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404" y="2327644"/>
            <a:ext cx="450277" cy="697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5B99E-FCA6-4B2E-8490-A8192D2E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726" y="2335569"/>
            <a:ext cx="1214111" cy="684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368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3368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Star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53F7B-F953-4775-BEBA-E7DEE64C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7" y="2861044"/>
            <a:ext cx="450064" cy="697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A051F-37AB-4C62-9B2C-91DE5E82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726" y="2865107"/>
            <a:ext cx="1238923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Star 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EA7F0-B3BD-48DD-8CB3-6ECFD710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7" y="3394507"/>
            <a:ext cx="475441" cy="697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149326-0AB5-4DB5-8896-9294040B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726" y="3398571"/>
            <a:ext cx="1166913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Same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C5244-0D7C-455A-AE3E-9AA9DA34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2305" y="4301614"/>
            <a:ext cx="618406" cy="341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1AB5BF-5D9C-4A47-97D6-04ADF8E4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8705" y="6899466"/>
            <a:ext cx="1216023" cy="360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Wavelength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4B4919-9601-4FB5-9613-19CC7323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356" y="6623103"/>
            <a:ext cx="991900" cy="248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 I B G Y O 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CCE2E0-23C9-48B6-A9D4-9C2C590A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025" y="2754280"/>
            <a:ext cx="627129" cy="346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 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7B0F55-664F-4980-9430-B85A69BE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94C7E1-02AE-4598-9128-3915A44D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41 of 54</a:t>
            </a:r>
          </a:p>
        </p:txBody>
      </p:sp>
      <p:sp>
        <p:nvSpPr>
          <p:cNvPr id="17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8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9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0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59475665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0c3e48681e440f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1B65E-F5BA-4E51-8B23-F8E0BFF1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062" y="1189242"/>
            <a:ext cx="8850199" cy="861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239" b="0" i="0">
                <a:solidFill>
                  <a:srgbClr val="BF504C"/>
                </a:solidFill>
                <a:latin typeface="Arial"/>
                <a:ea typeface="Arial"/>
                <a:cs typeface="Arial"/>
              </a:defRPr>
            </a:pPr>
            <a:r>
              <a:rPr sz="4239" b="0" i="0">
                <a:solidFill>
                  <a:srgbClr val="BF504C"/>
                </a:solidFill>
                <a:latin typeface="Arial"/>
                <a:ea typeface="Arial"/>
                <a:cs typeface="Arial"/>
              </a:rPr>
              <a:t>Which star is larger Star A or Star B?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65DC5-BFFF-4DD4-9C18-73C47985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404" y="2327644"/>
            <a:ext cx="450277" cy="697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7B951-D2AF-486B-8203-601B5630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726" y="2335569"/>
            <a:ext cx="1214111" cy="684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368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3368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Star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79211-115A-4FD8-8832-FF92CF09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7" y="2861044"/>
            <a:ext cx="450064" cy="697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53A59-A2F5-45BF-B225-944788FE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726" y="2865107"/>
            <a:ext cx="1238923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Star 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2A809-3DDE-487C-B6E9-9BE640F8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7" y="3394507"/>
            <a:ext cx="475441" cy="697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AF02AF-324D-4F48-B0B0-8FB256BF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726" y="3398571"/>
            <a:ext cx="1166913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Same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8D7CB2-F632-4DF4-A12C-DA219104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711" y="2733720"/>
            <a:ext cx="684289" cy="379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3D6196-4F03-4062-8F03-90619F94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966" y="6538638"/>
            <a:ext cx="957519" cy="282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Wavelength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BD264E-1076-4ED2-A6DE-BB62E2A8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898" y="6570367"/>
            <a:ext cx="991900" cy="248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 I B G Y O 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8F57AB-965C-4CA1-9D7D-00B085A8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630" y="2594073"/>
            <a:ext cx="693897" cy="384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9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 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EC6DB6-199A-408D-9FCB-3BB91862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EE1F7A-0F9A-42C7-8340-F17397A9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42 of 54</a:t>
            </a:r>
          </a:p>
        </p:txBody>
      </p:sp>
      <p:sp>
        <p:nvSpPr>
          <p:cNvPr id="17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8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9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0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40011402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1792efe8945f5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E9BB5-C10E-4C62-85AB-608C2FB8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468" y="1188200"/>
            <a:ext cx="7963186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8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But where does the light come from?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634FA-0F4C-4B66-AA26-0D12DE0B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7" y="2329691"/>
            <a:ext cx="171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E0337-C39E-47AA-97E2-54E540AB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2" y="2330861"/>
            <a:ext cx="8131157" cy="607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When something is hot, it’s atoms move around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721620-E8DA-4D5C-A9CD-85A44FE3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2" y="2783739"/>
            <a:ext cx="8261530" cy="6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bumping into each other and the electrons in the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F70DDD-D1A5-4498-A108-531F451C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2" y="3241429"/>
            <a:ext cx="7679018" cy="606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8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material.  The hotter it is, the more the atoms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E29BB-D33D-432B-BDFD-3565493B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2" y="3694905"/>
            <a:ext cx="6069487" cy="606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8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electrons bump into each other.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9D148-421B-4635-A9C9-129C9554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7" y="4238897"/>
            <a:ext cx="171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F8D8C6-17E9-4A68-B375-67935AB8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2" y="4239737"/>
            <a:ext cx="7653323" cy="60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electrons are accelerated when they are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658E5-B380-42F8-8961-9663CA7C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2" y="4692439"/>
            <a:ext cx="4847081" cy="6086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bumped and emit energy as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BBF921-C316-4888-A5A9-277228D2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1915" y="4691891"/>
            <a:ext cx="3077041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thermal radiation.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B70F21-BEEB-4C58-8D77-F73635D3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7" y="5237965"/>
            <a:ext cx="171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00B73-EF0C-438A-BB36-672B81E3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2" y="5239238"/>
            <a:ext cx="7704727" cy="607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But there is also another way for atoms to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25769-FF21-4F8B-AEF7-4BE4219E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2" y="5690959"/>
            <a:ext cx="2101597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emit light…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3200CB-E32D-4E20-9AFF-82A91821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A8FD64-3323-48DB-B859-8643C60C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43 of 54</a:t>
            </a:r>
          </a:p>
        </p:txBody>
      </p:sp>
      <p:sp>
        <p:nvSpPr>
          <p:cNvPr id="19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20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1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2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79543828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7cf6b478b445c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62075-1210-4B0D-BF29-493A9CA6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690" y="885240"/>
            <a:ext cx="3467571" cy="8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Energy Levels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CCE05-20B1-459E-B101-13E270A4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1924080"/>
            <a:ext cx="6955670" cy="608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Electrons can only “orbit” at very specific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B428A-2AA9-4B3B-ACC1-84EB9AD2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9642" y="1923291"/>
            <a:ext cx="1305156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energy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44EBF-27DC-4F32-8A38-9AE67F8E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2376259"/>
            <a:ext cx="111434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levels.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C3846-1D70-41C0-BA71-2F6D3F3E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490" y="2377112"/>
            <a:ext cx="7315076" cy="608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energies of these levels correspond to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14FB3-375A-403D-9A4F-BF13B38D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2834238"/>
            <a:ext cx="8689912" cy="608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energy of specific wavelengths (frequencies) of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34138-0E74-45F2-BFD7-5DB97C5F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3287414"/>
            <a:ext cx="3277753" cy="60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light.  These levels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BDC5D5-79D2-4840-B593-2570309B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3832497"/>
            <a:ext cx="2568711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 discrete or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7BC08-201A-4621-868B-CA372E69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4378597"/>
            <a:ext cx="1684706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quantized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F2383E-B48C-4503-8C3A-4512D0D5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4057" y="4378597"/>
            <a:ext cx="458457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 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2A1B0D-7064-4A62-AEB2-313D2B9E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0772A2-B6B4-4ED7-A01C-BBD3FC5E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44 of 54</a:t>
            </a:r>
          </a:p>
        </p:txBody>
      </p:sp>
      <p:sp>
        <p:nvSpPr>
          <p:cNvPr id="16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7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8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9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26510859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9a4a9148ad4fb4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CE6C0-9E17-497A-A83B-F6CE70ED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234" y="1126345"/>
            <a:ext cx="6593262" cy="950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6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Emission and Absorption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15024-0A32-4D05-A34F-98B5411F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22" y="2330456"/>
            <a:ext cx="8500466" cy="608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Imagine that the atom below has a single electron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7F7FA-B5F2-4467-9EF7-3139F348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22" y="2783468"/>
            <a:ext cx="5054301" cy="60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 its lowest energy state (the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33018-DDB2-435C-BCFC-B6900C19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017" y="2782658"/>
            <a:ext cx="122186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ground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B75CE-A964-4C1F-A7F6-618221FF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786" y="2782965"/>
            <a:ext cx="2437366" cy="60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state).  It can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49FE6E-647E-4E6C-A140-6F6CD5BC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0" y="3241208"/>
            <a:ext cx="8571266" cy="60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8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only move up a level if it absorbs a blue photon.  If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C162C-C3F4-4D15-A789-764D7002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0" y="3693949"/>
            <a:ext cx="8301436" cy="60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 is in a higher energy (excited) state, then it can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F5554-E75D-4CA9-BCD9-2DC34E9F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0" y="4146628"/>
            <a:ext cx="8520716" cy="608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suddenly decide to emit a blue photon (and only a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1959D5-BDC4-4929-9EDA-EAF6D61D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0" y="4602990"/>
            <a:ext cx="2673319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blue photon).   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19BA8C-FF98-45BF-9773-0EE12CBD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F855ED-D232-4F79-B164-AB24C62E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45 of 54</a:t>
            </a:r>
          </a:p>
        </p:txBody>
      </p:sp>
      <p:sp>
        <p:nvSpPr>
          <p:cNvPr id="15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6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7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8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60903040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3e94d5e3840c7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10605-557B-4EC9-8C8B-F22235DB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871" y="698132"/>
            <a:ext cx="8250406" cy="8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Photons (light-waves) are emitted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9B6F5-16E1-4DA2-8912-1430F1C5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953" y="1350089"/>
            <a:ext cx="7651550" cy="8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from an atom when an electron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ECB5C-56DC-4EE4-9439-1230BB53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99" y="1997763"/>
            <a:ext cx="9242417" cy="8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moves from a higher energy level to a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5D56C-FE94-462D-B2F3-DB7B77EF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036" y="2645463"/>
            <a:ext cx="4400401" cy="8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lower energy level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E00C4-26C4-451B-BD67-C8D842C4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256" y="5589691"/>
            <a:ext cx="651973" cy="277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6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Nucleus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0196AD-6DEB-4E44-BC87-6531C19B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0587AF-E0FC-484E-9233-FA0AF236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46 of 54</a:t>
            </a:r>
          </a:p>
        </p:txBody>
      </p:sp>
      <p:sp>
        <p:nvSpPr>
          <p:cNvPr id="11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2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3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4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43037834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91cb69be074d51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24B5C-64FA-4E4C-AE16-38409DDD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289" y="698132"/>
            <a:ext cx="8459894" cy="8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Photons (light-waves) can also be 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E89DF-BE71-4404-BA9E-ACD0E1B5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321" y="1350089"/>
            <a:ext cx="7468779" cy="8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absorbed by an atom when an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48C03-45F3-4D95-B9E1-6A6591F6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7" y="1997763"/>
            <a:ext cx="8793152" cy="8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electron moves from a lower energy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7971A-5258-4173-9D08-A0A0ADA6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408" y="2645463"/>
            <a:ext cx="6928213" cy="8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level to a higher energy level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E260D-AEDB-4665-8AB8-41393236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696" y="5779341"/>
            <a:ext cx="651973" cy="277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6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Nucleus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EAE90-0DBA-4D82-AF87-5A951692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B87A9-D0E3-49C9-88EA-0FC37586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47 of 54</a:t>
            </a:r>
          </a:p>
        </p:txBody>
      </p:sp>
      <p:sp>
        <p:nvSpPr>
          <p:cNvPr id="11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2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3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4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67217580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6eb7dceab84c36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8C8F44-082B-43F1-9E76-D27D8EE6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95" y="1212241"/>
            <a:ext cx="8990853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8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 chemical element produces its own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E5430-B1F8-4BD0-9B2D-4EDAA135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28" y="1796441"/>
            <a:ext cx="9640135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8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unique set of spectral lines when it is excited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35C6A-FFFE-4DE1-B98D-4DD90957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3FE58-35A4-46F4-9660-A862D696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48 of 54</a:t>
            </a:r>
          </a:p>
        </p:txBody>
      </p:sp>
      <p:sp>
        <p:nvSpPr>
          <p:cNvPr id="8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9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0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1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65525215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b4dd5579bf415c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1CC16-04C6-46B2-B1A0-B414C44F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42" y="1145681"/>
            <a:ext cx="8932066" cy="8661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2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 can use these lines to determine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A4AF7-A8A0-4696-9423-F3ED73BD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771" y="1798823"/>
            <a:ext cx="8340813" cy="864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chemical composition of a star.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FEB3A8-B557-4FB8-B209-315DD521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8220F-E89A-4975-814F-8165CDCF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49 of 54</a:t>
            </a:r>
          </a:p>
        </p:txBody>
      </p:sp>
      <p:sp>
        <p:nvSpPr>
          <p:cNvPr id="8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9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0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1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47552157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b3d475373941cf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929E7-2008-4648-AB2D-D62D1D7F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960" y="3179492"/>
            <a:ext cx="6823372" cy="954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6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There are three laws that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90A2A-3ED3-4230-936A-9922A299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495" y="3891070"/>
            <a:ext cx="8311141" cy="953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69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9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govern the types of spectra we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D68FB-BA94-4B1D-9D2A-317A37D4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623" y="4605904"/>
            <a:ext cx="5468109" cy="95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7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see in the Universe.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932CB-3F26-4A48-9802-868815EA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07A3D-DA2C-4942-A710-7D506A56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50 of 54</a:t>
            </a:r>
          </a:p>
        </p:txBody>
      </p:sp>
      <p:sp>
        <p:nvSpPr>
          <p:cNvPr id="9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0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1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2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74959890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4e9db714e142fb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3C3A0-1903-49E7-A88A-D6F37C32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0282" y="1124507"/>
            <a:ext cx="4561290" cy="95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6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Kirchoff’s Law #1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6FE00-5750-4D6F-BE83-51E256D9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680" y="2331855"/>
            <a:ext cx="6866840" cy="605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hot, dense material will emit light at all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FE1CF-0459-45A4-9035-B6BA1E2D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537" y="2783133"/>
            <a:ext cx="4467534" cy="60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wavelengths to produce a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349F1-C8F1-487F-9FB7-6BA9D762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3370" y="2782658"/>
            <a:ext cx="187569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continuous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81DD9-F2EA-461B-AB32-75B5D93E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963" y="2782658"/>
            <a:ext cx="2017122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spectrum. 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6148A-8840-4518-8B8F-D9468630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42E2D-1CD5-4488-8E10-41F44CD3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51 of 54</a:t>
            </a:r>
          </a:p>
        </p:txBody>
      </p:sp>
      <p:sp>
        <p:nvSpPr>
          <p:cNvPr id="11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2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3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4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632994493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8cc8d1d9e84856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61145-0E0E-4212-8DA2-40567C6C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0282" y="1124507"/>
            <a:ext cx="4561290" cy="95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6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Kirchoff’s Law #2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07866-85CB-4E20-979A-B2B42366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598" y="2332006"/>
            <a:ext cx="7726721" cy="605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8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8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hot, low-density gas will emit light at only at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11A63-FEA6-4E22-B681-6494430E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746" y="2783230"/>
            <a:ext cx="5925189" cy="608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specific wavelengths producing an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FDCF0-7F4A-44F0-A869-1C01A607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012" y="2782658"/>
            <a:ext cx="1641277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emission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D44840-D5A7-439E-96A2-550DEC7E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9211" y="3239858"/>
            <a:ext cx="1704666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spectrum.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7E22D-1192-4365-B147-DE61662A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4D089-9277-4657-9945-FA8AE598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52 of 54</a:t>
            </a:r>
          </a:p>
        </p:txBody>
      </p:sp>
      <p:sp>
        <p:nvSpPr>
          <p:cNvPr id="11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2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3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4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912141296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71c72fcdc41f6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22B5D-9A86-4BD1-902E-6E7B85D1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0282" y="1124507"/>
            <a:ext cx="4561290" cy="95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6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Kirchoff’s Law #3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89864-FE24-436C-8AAB-9A410060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760" y="2330525"/>
            <a:ext cx="7420855" cy="60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When light from a hot, dense object passes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CF7A0-2A11-4483-BE02-AE7555E4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174" y="2784408"/>
            <a:ext cx="8350822" cy="606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8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8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through a cooler, low density gas, the result is an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CC6A8-AC11-4D38-8B11-B99BC63F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937" y="3240288"/>
            <a:ext cx="3790416" cy="608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6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6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absorption spectrum.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8AA37-AA1D-4C5F-A2EE-32F42ED4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1609" y="3240256"/>
            <a:ext cx="4637398" cy="608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absorption lines are at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F7C38-8C9A-4DFC-9FA4-47695028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484" y="3693577"/>
            <a:ext cx="8373554" cy="608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same location as the emission lines would be.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93281-4826-4C6D-8F7F-8A3F5EC0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048ECD-89BD-4282-AA44-217BE7D0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53 of 54</a:t>
            </a:r>
          </a:p>
        </p:txBody>
      </p:sp>
      <p:sp>
        <p:nvSpPr>
          <p:cNvPr id="12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3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4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5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61756963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2888b50274767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EFAA6-97AE-4F63-8693-5491027C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721" y="3562771"/>
            <a:ext cx="8366042" cy="952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6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8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Let’s look at some examples of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CBF07-A54B-4B1B-9308-2EEE7EFD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785" y="4272642"/>
            <a:ext cx="5401841" cy="95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7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these laws in action.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9418C-9F8F-4989-B73C-B2E09D8D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97C1C-01E2-4185-89CD-19C08946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54 of 54</a:t>
            </a:r>
          </a:p>
        </p:txBody>
      </p:sp>
      <p:sp>
        <p:nvSpPr>
          <p:cNvPr id="8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9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0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1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8095713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WVU DSPIRA</dc:creator>
  <lastModifiedBy>WVU DSPIRA</lastModifiedBy>
  <dc:title>Light and telescopes</dc:title>
  <dcterms:created xsi:type="dcterms:W3CDTF">2026-09-26T20:03:15.3500000Z</dcterms:created>
  <dcterms:modified xsi:type="dcterms:W3CDTF">2026-09-26T20:03:15.3500000Z</dcterms:modified>
</coreProperties>
</file>