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eded095dbb42f5" /><Relationship Type="http://schemas.openxmlformats.org/officeDocument/2006/relationships/extended-properties" Target="/docProps/app.xml" Id="Rb2b9dd2e9d61437c" /><Relationship Type="http://schemas.openxmlformats.org/officeDocument/2006/relationships/officeDocument" Target="/ppt/presentation.xml" Id="R0c00c1f5e4974352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82a81fe7b0e842c2"/>
  </p:notesMasterIdLst>
  <p:sldIdLst>
    <p:sldId xmlns:r="http://schemas.openxmlformats.org/officeDocument/2006/relationships" id="256" r:id="Ra39a885f689a4752"/>
    <p:sldId xmlns:r="http://schemas.openxmlformats.org/officeDocument/2006/relationships" id="257" r:id="R15e2a62f4dd54041"/>
    <p:sldId xmlns:r="http://schemas.openxmlformats.org/officeDocument/2006/relationships" id="258" r:id="Raa1a54a956bf490f"/>
    <p:sldId xmlns:r="http://schemas.openxmlformats.org/officeDocument/2006/relationships" id="259" r:id="Ra8b8fed449ec430c"/>
    <p:sldId xmlns:r="http://schemas.openxmlformats.org/officeDocument/2006/relationships" id="260" r:id="R71ef985a9ca8470e"/>
    <p:sldId xmlns:r="http://schemas.openxmlformats.org/officeDocument/2006/relationships" id="261" r:id="Rdbf5d315ee314133"/>
    <p:sldId xmlns:r="http://schemas.openxmlformats.org/officeDocument/2006/relationships" id="262" r:id="Rb43a965a262544bf"/>
    <p:sldId xmlns:r="http://schemas.openxmlformats.org/officeDocument/2006/relationships" id="263" r:id="R25dda8df9cfe4da4"/>
    <p:sldId xmlns:r="http://schemas.openxmlformats.org/officeDocument/2006/relationships" id="264" r:id="R707c6e1dd4884ce2"/>
    <p:sldId xmlns:r="http://schemas.openxmlformats.org/officeDocument/2006/relationships" id="265" r:id="Rc475c509e4f34fda"/>
    <p:sldId xmlns:r="http://schemas.openxmlformats.org/officeDocument/2006/relationships" id="266" r:id="R6f50688333f04630"/>
    <p:sldId xmlns:r="http://schemas.openxmlformats.org/officeDocument/2006/relationships" id="267" r:id="R8b759154d5f84f93"/>
    <p:sldId xmlns:r="http://schemas.openxmlformats.org/officeDocument/2006/relationships" id="268" r:id="R0e1a98f880584d5d"/>
    <p:sldId xmlns:r="http://schemas.openxmlformats.org/officeDocument/2006/relationships" id="269" r:id="R91fac7440648463b"/>
    <p:sldId xmlns:r="http://schemas.openxmlformats.org/officeDocument/2006/relationships" id="270" r:id="Rf8ef1370cd3648c9"/>
    <p:sldId xmlns:r="http://schemas.openxmlformats.org/officeDocument/2006/relationships" id="271" r:id="Rf4865444613d463e"/>
    <p:sldId xmlns:r="http://schemas.openxmlformats.org/officeDocument/2006/relationships" id="272" r:id="R6a4cdd1fb1ae4f38"/>
    <p:sldId xmlns:r="http://schemas.openxmlformats.org/officeDocument/2006/relationships" id="273" r:id="R289df007cd4b45e9"/>
    <p:sldId xmlns:r="http://schemas.openxmlformats.org/officeDocument/2006/relationships" id="274" r:id="Rae0d1b94761a4806"/>
    <p:sldId xmlns:r="http://schemas.openxmlformats.org/officeDocument/2006/relationships" id="275" r:id="Rb4f421b850a3401a"/>
    <p:sldId xmlns:r="http://schemas.openxmlformats.org/officeDocument/2006/relationships" id="276" r:id="R4ea3576003e1405e"/>
    <p:sldId xmlns:r="http://schemas.openxmlformats.org/officeDocument/2006/relationships" id="277" r:id="R66a968a2b660436b"/>
    <p:sldId xmlns:r="http://schemas.openxmlformats.org/officeDocument/2006/relationships" id="278" r:id="Rfd5727dd3f084384"/>
    <p:sldId xmlns:r="http://schemas.openxmlformats.org/officeDocument/2006/relationships" id="279" r:id="R4e2bb2d04bad41b9"/>
    <p:sldId xmlns:r="http://schemas.openxmlformats.org/officeDocument/2006/relationships" id="280" r:id="Rc70f42feb6bf4311"/>
    <p:sldId xmlns:r="http://schemas.openxmlformats.org/officeDocument/2006/relationships" id="281" r:id="R2cfdfe41ddb24398"/>
    <p:sldId xmlns:r="http://schemas.openxmlformats.org/officeDocument/2006/relationships" id="282" r:id="R5137c213b5864366"/>
    <p:sldId xmlns:r="http://schemas.openxmlformats.org/officeDocument/2006/relationships" id="283" r:id="R6a8dd1dec8d2478f"/>
    <p:sldId xmlns:r="http://schemas.openxmlformats.org/officeDocument/2006/relationships" id="284" r:id="R1800b48c4d79481d"/>
    <p:sldId xmlns:r="http://schemas.openxmlformats.org/officeDocument/2006/relationships" id="285" r:id="R9ddb2fd8996f4258"/>
    <p:sldId xmlns:r="http://schemas.openxmlformats.org/officeDocument/2006/relationships" id="286" r:id="R98d9d1fa2bcb4fb8"/>
    <p:sldId xmlns:r="http://schemas.openxmlformats.org/officeDocument/2006/relationships" id="287" r:id="Redd9d69338904858"/>
    <p:sldId xmlns:r="http://schemas.openxmlformats.org/officeDocument/2006/relationships" id="288" r:id="R2e4fb4b44ebf4282"/>
    <p:sldId xmlns:r="http://schemas.openxmlformats.org/officeDocument/2006/relationships" id="289" r:id="Rdb21ec45d85a463f"/>
    <p:sldId xmlns:r="http://schemas.openxmlformats.org/officeDocument/2006/relationships" id="290" r:id="Rfffa043b05f64a9a"/>
    <p:sldId xmlns:r="http://schemas.openxmlformats.org/officeDocument/2006/relationships" id="291" r:id="Re4766b9dcb614733"/>
    <p:sldId xmlns:r="http://schemas.openxmlformats.org/officeDocument/2006/relationships" id="292" r:id="R9537eb57906140ac"/>
    <p:sldId xmlns:r="http://schemas.openxmlformats.org/officeDocument/2006/relationships" id="293" r:id="R9a673ea814c64f92"/>
    <p:sldId xmlns:r="http://schemas.openxmlformats.org/officeDocument/2006/relationships" id="294" r:id="R652a8c34b06a46f2"/>
    <p:sldId xmlns:r="http://schemas.openxmlformats.org/officeDocument/2006/relationships" id="295" r:id="Rbb40cc65b9364cf7"/>
    <p:sldId xmlns:r="http://schemas.openxmlformats.org/officeDocument/2006/relationships" id="296" r:id="Rff96da4129f24ff5"/>
    <p:sldId xmlns:r="http://schemas.openxmlformats.org/officeDocument/2006/relationships" id="297" r:id="R237f6887a8f74f91"/>
    <p:sldId xmlns:r="http://schemas.openxmlformats.org/officeDocument/2006/relationships" id="298" r:id="R938b8cec44ea42f7"/>
    <p:sldId xmlns:r="http://schemas.openxmlformats.org/officeDocument/2006/relationships" id="299" r:id="R04e6c20968594f4b"/>
    <p:sldId xmlns:r="http://schemas.openxmlformats.org/officeDocument/2006/relationships" id="300" r:id="R6af5fb79c8b24995"/>
    <p:sldId xmlns:r="http://schemas.openxmlformats.org/officeDocument/2006/relationships" id="301" r:id="R700b2ce41aba4ca7"/>
    <p:sldId xmlns:r="http://schemas.openxmlformats.org/officeDocument/2006/relationships" id="302" r:id="R463099dac91948a3"/>
    <p:sldId xmlns:r="http://schemas.openxmlformats.org/officeDocument/2006/relationships" id="303" r:id="Rb493c4de306d4c44"/>
    <p:sldId xmlns:r="http://schemas.openxmlformats.org/officeDocument/2006/relationships" id="304" r:id="Rf0847a1712814b7d"/>
    <p:sldId xmlns:r="http://schemas.openxmlformats.org/officeDocument/2006/relationships" id="305" r:id="Rf1433732f0fc4093"/>
    <p:sldId xmlns:r="http://schemas.openxmlformats.org/officeDocument/2006/relationships" id="306" r:id="Rb9ed4e4524dc4dd7"/>
    <p:sldId xmlns:r="http://schemas.openxmlformats.org/officeDocument/2006/relationships" id="307" r:id="Re68740605ec246da"/>
    <p:sldId xmlns:r="http://schemas.openxmlformats.org/officeDocument/2006/relationships" id="308" r:id="R08550d391ffc4ee0"/>
    <p:sldId xmlns:r="http://schemas.openxmlformats.org/officeDocument/2006/relationships" id="309" r:id="R28b80b83301c47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aa323fecc0234678"/><Relationship Type="http://schemas.openxmlformats.org/officeDocument/2006/relationships/notesMaster" Target="/ppt/notesMasters/notesMaster1.xml" Id="R82a81fe7b0e842c2"/><Relationship Type="http://schemas.openxmlformats.org/officeDocument/2006/relationships/presProps" Target="/ppt/presProps.xml" Id="R32f89069b8224175"/><Relationship Type="http://schemas.openxmlformats.org/officeDocument/2006/relationships/tableStyles" Target="/ppt/tableStyles.xml" Id="Ra40e2902d0554bfd"/><Relationship Type="http://schemas.openxmlformats.org/officeDocument/2006/relationships/slide" Target="/ppt/slides/slide1.xml" Id="Ra39a885f689a4752"/><Relationship Type="http://schemas.openxmlformats.org/officeDocument/2006/relationships/slide" Target="/ppt/slides/slide2.xml" Id="R15e2a62f4dd54041"/><Relationship Type="http://schemas.openxmlformats.org/officeDocument/2006/relationships/slide" Target="/ppt/slides/slide3.xml" Id="Raa1a54a956bf490f"/><Relationship Type="http://schemas.openxmlformats.org/officeDocument/2006/relationships/slide" Target="/ppt/slides/slide4.xml" Id="Ra8b8fed449ec430c"/><Relationship Type="http://schemas.openxmlformats.org/officeDocument/2006/relationships/slide" Target="/ppt/slides/slide5.xml" Id="R71ef985a9ca8470e"/><Relationship Type="http://schemas.openxmlformats.org/officeDocument/2006/relationships/slide" Target="/ppt/slides/slide6.xml" Id="Rdbf5d315ee314133"/><Relationship Type="http://schemas.openxmlformats.org/officeDocument/2006/relationships/slide" Target="/ppt/slides/slide7.xml" Id="Rb43a965a262544bf"/><Relationship Type="http://schemas.openxmlformats.org/officeDocument/2006/relationships/slide" Target="/ppt/slides/slide8.xml" Id="R25dda8df9cfe4da4"/><Relationship Type="http://schemas.openxmlformats.org/officeDocument/2006/relationships/slide" Target="/ppt/slides/slide9.xml" Id="R707c6e1dd4884ce2"/><Relationship Type="http://schemas.openxmlformats.org/officeDocument/2006/relationships/slide" Target="/ppt/slides/slide10.xml" Id="Rc475c509e4f34fda"/><Relationship Type="http://schemas.openxmlformats.org/officeDocument/2006/relationships/slide" Target="/ppt/slides/slide11.xml" Id="R6f50688333f04630"/><Relationship Type="http://schemas.openxmlformats.org/officeDocument/2006/relationships/slide" Target="/ppt/slides/slide12.xml" Id="R8b759154d5f84f93"/><Relationship Type="http://schemas.openxmlformats.org/officeDocument/2006/relationships/slide" Target="/ppt/slides/slide13.xml" Id="R0e1a98f880584d5d"/><Relationship Type="http://schemas.openxmlformats.org/officeDocument/2006/relationships/slide" Target="/ppt/slides/slide14.xml" Id="R91fac7440648463b"/><Relationship Type="http://schemas.openxmlformats.org/officeDocument/2006/relationships/slide" Target="/ppt/slides/slide15.xml" Id="Rf8ef1370cd3648c9"/><Relationship Type="http://schemas.openxmlformats.org/officeDocument/2006/relationships/slide" Target="/ppt/slides/slide16.xml" Id="Rf4865444613d463e"/><Relationship Type="http://schemas.openxmlformats.org/officeDocument/2006/relationships/slide" Target="/ppt/slides/slide17.xml" Id="R6a4cdd1fb1ae4f38"/><Relationship Type="http://schemas.openxmlformats.org/officeDocument/2006/relationships/slide" Target="/ppt/slides/slide18.xml" Id="R289df007cd4b45e9"/><Relationship Type="http://schemas.openxmlformats.org/officeDocument/2006/relationships/slide" Target="/ppt/slides/slide19.xml" Id="Rae0d1b94761a4806"/><Relationship Type="http://schemas.openxmlformats.org/officeDocument/2006/relationships/slide" Target="/ppt/slides/slide20.xml" Id="Rb4f421b850a3401a"/><Relationship Type="http://schemas.openxmlformats.org/officeDocument/2006/relationships/slide" Target="/ppt/slides/slide21.xml" Id="R4ea3576003e1405e"/><Relationship Type="http://schemas.openxmlformats.org/officeDocument/2006/relationships/slide" Target="/ppt/slides/slide22.xml" Id="R66a968a2b660436b"/><Relationship Type="http://schemas.openxmlformats.org/officeDocument/2006/relationships/slide" Target="/ppt/slides/slide23.xml" Id="Rfd5727dd3f084384"/><Relationship Type="http://schemas.openxmlformats.org/officeDocument/2006/relationships/slide" Target="/ppt/slides/slide24.xml" Id="R4e2bb2d04bad41b9"/><Relationship Type="http://schemas.openxmlformats.org/officeDocument/2006/relationships/slide" Target="/ppt/slides/slide25.xml" Id="Rc70f42feb6bf4311"/><Relationship Type="http://schemas.openxmlformats.org/officeDocument/2006/relationships/slide" Target="/ppt/slides/slide26.xml" Id="R2cfdfe41ddb24398"/><Relationship Type="http://schemas.openxmlformats.org/officeDocument/2006/relationships/slide" Target="/ppt/slides/slide27.xml" Id="R5137c213b5864366"/><Relationship Type="http://schemas.openxmlformats.org/officeDocument/2006/relationships/slide" Target="/ppt/slides/slide28.xml" Id="R6a8dd1dec8d2478f"/><Relationship Type="http://schemas.openxmlformats.org/officeDocument/2006/relationships/slide" Target="/ppt/slides/slide29.xml" Id="R1800b48c4d79481d"/><Relationship Type="http://schemas.openxmlformats.org/officeDocument/2006/relationships/slide" Target="/ppt/slides/slide30.xml" Id="R9ddb2fd8996f4258"/><Relationship Type="http://schemas.openxmlformats.org/officeDocument/2006/relationships/slide" Target="/ppt/slides/slide31.xml" Id="R98d9d1fa2bcb4fb8"/><Relationship Type="http://schemas.openxmlformats.org/officeDocument/2006/relationships/slide" Target="/ppt/slides/slide32.xml" Id="Redd9d69338904858"/><Relationship Type="http://schemas.openxmlformats.org/officeDocument/2006/relationships/slide" Target="/ppt/slides/slide33.xml" Id="R2e4fb4b44ebf4282"/><Relationship Type="http://schemas.openxmlformats.org/officeDocument/2006/relationships/slide" Target="/ppt/slides/slide34.xml" Id="Rdb21ec45d85a463f"/><Relationship Type="http://schemas.openxmlformats.org/officeDocument/2006/relationships/slide" Target="/ppt/slides/slide35.xml" Id="Rfffa043b05f64a9a"/><Relationship Type="http://schemas.openxmlformats.org/officeDocument/2006/relationships/slide" Target="/ppt/slides/slide36.xml" Id="Re4766b9dcb614733"/><Relationship Type="http://schemas.openxmlformats.org/officeDocument/2006/relationships/slide" Target="/ppt/slides/slide37.xml" Id="R9537eb57906140ac"/><Relationship Type="http://schemas.openxmlformats.org/officeDocument/2006/relationships/slide" Target="/ppt/slides/slide38.xml" Id="R9a673ea814c64f92"/><Relationship Type="http://schemas.openxmlformats.org/officeDocument/2006/relationships/slide" Target="/ppt/slides/slide39.xml" Id="R652a8c34b06a46f2"/><Relationship Type="http://schemas.openxmlformats.org/officeDocument/2006/relationships/slide" Target="/ppt/slides/slide40.xml" Id="Rbb40cc65b9364cf7"/><Relationship Type="http://schemas.openxmlformats.org/officeDocument/2006/relationships/slide" Target="/ppt/slides/slide41.xml" Id="Rff96da4129f24ff5"/><Relationship Type="http://schemas.openxmlformats.org/officeDocument/2006/relationships/slide" Target="/ppt/slides/slide42.xml" Id="R237f6887a8f74f91"/><Relationship Type="http://schemas.openxmlformats.org/officeDocument/2006/relationships/slide" Target="/ppt/slides/slide43.xml" Id="R938b8cec44ea42f7"/><Relationship Type="http://schemas.openxmlformats.org/officeDocument/2006/relationships/slide" Target="/ppt/slides/slide44.xml" Id="R04e6c20968594f4b"/><Relationship Type="http://schemas.openxmlformats.org/officeDocument/2006/relationships/slide" Target="/ppt/slides/slide45.xml" Id="R6af5fb79c8b24995"/><Relationship Type="http://schemas.openxmlformats.org/officeDocument/2006/relationships/slide" Target="/ppt/slides/slide46.xml" Id="R700b2ce41aba4ca7"/><Relationship Type="http://schemas.openxmlformats.org/officeDocument/2006/relationships/slide" Target="/ppt/slides/slide47.xml" Id="R463099dac91948a3"/><Relationship Type="http://schemas.openxmlformats.org/officeDocument/2006/relationships/slide" Target="/ppt/slides/slide48.xml" Id="Rb493c4de306d4c44"/><Relationship Type="http://schemas.openxmlformats.org/officeDocument/2006/relationships/slide" Target="/ppt/slides/slide49.xml" Id="Rf0847a1712814b7d"/><Relationship Type="http://schemas.openxmlformats.org/officeDocument/2006/relationships/slide" Target="/ppt/slides/slide50.xml" Id="Rf1433732f0fc4093"/><Relationship Type="http://schemas.openxmlformats.org/officeDocument/2006/relationships/slide" Target="/ppt/slides/slide51.xml" Id="Rb9ed4e4524dc4dd7"/><Relationship Type="http://schemas.openxmlformats.org/officeDocument/2006/relationships/slide" Target="/ppt/slides/slide52.xml" Id="Re68740605ec246da"/><Relationship Type="http://schemas.openxmlformats.org/officeDocument/2006/relationships/slide" Target="/ppt/slides/slide53.xml" Id="R08550d391ffc4ee0"/><Relationship Type="http://schemas.openxmlformats.org/officeDocument/2006/relationships/slide" Target="/ppt/slides/slide54.xml" Id="R28b80b83301c477d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4f720649a647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73d442b3e64f48" /><Relationship Type="http://schemas.openxmlformats.org/officeDocument/2006/relationships/notesMaster" Target="/ppt/notesMasters/notesMaster1.xml" Id="R9c2c26f2f8364b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a7b0e056f64414" /><Relationship Type="http://schemas.openxmlformats.org/officeDocument/2006/relationships/notesMaster" Target="/ppt/notesMasters/notesMaster1.xml" Id="Rd3db93805b7640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5e67743e29466a" /><Relationship Type="http://schemas.openxmlformats.org/officeDocument/2006/relationships/notesMaster" Target="/ppt/notesMasters/notesMaster1.xml" Id="R4849e8afa9bb45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32556d0cbc4ce3" /><Relationship Type="http://schemas.openxmlformats.org/officeDocument/2006/relationships/notesMaster" Target="/ppt/notesMasters/notesMaster1.xml" Id="Rf85812cb4bd642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799c5f6f8c4868" /><Relationship Type="http://schemas.openxmlformats.org/officeDocument/2006/relationships/notesMaster" Target="/ppt/notesMasters/notesMaster1.xml" Id="Rbd4511a1c0cd4d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bd518b108d4593" /><Relationship Type="http://schemas.openxmlformats.org/officeDocument/2006/relationships/notesMaster" Target="/ppt/notesMasters/notesMaster1.xml" Id="Ra25ca10abd9e47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72f1138110462d" /><Relationship Type="http://schemas.openxmlformats.org/officeDocument/2006/relationships/notesMaster" Target="/ppt/notesMasters/notesMaster1.xml" Id="R1d31173c5b2948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2373e7e869c4490" /><Relationship Type="http://schemas.openxmlformats.org/officeDocument/2006/relationships/notesMaster" Target="/ppt/notesMasters/notesMaster1.xml" Id="Rb46634765dbf4a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78cc540c104068" /><Relationship Type="http://schemas.openxmlformats.org/officeDocument/2006/relationships/notesMaster" Target="/ppt/notesMasters/notesMaster1.xml" Id="R91df002a84154b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25b34b623f4435" /><Relationship Type="http://schemas.openxmlformats.org/officeDocument/2006/relationships/notesMaster" Target="/ppt/notesMasters/notesMaster1.xml" Id="R03e1e7b97d7049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52f0cba4814974" /><Relationship Type="http://schemas.openxmlformats.org/officeDocument/2006/relationships/notesMaster" Target="/ppt/notesMasters/notesMaster1.xml" Id="R162018db6aeb40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c33f79d8b34dda" /><Relationship Type="http://schemas.openxmlformats.org/officeDocument/2006/relationships/notesMaster" Target="/ppt/notesMasters/notesMaster1.xml" Id="Rdcbbe544e0dd48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81d187ad474fa9" /><Relationship Type="http://schemas.openxmlformats.org/officeDocument/2006/relationships/notesMaster" Target="/ppt/notesMasters/notesMaster1.xml" Id="Ra9b18f72dfd344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2857cea54147c4" /><Relationship Type="http://schemas.openxmlformats.org/officeDocument/2006/relationships/notesMaster" Target="/ppt/notesMasters/notesMaster1.xml" Id="Rb6bdfecc1b6a4b4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77a7c9ac3b48ba" /><Relationship Type="http://schemas.openxmlformats.org/officeDocument/2006/relationships/notesMaster" Target="/ppt/notesMasters/notesMaster1.xml" Id="R07f9b10ec74e495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90360a83514dec" /><Relationship Type="http://schemas.openxmlformats.org/officeDocument/2006/relationships/notesMaster" Target="/ppt/notesMasters/notesMaster1.xml" Id="R4aaefecbe2ca42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a1f4e1686f9485e" /><Relationship Type="http://schemas.openxmlformats.org/officeDocument/2006/relationships/notesMaster" Target="/ppt/notesMasters/notesMaster1.xml" Id="R10992df5af3443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905732990774b0a" /><Relationship Type="http://schemas.openxmlformats.org/officeDocument/2006/relationships/notesMaster" Target="/ppt/notesMasters/notesMaster1.xml" Id="R64c72bb96d5e4c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0453c634ab3475e" /><Relationship Type="http://schemas.openxmlformats.org/officeDocument/2006/relationships/notesMaster" Target="/ppt/notesMasters/notesMaster1.xml" Id="Rc38ff4647d8f495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9f88adf91944835" /><Relationship Type="http://schemas.openxmlformats.org/officeDocument/2006/relationships/notesMaster" Target="/ppt/notesMasters/notesMaster1.xml" Id="R213af1be873745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eb9fe1ed0854e76" /><Relationship Type="http://schemas.openxmlformats.org/officeDocument/2006/relationships/notesMaster" Target="/ppt/notesMasters/notesMaster1.xml" Id="Rfdb21db3d9f54bc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0ed18839244579" /><Relationship Type="http://schemas.openxmlformats.org/officeDocument/2006/relationships/notesMaster" Target="/ppt/notesMasters/notesMaster1.xml" Id="Rcc1e501f702f48a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2469775632648fc" /><Relationship Type="http://schemas.openxmlformats.org/officeDocument/2006/relationships/notesMaster" Target="/ppt/notesMasters/notesMaster1.xml" Id="Rd2c7b8b74f54441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7ba4c22a112440d" /><Relationship Type="http://schemas.openxmlformats.org/officeDocument/2006/relationships/notesMaster" Target="/ppt/notesMasters/notesMaster1.xml" Id="R79379b2afe854da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bdf6f619509411b" /><Relationship Type="http://schemas.openxmlformats.org/officeDocument/2006/relationships/notesMaster" Target="/ppt/notesMasters/notesMaster1.xml" Id="R1fa52d66e67f435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a813dc8e7a44b93" /><Relationship Type="http://schemas.openxmlformats.org/officeDocument/2006/relationships/notesMaster" Target="/ppt/notesMasters/notesMaster1.xml" Id="R3902e8b83be24e2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833375403604f8e" /><Relationship Type="http://schemas.openxmlformats.org/officeDocument/2006/relationships/notesMaster" Target="/ppt/notesMasters/notesMaster1.xml" Id="R225f8600012340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c97b725d6b4686" /><Relationship Type="http://schemas.openxmlformats.org/officeDocument/2006/relationships/notesMaster" Target="/ppt/notesMasters/notesMaster1.xml" Id="Re502338655434fd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e55799421114c02" /><Relationship Type="http://schemas.openxmlformats.org/officeDocument/2006/relationships/notesMaster" Target="/ppt/notesMasters/notesMaster1.xml" Id="R21faf315de9243f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63b8a21424848cc" /><Relationship Type="http://schemas.openxmlformats.org/officeDocument/2006/relationships/notesMaster" Target="/ppt/notesMasters/notesMaster1.xml" Id="R14e0c9d01a65490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f6f111f1cee4599" /><Relationship Type="http://schemas.openxmlformats.org/officeDocument/2006/relationships/notesMaster" Target="/ppt/notesMasters/notesMaster1.xml" Id="Rc4d146dc0968403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8c361f2d0074621" /><Relationship Type="http://schemas.openxmlformats.org/officeDocument/2006/relationships/notesMaster" Target="/ppt/notesMasters/notesMaster1.xml" Id="Rc08f93745fe8406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dd063315e544ad6" /><Relationship Type="http://schemas.openxmlformats.org/officeDocument/2006/relationships/notesMaster" Target="/ppt/notesMasters/notesMaster1.xml" Id="R4839d869bde5462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c0dffc0a43449d8" /><Relationship Type="http://schemas.openxmlformats.org/officeDocument/2006/relationships/notesMaster" Target="/ppt/notesMasters/notesMaster1.xml" Id="Rac04eeac94094ef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27f65ac487a4be2" /><Relationship Type="http://schemas.openxmlformats.org/officeDocument/2006/relationships/notesMaster" Target="/ppt/notesMasters/notesMaster1.xml" Id="R86719c99f22e417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fcfad1b9cb94bb0" /><Relationship Type="http://schemas.openxmlformats.org/officeDocument/2006/relationships/notesMaster" Target="/ppt/notesMasters/notesMaster1.xml" Id="R6f536b97cc8b4d6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bb93ed33bd14034" /><Relationship Type="http://schemas.openxmlformats.org/officeDocument/2006/relationships/notesMaster" Target="/ppt/notesMasters/notesMaster1.xml" Id="Rf03044f6806449f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560b99348c64702" /><Relationship Type="http://schemas.openxmlformats.org/officeDocument/2006/relationships/notesMaster" Target="/ppt/notesMasters/notesMaster1.xml" Id="R758d3152b65e4a5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0e644c09d024411" /><Relationship Type="http://schemas.openxmlformats.org/officeDocument/2006/relationships/notesMaster" Target="/ppt/notesMasters/notesMaster1.xml" Id="R6534900413404c6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445414ec69a4845" /><Relationship Type="http://schemas.openxmlformats.org/officeDocument/2006/relationships/notesMaster" Target="/ppt/notesMasters/notesMaster1.xml" Id="R923447c1f5d94ab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4ce6fb318644933" /><Relationship Type="http://schemas.openxmlformats.org/officeDocument/2006/relationships/notesMaster" Target="/ppt/notesMasters/notesMaster1.xml" Id="R0ea349951fb245c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e511f72b0f5460f" /><Relationship Type="http://schemas.openxmlformats.org/officeDocument/2006/relationships/notesMaster" Target="/ppt/notesMasters/notesMaster1.xml" Id="R7371640ffba343d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581c2393bd346a6" /><Relationship Type="http://schemas.openxmlformats.org/officeDocument/2006/relationships/notesMaster" Target="/ppt/notesMasters/notesMaster1.xml" Id="R39a7efb7222d4d9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9aede9db59f4a1c" /><Relationship Type="http://schemas.openxmlformats.org/officeDocument/2006/relationships/notesMaster" Target="/ppt/notesMasters/notesMaster1.xml" Id="R4b03c0ab3adb432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bb1883485ed4d0b" /><Relationship Type="http://schemas.openxmlformats.org/officeDocument/2006/relationships/notesMaster" Target="/ppt/notesMasters/notesMaster1.xml" Id="R6e503583813f433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e9b3c97bef948b2" /><Relationship Type="http://schemas.openxmlformats.org/officeDocument/2006/relationships/notesMaster" Target="/ppt/notesMasters/notesMaster1.xml" Id="Rbae5340da2da4eb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09ceab36c8c4210" /><Relationship Type="http://schemas.openxmlformats.org/officeDocument/2006/relationships/notesMaster" Target="/ppt/notesMasters/notesMaster1.xml" Id="Rc13e1735e4354ba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d41dd1602bb4676" /><Relationship Type="http://schemas.openxmlformats.org/officeDocument/2006/relationships/notesMaster" Target="/ppt/notesMasters/notesMaster1.xml" Id="Rc50f9bd5bca6412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0fbd69fcda3942fe" /><Relationship Type="http://schemas.openxmlformats.org/officeDocument/2006/relationships/notesMaster" Target="/ppt/notesMasters/notesMaster1.xml" Id="R7ca54aad21cb445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c3e5d8ad2a947e2" /><Relationship Type="http://schemas.openxmlformats.org/officeDocument/2006/relationships/notesMaster" Target="/ppt/notesMasters/notesMaster1.xml" Id="R770d14f9a2ee4df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75976ced49d4951" /><Relationship Type="http://schemas.openxmlformats.org/officeDocument/2006/relationships/notesMaster" Target="/ppt/notesMasters/notesMaster1.xml" Id="R26714e1af444408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056b49a15fc4614" /><Relationship Type="http://schemas.openxmlformats.org/officeDocument/2006/relationships/notesMaster" Target="/ppt/notesMasters/notesMaster1.xml" Id="R4cb0155a579c4da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002bb901c4c4c6a" /><Relationship Type="http://schemas.openxmlformats.org/officeDocument/2006/relationships/notesMaster" Target="/ppt/notesMasters/notesMaster1.xml" Id="Rc18a017cefc8439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6f46c1f24b64e96" /><Relationship Type="http://schemas.openxmlformats.org/officeDocument/2006/relationships/notesMaster" Target="/ppt/notesMasters/notesMaster1.xml" Id="R6d438a4afac74e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3c93e50aea441f8"/><Relationship Type="http://schemas.openxmlformats.org/officeDocument/2006/relationships/image" Target="/ppt/media/image.png" Id="Rdec40fddd1e246e0"/><Relationship Type="http://schemas.openxmlformats.org/officeDocument/2006/relationships/notesSlide" Target="/ppt/notesSlides/notesSlide1.xml" Id="Rb657ba781f70423b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316ba80f4ce42d5"/><Relationship Type="http://schemas.openxmlformats.org/officeDocument/2006/relationships/image" Target="/ppt/media/image2.png" Id="R518ef3f86ad44867"/><Relationship Type="http://schemas.openxmlformats.org/officeDocument/2006/relationships/notesSlide" Target="/ppt/notesSlides/notesSlide2.xml" Id="R1b039b7f7fcb4943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4bfab0fb718425d"/><Relationship Type="http://schemas.openxmlformats.org/officeDocument/2006/relationships/image" Target="/ppt/media/image3.png" Id="Ree0349fb8b024ce5"/><Relationship Type="http://schemas.openxmlformats.org/officeDocument/2006/relationships/notesSlide" Target="/ppt/notesSlides/notesSlide3.xml" Id="R2a9e00a1e01b40aa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fc1bb9297b4463e"/><Relationship Type="http://schemas.openxmlformats.org/officeDocument/2006/relationships/image" Target="/ppt/media/image4.png" Id="Rd6f2fb8df87f4532"/><Relationship Type="http://schemas.openxmlformats.org/officeDocument/2006/relationships/notesSlide" Target="/ppt/notesSlides/notesSlide4.xml" Id="Rbd6f38c5a93e415a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f230821345749d4"/><Relationship Type="http://schemas.openxmlformats.org/officeDocument/2006/relationships/image" Target="/ppt/media/image5.png" Id="R6234fe7e4aca4157"/><Relationship Type="http://schemas.openxmlformats.org/officeDocument/2006/relationships/notesSlide" Target="/ppt/notesSlides/notesSlide5.xml" Id="R9117bc71ba014b19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14df0ab9e194d16"/><Relationship Type="http://schemas.openxmlformats.org/officeDocument/2006/relationships/image" Target="/ppt/media/image6.png" Id="R6675ee6493c24f8f"/><Relationship Type="http://schemas.openxmlformats.org/officeDocument/2006/relationships/notesSlide" Target="/ppt/notesSlides/notesSlide6.xml" Id="R319e6aaaa5994776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ed1f0e0c5254a69"/><Relationship Type="http://schemas.openxmlformats.org/officeDocument/2006/relationships/image" Target="/ppt/media/image7.png" Id="R8dfce445392d40bb"/><Relationship Type="http://schemas.openxmlformats.org/officeDocument/2006/relationships/notesSlide" Target="/ppt/notesSlides/notesSlide7.xml" Id="R5056b5c5800d4c6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05f59771e8b4385"/><Relationship Type="http://schemas.openxmlformats.org/officeDocument/2006/relationships/image" Target="/ppt/media/image8.png" Id="Rd01ae693cf324ad4"/><Relationship Type="http://schemas.openxmlformats.org/officeDocument/2006/relationships/notesSlide" Target="/ppt/notesSlides/notesSlide8.xml" Id="Rd9bd2cbab99e4e2f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1aa1939766a4e6d"/><Relationship Type="http://schemas.openxmlformats.org/officeDocument/2006/relationships/image" Target="/ppt/media/image9.png" Id="R559ca442613440a7"/><Relationship Type="http://schemas.openxmlformats.org/officeDocument/2006/relationships/notesSlide" Target="/ppt/notesSlides/notesSlide9.xml" Id="R709b1250401e48df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ab6ad45b926400b"/><Relationship Type="http://schemas.openxmlformats.org/officeDocument/2006/relationships/image" Target="/ppt/media/image10.png" Id="R1bddf2629d4342c3"/><Relationship Type="http://schemas.openxmlformats.org/officeDocument/2006/relationships/notesSlide" Target="/ppt/notesSlides/notesSlide10.xml" Id="Rf75c551571d94f2b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cc631e534c64e01"/><Relationship Type="http://schemas.openxmlformats.org/officeDocument/2006/relationships/image" Target="/ppt/media/image11.png" Id="R3b2d459818614eb9"/><Relationship Type="http://schemas.openxmlformats.org/officeDocument/2006/relationships/notesSlide" Target="/ppt/notesSlides/notesSlide11.xml" Id="Rd66968befaaa4d1f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e8d2f635de24a6b"/><Relationship Type="http://schemas.openxmlformats.org/officeDocument/2006/relationships/image" Target="/ppt/media/image12.png" Id="R7214bdae60444576"/><Relationship Type="http://schemas.openxmlformats.org/officeDocument/2006/relationships/notesSlide" Target="/ppt/notesSlides/notesSlide12.xml" Id="R49649e62664a4d49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44696b4c46a4a28"/><Relationship Type="http://schemas.openxmlformats.org/officeDocument/2006/relationships/image" Target="/ppt/media/image13.png" Id="R72c4f618444a438c"/><Relationship Type="http://schemas.openxmlformats.org/officeDocument/2006/relationships/notesSlide" Target="/ppt/notesSlides/notesSlide13.xml" Id="R04dcf9c44c8f4f98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b865c35ac0f471c"/><Relationship Type="http://schemas.openxmlformats.org/officeDocument/2006/relationships/image" Target="/ppt/media/image14.png" Id="R1d4b85806d0f426e"/><Relationship Type="http://schemas.openxmlformats.org/officeDocument/2006/relationships/notesSlide" Target="/ppt/notesSlides/notesSlide14.xml" Id="R62469c2cb681488b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f20e5801b834be6"/><Relationship Type="http://schemas.openxmlformats.org/officeDocument/2006/relationships/image" Target="/ppt/media/image15.png" Id="Rcec68b5eeaee426b"/><Relationship Type="http://schemas.openxmlformats.org/officeDocument/2006/relationships/notesSlide" Target="/ppt/notesSlides/notesSlide15.xml" Id="Ree19359fd04e4114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b9eab1749034b37"/><Relationship Type="http://schemas.openxmlformats.org/officeDocument/2006/relationships/image" Target="/ppt/media/image16.png" Id="R852326e08c9e4291"/><Relationship Type="http://schemas.openxmlformats.org/officeDocument/2006/relationships/notesSlide" Target="/ppt/notesSlides/notesSlide16.xml" Id="R40cb1876fe10472c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45dc468ba9e4ed1"/><Relationship Type="http://schemas.openxmlformats.org/officeDocument/2006/relationships/image" Target="/ppt/media/image17.png" Id="R8ddb29e6320e4a8b"/><Relationship Type="http://schemas.openxmlformats.org/officeDocument/2006/relationships/notesSlide" Target="/ppt/notesSlides/notesSlide17.xml" Id="Rad2f2f16832842ee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ea9301d90b44ead"/><Relationship Type="http://schemas.openxmlformats.org/officeDocument/2006/relationships/image" Target="/ppt/media/image18.png" Id="R148675cc8ce645dd"/><Relationship Type="http://schemas.openxmlformats.org/officeDocument/2006/relationships/notesSlide" Target="/ppt/notesSlides/notesSlide18.xml" Id="R684d3532223644c2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b9eb69a7a804571"/><Relationship Type="http://schemas.openxmlformats.org/officeDocument/2006/relationships/image" Target="/ppt/media/image19.png" Id="R7fe582558dda40b5"/><Relationship Type="http://schemas.openxmlformats.org/officeDocument/2006/relationships/notesSlide" Target="/ppt/notesSlides/notesSlide19.xml" Id="Re4978a6155b74665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32cdef1c3254ac2"/><Relationship Type="http://schemas.openxmlformats.org/officeDocument/2006/relationships/image" Target="/ppt/media/image20.png" Id="R807cac8e7b024712"/><Relationship Type="http://schemas.openxmlformats.org/officeDocument/2006/relationships/notesSlide" Target="/ppt/notesSlides/notesSlide20.xml" Id="Rd65e187d21154f23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cacbe2630cf43c8"/><Relationship Type="http://schemas.openxmlformats.org/officeDocument/2006/relationships/image" Target="/ppt/media/image21.png" Id="Rb38b04de96b5480a"/><Relationship Type="http://schemas.openxmlformats.org/officeDocument/2006/relationships/notesSlide" Target="/ppt/notesSlides/notesSlide21.xml" Id="R5880f56304a64ecd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a0994b7c13241e2"/><Relationship Type="http://schemas.openxmlformats.org/officeDocument/2006/relationships/image" Target="/ppt/media/image22.png" Id="Reef837bcf5a847ec"/><Relationship Type="http://schemas.openxmlformats.org/officeDocument/2006/relationships/notesSlide" Target="/ppt/notesSlides/notesSlide22.xml" Id="R6aa19511488843ff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ac5f1ec59ec44d6"/><Relationship Type="http://schemas.openxmlformats.org/officeDocument/2006/relationships/image" Target="/ppt/media/image23.png" Id="R2e744e2efa994805"/><Relationship Type="http://schemas.openxmlformats.org/officeDocument/2006/relationships/notesSlide" Target="/ppt/notesSlides/notesSlide23.xml" Id="Rcc6c92be28ab43b7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0ba81fc7b78460e"/><Relationship Type="http://schemas.openxmlformats.org/officeDocument/2006/relationships/image" Target="/ppt/media/image24.png" Id="R18dfaec7c16e4485"/><Relationship Type="http://schemas.openxmlformats.org/officeDocument/2006/relationships/notesSlide" Target="/ppt/notesSlides/notesSlide24.xml" Id="Rc2beae68b04b41e5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5c4537226fa4cd1"/><Relationship Type="http://schemas.openxmlformats.org/officeDocument/2006/relationships/image" Target="/ppt/media/image25.png" Id="R52fda23b70a24d2c"/><Relationship Type="http://schemas.openxmlformats.org/officeDocument/2006/relationships/notesSlide" Target="/ppt/notesSlides/notesSlide25.xml" Id="R41439597b3db4562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c357f67f98442c0"/><Relationship Type="http://schemas.openxmlformats.org/officeDocument/2006/relationships/image" Target="/ppt/media/image26.png" Id="R3a7e87271f114255"/><Relationship Type="http://schemas.openxmlformats.org/officeDocument/2006/relationships/notesSlide" Target="/ppt/notesSlides/notesSlide26.xml" Id="R51a0918f64024a9b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25f7029c5e64128"/><Relationship Type="http://schemas.openxmlformats.org/officeDocument/2006/relationships/image" Target="/ppt/media/image27.png" Id="R20a43cbd5a3b4afb"/><Relationship Type="http://schemas.openxmlformats.org/officeDocument/2006/relationships/notesSlide" Target="/ppt/notesSlides/notesSlide27.xml" Id="R12418823e17f4f4f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0ecc503217642e3"/><Relationship Type="http://schemas.openxmlformats.org/officeDocument/2006/relationships/image" Target="/ppt/media/image28.png" Id="Rd91b5ff505274b20"/><Relationship Type="http://schemas.openxmlformats.org/officeDocument/2006/relationships/notesSlide" Target="/ppt/notesSlides/notesSlide28.xml" Id="Rf8dc90cabbde4826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69aa55311f74ee4"/><Relationship Type="http://schemas.openxmlformats.org/officeDocument/2006/relationships/image" Target="/ppt/media/image29.png" Id="R9ba388dbdc874bdd"/><Relationship Type="http://schemas.openxmlformats.org/officeDocument/2006/relationships/notesSlide" Target="/ppt/notesSlides/notesSlide29.xml" Id="Rbee2dfbf509b44c0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7d97afcc052431d"/><Relationship Type="http://schemas.openxmlformats.org/officeDocument/2006/relationships/image" Target="/ppt/media/image30.png" Id="R036e0f0e83ae4c4a"/><Relationship Type="http://schemas.openxmlformats.org/officeDocument/2006/relationships/notesSlide" Target="/ppt/notesSlides/notesSlide30.xml" Id="Re1053e98b103472a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d11a751811d4d6f"/><Relationship Type="http://schemas.openxmlformats.org/officeDocument/2006/relationships/image" Target="/ppt/media/image31.png" Id="R3f5012e2b7cf4f35"/><Relationship Type="http://schemas.openxmlformats.org/officeDocument/2006/relationships/notesSlide" Target="/ppt/notesSlides/notesSlide31.xml" Id="R43a92e91ca4446ac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bbc29f2be85418e"/><Relationship Type="http://schemas.openxmlformats.org/officeDocument/2006/relationships/image" Target="/ppt/media/image32.png" Id="R5fed7100c5344778"/><Relationship Type="http://schemas.openxmlformats.org/officeDocument/2006/relationships/notesSlide" Target="/ppt/notesSlides/notesSlide32.xml" Id="Rd84ebab3437c4df4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9fc7999a64044db"/><Relationship Type="http://schemas.openxmlformats.org/officeDocument/2006/relationships/image" Target="/ppt/media/image33.png" Id="R1bf9d73908f84bfe"/><Relationship Type="http://schemas.openxmlformats.org/officeDocument/2006/relationships/notesSlide" Target="/ppt/notesSlides/notesSlide33.xml" Id="Rdb1d91d02eb94010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b1635a101134dfd"/><Relationship Type="http://schemas.openxmlformats.org/officeDocument/2006/relationships/image" Target="/ppt/media/image34.png" Id="Rd613d49d8f5b4cc9"/><Relationship Type="http://schemas.openxmlformats.org/officeDocument/2006/relationships/notesSlide" Target="/ppt/notesSlides/notesSlide34.xml" Id="R6b67c1057c3a40b1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b63ed00dbcd4436"/><Relationship Type="http://schemas.openxmlformats.org/officeDocument/2006/relationships/image" Target="/ppt/media/image35.png" Id="Redaca1750032469c"/><Relationship Type="http://schemas.openxmlformats.org/officeDocument/2006/relationships/notesSlide" Target="/ppt/notesSlides/notesSlide35.xml" Id="Rd0fd3cdbbeb24c5e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91252eb5fe349a6"/><Relationship Type="http://schemas.openxmlformats.org/officeDocument/2006/relationships/image" Target="/ppt/media/image36.png" Id="R76be454535604224"/><Relationship Type="http://schemas.openxmlformats.org/officeDocument/2006/relationships/notesSlide" Target="/ppt/notesSlides/notesSlide36.xml" Id="R92bdbeaffefe4744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0b68cd1cd2b41fe"/><Relationship Type="http://schemas.openxmlformats.org/officeDocument/2006/relationships/image" Target="/ppt/media/image37.png" Id="R9d1f2688fd7844ee"/><Relationship Type="http://schemas.openxmlformats.org/officeDocument/2006/relationships/notesSlide" Target="/ppt/notesSlides/notesSlide37.xml" Id="R2073e610e32047b1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1331a016e2249c3"/><Relationship Type="http://schemas.openxmlformats.org/officeDocument/2006/relationships/image" Target="/ppt/media/image38.png" Id="Raf318814c7bf4161"/><Relationship Type="http://schemas.openxmlformats.org/officeDocument/2006/relationships/notesSlide" Target="/ppt/notesSlides/notesSlide38.xml" Id="R4d706278a0654bab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e7c95a0172a43ab"/><Relationship Type="http://schemas.openxmlformats.org/officeDocument/2006/relationships/image" Target="/ppt/media/image39.png" Id="R56fce66f7bfb4cb2"/><Relationship Type="http://schemas.openxmlformats.org/officeDocument/2006/relationships/notesSlide" Target="/ppt/notesSlides/notesSlide39.xml" Id="R8a25cbd589cd4fee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60edfe73c894d19"/><Relationship Type="http://schemas.openxmlformats.org/officeDocument/2006/relationships/image" Target="/ppt/media/image40.png" Id="R78773d48ce054b16"/><Relationship Type="http://schemas.openxmlformats.org/officeDocument/2006/relationships/notesSlide" Target="/ppt/notesSlides/notesSlide40.xml" Id="R19a47b80bb6242f5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6c4462b06d9467e"/><Relationship Type="http://schemas.openxmlformats.org/officeDocument/2006/relationships/image" Target="/ppt/media/image41.png" Id="R41ddfae4af8f4dd4"/><Relationship Type="http://schemas.openxmlformats.org/officeDocument/2006/relationships/notesSlide" Target="/ppt/notesSlides/notesSlide41.xml" Id="Rf85e774372164f6d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b8a1b8b81f14716"/><Relationship Type="http://schemas.openxmlformats.org/officeDocument/2006/relationships/image" Target="/ppt/media/image42.png" Id="Rce0c3e48681e440f"/><Relationship Type="http://schemas.openxmlformats.org/officeDocument/2006/relationships/notesSlide" Target="/ppt/notesSlides/notesSlide42.xml" Id="R61727635b95d4072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4fa770e689c4e01"/><Relationship Type="http://schemas.openxmlformats.org/officeDocument/2006/relationships/image" Target="/ppt/media/image43.png" Id="R4c71792efe8945f5"/><Relationship Type="http://schemas.openxmlformats.org/officeDocument/2006/relationships/notesSlide" Target="/ppt/notesSlides/notesSlide43.xml" Id="Rb8bf293fa66542fb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ab1498caae3483c"/><Relationship Type="http://schemas.openxmlformats.org/officeDocument/2006/relationships/image" Target="/ppt/media/image44.png" Id="R2cb7cf6b478b445c"/><Relationship Type="http://schemas.openxmlformats.org/officeDocument/2006/relationships/notesSlide" Target="/ppt/notesSlides/notesSlide44.xml" Id="Ref940613c7ff4af1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ca8c5c8726b4d01"/><Relationship Type="http://schemas.openxmlformats.org/officeDocument/2006/relationships/image" Target="/ppt/media/image45.png" Id="Rb79a4a9148ad4fb4"/><Relationship Type="http://schemas.openxmlformats.org/officeDocument/2006/relationships/notesSlide" Target="/ppt/notesSlides/notesSlide45.xml" Id="R08eb9297225f4539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e6f98d792474c3c"/><Relationship Type="http://schemas.openxmlformats.org/officeDocument/2006/relationships/image" Target="/ppt/media/image46.png" Id="R7703e94d5e3840c7"/><Relationship Type="http://schemas.openxmlformats.org/officeDocument/2006/relationships/notesSlide" Target="/ppt/notesSlides/notesSlide46.xml" Id="R9e7fccaa19db4106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42ed92631da4a61"/><Relationship Type="http://schemas.openxmlformats.org/officeDocument/2006/relationships/image" Target="/ppt/media/image47.png" Id="R7791cb69be074d51"/><Relationship Type="http://schemas.openxmlformats.org/officeDocument/2006/relationships/notesSlide" Target="/ppt/notesSlides/notesSlide47.xml" Id="R533de1c727a14a8f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6aefdc5c1774c85"/><Relationship Type="http://schemas.openxmlformats.org/officeDocument/2006/relationships/image" Target="/ppt/media/image48.png" Id="R9f6eb7dceab84c36"/><Relationship Type="http://schemas.openxmlformats.org/officeDocument/2006/relationships/notesSlide" Target="/ppt/notesSlides/notesSlide48.xml" Id="Rd889563aff794c6b"/></Relationships>
</file>

<file path=ppt/slides/_rels/slide4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b6a602a915041ee"/><Relationship Type="http://schemas.openxmlformats.org/officeDocument/2006/relationships/image" Target="/ppt/media/image49.png" Id="R19b4dd5579bf415c"/><Relationship Type="http://schemas.openxmlformats.org/officeDocument/2006/relationships/notesSlide" Target="/ppt/notesSlides/notesSlide49.xml" Id="Rba9691d047c045d8"/></Relationships>
</file>

<file path=ppt/slides/_rels/slide5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d74db2aa2994512"/><Relationship Type="http://schemas.openxmlformats.org/officeDocument/2006/relationships/image" Target="/ppt/media/image50.png" Id="Ra2b3d475373941cf"/><Relationship Type="http://schemas.openxmlformats.org/officeDocument/2006/relationships/notesSlide" Target="/ppt/notesSlides/notesSlide50.xml" Id="Rbbae67a68a52424d"/></Relationships>
</file>

<file path=ppt/slides/_rels/slide5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952dabe922a4d4c"/><Relationship Type="http://schemas.openxmlformats.org/officeDocument/2006/relationships/image" Target="/ppt/media/image51.png" Id="Re74e9db714e142fb"/><Relationship Type="http://schemas.openxmlformats.org/officeDocument/2006/relationships/notesSlide" Target="/ppt/notesSlides/notesSlide51.xml" Id="Raf64017230db40b2"/></Relationships>
</file>

<file path=ppt/slides/_rels/slide5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86d9b6bfca34de7"/><Relationship Type="http://schemas.openxmlformats.org/officeDocument/2006/relationships/image" Target="/ppt/media/image52.png" Id="R998cc8d1d9e84856"/><Relationship Type="http://schemas.openxmlformats.org/officeDocument/2006/relationships/notesSlide" Target="/ppt/notesSlides/notesSlide52.xml" Id="R65564fd11f304ddc"/></Relationships>
</file>

<file path=ppt/slides/_rels/slide5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ad8ea3f1f36485b"/><Relationship Type="http://schemas.openxmlformats.org/officeDocument/2006/relationships/image" Target="/ppt/media/image53.png" Id="Rc7771c72fcdc41f6"/><Relationship Type="http://schemas.openxmlformats.org/officeDocument/2006/relationships/notesSlide" Target="/ppt/notesSlides/notesSlide53.xml" Id="Rac51495c3b1c46e6"/></Relationships>
</file>

<file path=ppt/slides/_rels/slide5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38effc5eb974c5a"/><Relationship Type="http://schemas.openxmlformats.org/officeDocument/2006/relationships/image" Target="/ppt/media/image54.png" Id="R7b82888b50274767"/><Relationship Type="http://schemas.openxmlformats.org/officeDocument/2006/relationships/notesSlide" Target="/ppt/notesSlides/notesSlide54.xml" Id="R2f047427c2834475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&amp;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A9D97-9835-48DD-AEBB-4872AAF5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3827" y="2095500"/>
            <a:ext cx="19851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57612-328D-4644-97DB-6A2CAEA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073" y="2623571"/>
            <a:ext cx="5667853" cy="457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B81D8-0855-46C6-A47A-035DDFC5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6676" y="3033038"/>
            <a:ext cx="1578929" cy="4601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6, 2017</a:t>
            </a:r>
          </a:p>
        </p:txBody>
      </p:sp>
    </p:spTree>
    <p:extLst>
      <p:ext uri="{BB962C8B-B14F-4D97-AF65-F5344CB8AC3E}">
        <p14:creationId xmlns:p14="http://schemas.microsoft.com/office/powerpoint/2010/main" val="827805135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CED9E-CFF6-4E82-9CC6-56C88BFF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075" y="2095500"/>
            <a:ext cx="7327306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few exceptions, astronomers can only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1359D-C712-4EFB-955C-341506BD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35" y="2551506"/>
            <a:ext cx="5776095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learn about the Universe by using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3FFB2-E888-4AAF-82F5-39C77919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35" y="3007534"/>
            <a:ext cx="1947189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DD4F67-85BC-4CE1-BC20-2313A77B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0959" y="3007534"/>
            <a:ext cx="167340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look at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3CF0F-9902-4417-B5B2-A94610E1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212" y="3007534"/>
            <a:ext cx="832968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0F8CF-E2D1-45E1-969F-8195C3FF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0617" y="3007534"/>
            <a:ext cx="2114632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distant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AFD0A-47A5-4A45-89D1-650FD726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40" y="3459812"/>
            <a:ext cx="1547522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7A8B7-CFFE-405C-AC01-405E1390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080" y="4008487"/>
            <a:ext cx="7497845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not do experiments on the Universe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7F270-6CA8-422A-9CD2-D25E63D7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40" y="4460856"/>
            <a:ext cx="4509997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(or even small parts of it). 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D7C48-E9C8-4CD6-914D-C36BF42A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687" y="5554458"/>
            <a:ext cx="1626064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must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EF7C46-C296-4376-85C3-5BAB70FA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681" y="5554458"/>
            <a:ext cx="1484028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2C59F-DAF7-4FC7-BAD9-FBCCCE9E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2342" y="5554458"/>
            <a:ext cx="2472785" cy="605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 Universe. </a:t>
            </a:r>
          </a:p>
        </p:txBody>
      </p:sp>
    </p:spTree>
    <p:extLst>
      <p:ext uri="{BB962C8B-B14F-4D97-AF65-F5344CB8AC3E}">
        <p14:creationId xmlns:p14="http://schemas.microsoft.com/office/powerpoint/2010/main" val="84230202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is a wave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349fb8b024ce5"/>
          <ns0:srcRect xmlns:ns0="http://schemas.openxmlformats.org/drawingml/2006/main" l="7143" r="7864" t="25210" b="21289"/>
          <a:stretch xmlns:a="http://schemas.openxmlformats.org/drawingml/2006/main"/>
        </p:blipFill>
        <p:spPr>
          <a:xfrm xmlns:a="http://schemas.openxmlformats.org/drawingml/2006/main">
            <a:off x="1918520" y="2095500"/>
            <a:ext cx="835496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64546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is a particle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f2fb8df87f4532"/>
          <ns0:srcRect xmlns:ns0="http://schemas.openxmlformats.org/drawingml/2006/main" l="13781" r="13781" t="31092" b="28198"/>
          <a:stretch xmlns:a="http://schemas.openxmlformats.org/drawingml/2006/main"/>
        </p:blipFill>
        <p:spPr>
          <a:xfrm xmlns:a="http://schemas.openxmlformats.org/drawingml/2006/main">
            <a:off x="3143280" y="2488483"/>
            <a:ext cx="6010028" cy="260993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47A5D-B771-4771-8F52-331B7D86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8364" y="2095500"/>
            <a:ext cx="141421" cy="502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64BE0-46C4-4FF1-8397-C4ADDB18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9538" y="2096109"/>
            <a:ext cx="5931627" cy="501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1905, Einstein discovered that light had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28E84-A711-4DF3-923E-8771C6EB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9538" y="2434216"/>
            <a:ext cx="2502281" cy="502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discrete energies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1C81E-648E-48C7-BF92-4D018118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608" y="2434510"/>
            <a:ext cx="2848454" cy="502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light can appear as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86361-4FC5-4E52-BFBD-A7B7A83B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9539" y="2769489"/>
            <a:ext cx="2188444" cy="502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particles called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3CE9A-D447-49E2-B6F5-2174CFF5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6412" y="2769489"/>
            <a:ext cx="1146481" cy="502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FDF88-86E1-47B4-85A3-71DB6592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0634" y="2769489"/>
            <a:ext cx="118794" cy="502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FE328-E4F2-480B-B51D-2481B019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424" y="5245191"/>
            <a:ext cx="2448602" cy="502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called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65C43-085E-48D0-BCFB-8A027181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43" y="5245385"/>
            <a:ext cx="2656798" cy="502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photoelectric 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A512FC-C534-4231-848B-15B61499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9322" y="5245157"/>
            <a:ext cx="118794" cy="5028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5C165B-7B09-4276-87DD-2FDD893A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927" y="5658135"/>
            <a:ext cx="6847710" cy="501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how light sensors for doors, toilets, etc. work.</a:t>
            </a:r>
          </a:p>
        </p:txBody>
      </p:sp>
    </p:spTree>
    <p:extLst>
      <p:ext uri="{BB962C8B-B14F-4D97-AF65-F5344CB8AC3E}">
        <p14:creationId xmlns:p14="http://schemas.microsoft.com/office/powerpoint/2010/main" val="241236380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as photons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4fe7e4aca4157"/>
          <ns0:srcRect xmlns:ns0="http://schemas.openxmlformats.org/drawingml/2006/main" l="44372" r="49351" t="60878" b="38002"/>
          <a:stretch xmlns:a="http://schemas.openxmlformats.org/drawingml/2006/main"/>
        </p:blipFill>
        <p:spPr>
          <a:xfrm xmlns:a="http://schemas.openxmlformats.org/drawingml/2006/main">
            <a:off x="5565794" y="4442049"/>
            <a:ext cx="530743" cy="7320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9F602-DBBD-4106-8CF3-897746B3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7123" y="2095500"/>
            <a:ext cx="671109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6B2C6-D07A-487C-A0A3-B2DF2007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139" y="2095500"/>
            <a:ext cx="1097138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9AB83-A870-466F-8990-E62EECF0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51" y="2095500"/>
            <a:ext cx="652210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a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293CD-4B42-42CE-A1EB-F713D865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8841" y="2095500"/>
            <a:ext cx="1008704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FCAB0-116C-428E-88AB-9C535D4A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517" y="2095710"/>
            <a:ext cx="3099242" cy="5120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is proportional to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7297B-195A-43D3-9269-DFF45885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351" y="2440689"/>
            <a:ext cx="1435098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frequency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1E6312-8BB4-4FC4-8CE0-DE35A018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422" y="2441063"/>
            <a:ext cx="1852885" cy="511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of the light.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DC499-EAD8-4F4A-8539-85112114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4982" y="3282389"/>
            <a:ext cx="5613536" cy="509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frequency means higher energy.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8149A-A7AF-4769-A7FE-9D841B8C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5516" y="4120632"/>
            <a:ext cx="3080938" cy="512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energy of light is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6C007-8D84-4FF3-BC1D-694B769F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3516" y="4120389"/>
            <a:ext cx="528006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4303A7-9CCA-4117-A6BC-E91690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494" y="4120389"/>
            <a:ext cx="1539223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related to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16C22-6C67-4BFA-8999-112A3001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674" y="4120389"/>
            <a:ext cx="1290460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intensity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05D53-43E1-4FE5-9365-E0948772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3236" y="4120389"/>
            <a:ext cx="813248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(how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FCD09A-5A80-46A3-A4C7-322060CC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9397" y="4465564"/>
            <a:ext cx="1590745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 it is).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11A1F-0633-4FE4-BC73-B49D0C77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062" y="5305614"/>
            <a:ext cx="3454208" cy="512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intensities mean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A5749B-6C62-4DA2-B824-ED4D6240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1771" y="5305353"/>
            <a:ext cx="899843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62948B-EDC8-47B5-A617-319594A8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563" y="5305353"/>
            <a:ext cx="2142706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mean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F064C-7017-4431-97F0-5ABDC569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616" y="5647059"/>
            <a:ext cx="1876626" cy="512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brighter light.</a:t>
            </a:r>
          </a:p>
        </p:txBody>
      </p:sp>
    </p:spTree>
    <p:extLst>
      <p:ext uri="{BB962C8B-B14F-4D97-AF65-F5344CB8AC3E}">
        <p14:creationId xmlns:p14="http://schemas.microsoft.com/office/powerpoint/2010/main" val="461951905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Electromagnetic Spectrum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5ee6493c24f8f"/>
          <ns0:srcRect xmlns:ns0="http://schemas.openxmlformats.org/drawingml/2006/main" l="11616" r="11472" t="20728" b="2801"/>
          <a:stretch xmlns:a="http://schemas.openxmlformats.org/drawingml/2006/main"/>
        </p:blipFill>
        <p:spPr>
          <a:xfrm xmlns:a="http://schemas.openxmlformats.org/drawingml/2006/main">
            <a:off x="3451175" y="2095500"/>
            <a:ext cx="5289651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82458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Electromagnetic Spectrum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ce445392d40bb"/>
          <ns0:srcRect xmlns:ns0="http://schemas.openxmlformats.org/drawingml/2006/main" l="2237" r="2670" t="23810" b="27544"/>
          <a:stretch xmlns:a="http://schemas.openxmlformats.org/drawingml/2006/main"/>
        </p:blipFill>
        <p:spPr>
          <a:xfrm xmlns:a="http://schemas.openxmlformats.org/drawingml/2006/main">
            <a:off x="2593353" y="2095500"/>
            <a:ext cx="7005294" cy="276916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11B6E-1B49-4681-BEA9-D38F438E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5067" y="5652186"/>
            <a:ext cx="4341184" cy="271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34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34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Lower Frequency = Longer Wavelength = Low Energy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10C86-9C79-44DA-84AC-3AE77418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233" y="5887012"/>
            <a:ext cx="4513725" cy="272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34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Higher Frequency = Shorter Wavelength = High Energy </a:t>
            </a:r>
          </a:p>
        </p:txBody>
      </p:sp>
    </p:spTree>
    <p:extLst>
      <p:ext uri="{BB962C8B-B14F-4D97-AF65-F5344CB8AC3E}">
        <p14:creationId xmlns:p14="http://schemas.microsoft.com/office/powerpoint/2010/main" val="717233459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world looks different at different wavelengths of light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913F6-F46D-4935-9DC4-F6FF7C9C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241" y="2095500"/>
            <a:ext cx="580151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infrared light...otherwise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BC779-3CA2-4664-B127-87423D81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338" y="2553872"/>
            <a:ext cx="1739573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AFEE7-8369-4F5B-941E-0AF8A43B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918" y="2553872"/>
            <a:ext cx="808502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91557-D71F-4FE8-8AE1-51057C9B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928" y="2553872"/>
            <a:ext cx="132697" cy="60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0727017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ca442613440a7"/>
          <ns0:srcRect xmlns:ns0="http://schemas.openxmlformats.org/drawingml/2006/main" l="8586" r="9307" t="20355" b="7750"/>
          <a:stretch xmlns:a="http://schemas.openxmlformats.org/drawingml/2006/main"/>
        </p:blipFill>
        <p:spPr>
          <a:xfrm xmlns:a="http://schemas.openxmlformats.org/drawingml/2006/main">
            <a:off x="3523956" y="2678878"/>
            <a:ext cx="5144088" cy="3480622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6E6B3-1A84-40F9-A715-5D38B58D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729" y="2095500"/>
            <a:ext cx="2867197" cy="271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3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an astronomy class seen 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F630-4445-4361-965A-2188CEB8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8169" y="2452856"/>
            <a:ext cx="2106952" cy="2826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infrared and visible light.</a:t>
            </a:r>
          </a:p>
        </p:txBody>
      </p:sp>
    </p:spTree>
    <p:extLst>
      <p:ext uri="{BB962C8B-B14F-4D97-AF65-F5344CB8AC3E}">
        <p14:creationId xmlns:p14="http://schemas.microsoft.com/office/powerpoint/2010/main" val="389311637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df2629d4342c3"/>
          <ns0:srcRect xmlns:ns0="http://schemas.openxmlformats.org/drawingml/2006/main" l="1299" r="2670" t="25117" b="13072"/>
          <a:stretch xmlns:a="http://schemas.openxmlformats.org/drawingml/2006/main"/>
        </p:blipFill>
        <p:spPr>
          <a:xfrm xmlns:a="http://schemas.openxmlformats.org/drawingml/2006/main">
            <a:off x="2796732" y="2877583"/>
            <a:ext cx="6598536" cy="328191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CD98B1-723B-4A8D-8352-EAD6C1A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2327" y="2095500"/>
            <a:ext cx="6173947" cy="356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Orion as Seen in Different Wavelengths of Light!</a:t>
            </a:r>
          </a:p>
        </p:txBody>
      </p:sp>
    </p:spTree>
    <p:extLst>
      <p:ext uri="{BB962C8B-B14F-4D97-AF65-F5344CB8AC3E}">
        <p14:creationId xmlns:p14="http://schemas.microsoft.com/office/powerpoint/2010/main" val="516364029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FE50B-5F57-4749-961C-3AF876B7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123" y="2095500"/>
            <a:ext cx="30877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 Questions</a:t>
            </a:r>
          </a:p>
        </p:txBody>
      </p:sp>
    </p:spTree>
    <p:extLst>
      <p:ext uri="{BB962C8B-B14F-4D97-AF65-F5344CB8AC3E}">
        <p14:creationId xmlns:p14="http://schemas.microsoft.com/office/powerpoint/2010/main" val="2071964900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Question 1: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E9EC1-4F7D-4A23-A5A8-6D8BC078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51" y="2095500"/>
            <a:ext cx="643148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shorter wavelength has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6F11B-A36F-451D-BF44-5EBC7A2E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33" y="2556923"/>
            <a:ext cx="3161585" cy="606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______ frequency.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270E0-3B7A-41DC-8F40-B11BA2F7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164" y="3653140"/>
            <a:ext cx="3947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38CF9-53D2-47F1-AF9D-741DA142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605" y="3653140"/>
            <a:ext cx="109260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27A3C-4F3E-4B26-AC94-A6549630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51" y="4205927"/>
            <a:ext cx="3945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E83E0-12B6-494C-9820-3AC35993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605" y="4205927"/>
            <a:ext cx="945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</a:t>
            </a:r>
          </a:p>
        </p:txBody>
      </p:sp>
    </p:spTree>
    <p:extLst>
      <p:ext uri="{BB962C8B-B14F-4D97-AF65-F5344CB8AC3E}">
        <p14:creationId xmlns:p14="http://schemas.microsoft.com/office/powerpoint/2010/main" val="2102900784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Question 2: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BF9E4-8C12-4FE2-ADB8-F371486B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2861" y="2095500"/>
            <a:ext cx="742646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higher frequency has a ______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562F6-9A22-4590-A296-FD960307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030" y="2559836"/>
            <a:ext cx="1276211" cy="6014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6F9DC-5E85-4605-B877-78345B0B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2675" y="3653140"/>
            <a:ext cx="3947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8A607-5020-43A5-AE0E-F34995B6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115" y="3653140"/>
            <a:ext cx="109260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A8026-D27B-45BF-BF13-C0BBA720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2861" y="4205927"/>
            <a:ext cx="3945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1C172-5833-488B-90E9-7194C4C3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115" y="4205927"/>
            <a:ext cx="945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</a:t>
            </a:r>
          </a:p>
        </p:txBody>
      </p:sp>
    </p:spTree>
    <p:extLst>
      <p:ext uri="{BB962C8B-B14F-4D97-AF65-F5344CB8AC3E}">
        <p14:creationId xmlns:p14="http://schemas.microsoft.com/office/powerpoint/2010/main" val="1439749543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Question 3: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85305-16E4-4280-B498-BC8B157D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520" y="2095500"/>
            <a:ext cx="772314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higher frequency travels ______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4F060-E5CC-4058-AB28-1E0DFF63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6689" y="2555923"/>
            <a:ext cx="4711088" cy="6079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lower frequency.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AAC45-5BF3-41DC-8464-2331DA6B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334" y="3653140"/>
            <a:ext cx="3947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CEA67-9C05-4AA8-8F30-E2157F68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7774" y="3653140"/>
            <a:ext cx="18338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faster than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84913-A3F4-47E7-9526-23CF750E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520" y="4205927"/>
            <a:ext cx="3945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1A109-C56F-4D50-9100-51F2C6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7774" y="4205927"/>
            <a:ext cx="198357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slower than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7F21A-1019-4B2F-B987-D5FF9A9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520" y="4755078"/>
            <a:ext cx="41600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at the same speed as</a:t>
            </a:r>
          </a:p>
        </p:txBody>
      </p:sp>
    </p:spTree>
    <p:extLst>
      <p:ext uri="{BB962C8B-B14F-4D97-AF65-F5344CB8AC3E}">
        <p14:creationId xmlns:p14="http://schemas.microsoft.com/office/powerpoint/2010/main" val="1204027869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Question 4: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230A01-3ABB-458B-9EA3-AE1C65D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537" y="2095500"/>
            <a:ext cx="71491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does not emit light?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86C89-4381-4082-A35F-433FF284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350" y="3197459"/>
            <a:ext cx="3947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F3A31-55A5-4182-9B33-A0B546E4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04" y="3198758"/>
            <a:ext cx="1900810" cy="607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light bulb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90E2CD-48F1-415C-AD5F-8A256131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537" y="3746486"/>
            <a:ext cx="3945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0B856-2E2D-4DAB-8EAE-F34EC124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791" y="3746486"/>
            <a:ext cx="147425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9618F-FD5D-429C-B8AC-535B2ED4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537" y="4295635"/>
            <a:ext cx="170368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People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88CE5-365E-4E78-AE54-A8F64DEC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537" y="4847754"/>
            <a:ext cx="1386882" cy="604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 A fire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7DD94-413C-4CBA-9522-2C6CA2CA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1537" y="5397484"/>
            <a:ext cx="3945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54EF81-52B3-488E-8942-9E4A4335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04" y="5397484"/>
            <a:ext cx="42904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of the above emit light</a:t>
            </a:r>
          </a:p>
        </p:txBody>
      </p:sp>
    </p:spTree>
    <p:extLst>
      <p:ext uri="{BB962C8B-B14F-4D97-AF65-F5344CB8AC3E}">
        <p14:creationId xmlns:p14="http://schemas.microsoft.com/office/powerpoint/2010/main" val="1351925636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Sunlight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326e08c9e4291"/>
          <ns0:srcRect xmlns:ns0="http://schemas.openxmlformats.org/drawingml/2006/main" l="64358" r="6133" t="39683" b="22035"/>
          <a:stretch xmlns:a="http://schemas.openxmlformats.org/drawingml/2006/main"/>
        </p:blipFill>
        <p:spPr>
          <a:xfrm xmlns:a="http://schemas.openxmlformats.org/drawingml/2006/main">
            <a:off x="7317086" y="3106381"/>
            <a:ext cx="2618975" cy="262537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629C7-1E0F-4267-9674-2DA1DBC4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125" y="2095500"/>
            <a:ext cx="7423349" cy="608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observing light from a star, we can learn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C4644-795B-4B34-91B5-D934EAB6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294" y="2509612"/>
            <a:ext cx="243452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a star’s: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983C36-9DDD-4168-8382-A5489E1E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125" y="3010082"/>
            <a:ext cx="3513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72FE0-947A-4343-8473-49C45DF8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79" y="3013383"/>
            <a:ext cx="3401291" cy="604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Energy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FAE37C-BE83-49DD-BF17-ADCF86BA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125" y="3514346"/>
            <a:ext cx="3513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70B57-4342-421C-9EB1-08B2CB64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79" y="3518377"/>
            <a:ext cx="3582709" cy="6028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Surface Temperature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0D80D-7FCA-47EF-AC99-B03DF6F7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125" y="4018611"/>
            <a:ext cx="3513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A9CE6-B2CC-45D9-A5D3-FE5BB890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79" y="4018611"/>
            <a:ext cx="122081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59DB7-66E3-424A-8C57-85643992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125" y="4522937"/>
            <a:ext cx="3513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5BEAE-80CF-41CA-8356-389074AC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79" y="4522937"/>
            <a:ext cx="385040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Chemical Composition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C3C56-A3FB-494E-8CC7-5ADF2E21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125" y="5027201"/>
            <a:ext cx="3513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B42F9-7579-404A-87F6-B0BA2CB4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79" y="5027469"/>
            <a:ext cx="4127630" cy="6091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Velocity relative to Earth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1B5E5-05A8-4BF2-BDB8-8F1226D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939" y="5531432"/>
            <a:ext cx="206741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more…</a:t>
            </a:r>
          </a:p>
        </p:txBody>
      </p:sp>
    </p:spTree>
    <p:extLst>
      <p:ext uri="{BB962C8B-B14F-4D97-AF65-F5344CB8AC3E}">
        <p14:creationId xmlns:p14="http://schemas.microsoft.com/office/powerpoint/2010/main" val="520454416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Everything is made of atoms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db29e6320e4a8b"/>
          <ns0:srcRect xmlns:ns0="http://schemas.openxmlformats.org/drawingml/2006/main" l="44877" r="1299" t="24556" b="12698"/>
          <a:stretch xmlns:a="http://schemas.openxmlformats.org/drawingml/2006/main"/>
        </p:blipFill>
        <p:spPr>
          <a:xfrm xmlns:a="http://schemas.openxmlformats.org/drawingml/2006/main">
            <a:off x="5418681" y="2095500"/>
            <a:ext cx="4478639" cy="403437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DD5F2-9D49-4C1B-8D08-B8F6D9C0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680" y="2121619"/>
            <a:ext cx="14183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AC6C9-DEB1-4462-BB9A-08DF7BFC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579" y="2121619"/>
            <a:ext cx="285921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material is made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7BC4C-4F20-4901-AD47-D2AFBDB8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3" y="2461323"/>
            <a:ext cx="816649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89824-A008-44FE-A81A-AA762744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234" y="2461323"/>
            <a:ext cx="886747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72AC9-A0F3-46E6-A6B9-9CCE63E9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649" y="2461323"/>
            <a:ext cx="119140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ABC85-098E-4B16-AB78-E20091C8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684" y="2874597"/>
            <a:ext cx="14183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D5B04-EAB9-4B2D-BB10-DACD4F01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583" y="2874597"/>
            <a:ext cx="2422493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Atoms are made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BACEA-060B-42D3-9E9D-A2A08BA6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3214283"/>
            <a:ext cx="74743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DF25D7-9429-4B8F-BF60-A93FCBD5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58" y="3214283"/>
            <a:ext cx="1079856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B2942-8F9C-40C8-AA07-E66326C3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08" y="3214283"/>
            <a:ext cx="205848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6DB0E-63A7-4003-AD54-8A8DAF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3550518"/>
            <a:ext cx="1427601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neutrons,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FCB1A3-E0EA-488D-A2C1-5F4CEA20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2337" y="3550518"/>
            <a:ext cx="643546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9F1812-2352-4782-86F3-D90466DB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3890184"/>
            <a:ext cx="139261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1DACC-ABA1-4C74-95AC-6F4ABB89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684" y="4303385"/>
            <a:ext cx="14183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AE820B-7665-4679-970C-C2D14BEB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4303385"/>
            <a:ext cx="1812360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Protons and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CC9143-4F77-48FB-9B74-E806A32F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4639708"/>
            <a:ext cx="2735939" cy="5041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neutrons are in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E4356-1CCB-4C32-BB06-F9CCB5E9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4979714"/>
            <a:ext cx="2767763" cy="503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nucleus.  Electrons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24330C-113B-41BF-AC69-EAE5F6B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5319026"/>
            <a:ext cx="2475314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 around the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AB594E-7B27-4EEC-ACB2-5CFBC7E0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6737" y="5655203"/>
            <a:ext cx="1201233" cy="504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nucleus.</a:t>
            </a:r>
          </a:p>
        </p:txBody>
      </p:sp>
    </p:spTree>
    <p:extLst>
      <p:ext uri="{BB962C8B-B14F-4D97-AF65-F5344CB8AC3E}">
        <p14:creationId xmlns:p14="http://schemas.microsoft.com/office/powerpoint/2010/main" val="660203985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But where does the light come from?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E06A8-1F1A-451A-93B8-0DE59201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673" y="209550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0AF6C-88D9-4440-A728-66B4B3CB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2096670"/>
            <a:ext cx="8131157" cy="607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something is hot, it’s atoms move around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B1357-79FD-4353-A77E-E614B669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2549548"/>
            <a:ext cx="8261530" cy="6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bumping into each other and the electrons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98FEF-421E-44E0-A22C-6A77FEA2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3007238"/>
            <a:ext cx="7679018" cy="60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 The hotter it is, the more the atoms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B59B6-3A43-4D33-BC14-8E96EDB1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3460714"/>
            <a:ext cx="6069487" cy="6061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electrons bump into each other.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0215C-6B27-44D4-807F-16A9E23D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673" y="400470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96969-AC48-4514-88C9-8E7F8ECC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4005546"/>
            <a:ext cx="7653323" cy="60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electrons are accelerated when 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E4FE4-271A-48C2-93BD-5FC14A62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4458248"/>
            <a:ext cx="4847081" cy="608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bumped and emit energy as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0BC8C-2A5C-4711-A1D1-EC557FE4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6971" y="4457700"/>
            <a:ext cx="307704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thermal radiation. </a:t>
            </a:r>
          </a:p>
        </p:txBody>
      </p:sp>
    </p:spTree>
    <p:extLst>
      <p:ext uri="{BB962C8B-B14F-4D97-AF65-F5344CB8AC3E}">
        <p14:creationId xmlns:p14="http://schemas.microsoft.com/office/powerpoint/2010/main" val="852235284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582558dda40b5"/>
          <ns0:srcRect xmlns:ns0="http://schemas.openxmlformats.org/drawingml/2006/main" l="4329" r="7864" t="24556" b="26050"/>
          <a:stretch xmlns:a="http://schemas.openxmlformats.org/drawingml/2006/main"/>
        </p:blipFill>
        <p:spPr>
          <a:xfrm xmlns:a="http://schemas.openxmlformats.org/drawingml/2006/main">
            <a:off x="1871265" y="2486723"/>
            <a:ext cx="8449471" cy="3672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3A4B8-9133-4AB4-94AF-A94F37BD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054" y="2095500"/>
            <a:ext cx="523638" cy="3595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B35FB-F360-457A-8FDD-9C284F54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8777" y="3963573"/>
            <a:ext cx="866331" cy="3564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</p:spTree>
    <p:extLst>
      <p:ext uri="{BB962C8B-B14F-4D97-AF65-F5344CB8AC3E}">
        <p14:creationId xmlns:p14="http://schemas.microsoft.com/office/powerpoint/2010/main" val="919553350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cac8e7b024712"/>
          <ns0:srcRect xmlns:ns0="http://schemas.openxmlformats.org/drawingml/2006/main" l="4329" r="7864" t="24556" b="26050"/>
          <a:stretch xmlns:a="http://schemas.openxmlformats.org/drawingml/2006/main"/>
        </p:blipFill>
        <p:spPr>
          <a:xfrm xmlns:a="http://schemas.openxmlformats.org/drawingml/2006/main">
            <a:off x="2851790" y="3305467"/>
            <a:ext cx="6565893" cy="2854033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E7B30-7732-4890-AA84-F414DFE6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5388" y="3001457"/>
            <a:ext cx="406907" cy="279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26C58-F76C-4A85-BB7D-FCC7BA8E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4752" y="4453095"/>
            <a:ext cx="673206" cy="2770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3D45F-93D2-455C-A16D-AE367AA3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4316" y="2103437"/>
            <a:ext cx="904450" cy="2654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06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06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6C258-CB62-4513-A6AC-3D1E696C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012" y="2095500"/>
            <a:ext cx="212612" cy="27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2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72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</p:spTree>
    <p:extLst>
      <p:ext uri="{BB962C8B-B14F-4D97-AF65-F5344CB8AC3E}">
        <p14:creationId xmlns:p14="http://schemas.microsoft.com/office/powerpoint/2010/main" val="1435066018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b04de96b5480a"/>
          <ns0:srcRect xmlns:ns0="http://schemas.openxmlformats.org/drawingml/2006/main" l="4329" r="8225" t="24556" b="27264"/>
          <a:stretch xmlns:a="http://schemas.openxmlformats.org/drawingml/2006/main"/>
        </p:blipFill>
        <p:spPr>
          <a:xfrm xmlns:a="http://schemas.openxmlformats.org/drawingml/2006/main">
            <a:off x="2808543" y="3326716"/>
            <a:ext cx="6653749" cy="2832784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693A4-3117-495F-B4DF-71DBC10B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243" y="3017367"/>
            <a:ext cx="414053" cy="2842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5CC57-87F1-4A64-B387-230DC71F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0953" y="4371523"/>
            <a:ext cx="685028" cy="281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9ECD4-13EE-4945-BCCF-5E5BF868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9709" y="2407943"/>
            <a:ext cx="459150" cy="275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4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54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8F6AC-AA64-43CD-BB88-783E2A4C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6270" y="2411680"/>
            <a:ext cx="552054" cy="268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4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24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E3E44-8EB1-44FE-903D-FF637334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1109" y="2402934"/>
            <a:ext cx="216346" cy="2835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6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96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F341B-7914-4E0B-B760-F2C964C3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9709" y="2103576"/>
            <a:ext cx="920333" cy="270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9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29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948D8-C08A-4639-9EEF-2522F895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2827" y="2095500"/>
            <a:ext cx="216346" cy="2835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6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96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</p:spTree>
    <p:extLst>
      <p:ext uri="{BB962C8B-B14F-4D97-AF65-F5344CB8AC3E}">
        <p14:creationId xmlns:p14="http://schemas.microsoft.com/office/powerpoint/2010/main" val="104319690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837bcf5a847ec"/>
          <ns0:srcRect xmlns:ns0="http://schemas.openxmlformats.org/drawingml/2006/main" l="3319" r="8225" t="14939" b="29879"/>
          <a:stretch xmlns:a="http://schemas.openxmlformats.org/drawingml/2006/main"/>
        </p:blipFill>
        <p:spPr>
          <a:xfrm xmlns:a="http://schemas.openxmlformats.org/drawingml/2006/main">
            <a:off x="2599430" y="2787429"/>
            <a:ext cx="6995194" cy="337207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B6977-E600-4785-8084-523F2C86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360" y="3053606"/>
            <a:ext cx="430330" cy="29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AA842-0AB4-4214-8F1D-567FD726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245" y="4333188"/>
            <a:ext cx="711958" cy="2929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D0FD6-7C6A-4DFF-88F5-BAA96B58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376" y="2733020"/>
            <a:ext cx="536211" cy="297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3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463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yellow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90B61-8299-4E19-B74D-E7B97EAB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894" y="2743628"/>
            <a:ext cx="573756" cy="27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6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376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5800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D50D1-805A-46D9-8869-E5622DA5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168" y="2734539"/>
            <a:ext cx="224851" cy="294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4B731-023D-49E2-93F7-D880CD01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376" y="2420226"/>
            <a:ext cx="477200" cy="286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7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407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B9401-03A0-4F02-BE43-9BDBA255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893" y="2424109"/>
            <a:ext cx="573756" cy="279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6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76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AC2EB-8481-4E5B-8FC2-C93AAA64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164" y="2415019"/>
            <a:ext cx="224851" cy="294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5BE01-0DCD-46C8-9F0E-A3A2E5AE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376" y="2103894"/>
            <a:ext cx="956512" cy="2807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1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81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03565-9E20-4E2D-BC7B-3468E28A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405" y="2095500"/>
            <a:ext cx="224851" cy="294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</p:spTree>
    <p:extLst>
      <p:ext uri="{BB962C8B-B14F-4D97-AF65-F5344CB8AC3E}">
        <p14:creationId xmlns:p14="http://schemas.microsoft.com/office/powerpoint/2010/main" val="1925940290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44e2efa994805"/>
          <ns0:srcRect xmlns:ns0="http://schemas.openxmlformats.org/drawingml/2006/main" l="3319" r="7359" t="14939" b="27264"/>
          <a:stretch xmlns:a="http://schemas.openxmlformats.org/drawingml/2006/main"/>
        </p:blipFill>
        <p:spPr>
          <a:xfrm xmlns:a="http://schemas.openxmlformats.org/drawingml/2006/main">
            <a:off x="2698745" y="2761257"/>
            <a:ext cx="6796486" cy="3398243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C7361-9233-45B6-BDBB-6FAFC9BF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5304" y="3017367"/>
            <a:ext cx="414053" cy="2842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E7554-0CA0-42F9-A74A-8C0782B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9500" y="4187063"/>
            <a:ext cx="685028" cy="281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F54CD-DE83-474E-8C76-F44E3F5F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6769" y="3024407"/>
            <a:ext cx="549641" cy="272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1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341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orange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ED813-3313-4155-BBC4-08DAD1B4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331" y="3026547"/>
            <a:ext cx="552054" cy="268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4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324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6100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8D2F0-3B4B-49FC-9B82-0C475A8D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170" y="3017802"/>
            <a:ext cx="216346" cy="2835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6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396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5E712-D6B9-439D-985B-FA77B344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6769" y="2708906"/>
            <a:ext cx="515929" cy="28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8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408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yellow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77DDA-5A7A-44CF-A6AD-89671E14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332" y="2719114"/>
            <a:ext cx="552054" cy="268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4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324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5800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C0A88-E429-452D-87BE-CE59646C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173" y="2710368"/>
            <a:ext cx="216346" cy="2835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6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396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9BD09-B746-41AF-A157-489278B6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6769" y="2407943"/>
            <a:ext cx="459150" cy="275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4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54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EF94A-D9AE-43F3-BB08-56F9B155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331" y="2411680"/>
            <a:ext cx="552054" cy="268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4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24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0F3FF-B6DF-44D9-BDED-555BF4BA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170" y="2402934"/>
            <a:ext cx="216346" cy="2835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6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396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DB173-0FEA-4070-A173-45599231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6769" y="2103576"/>
            <a:ext cx="920333" cy="270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9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29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DDDA60-2023-4D37-992E-554A0F92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9888" y="2095500"/>
            <a:ext cx="216346" cy="2835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6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96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</p:spTree>
    <p:extLst>
      <p:ext uri="{BB962C8B-B14F-4D97-AF65-F5344CB8AC3E}">
        <p14:creationId xmlns:p14="http://schemas.microsoft.com/office/powerpoint/2010/main" val="600516526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faec7c16e4485"/>
          <ns0:srcRect xmlns:ns0="http://schemas.openxmlformats.org/drawingml/2006/main" l="3319" r="5772" t="14939" b="4669"/>
          <a:stretch xmlns:a="http://schemas.openxmlformats.org/drawingml/2006/main"/>
        </p:blipFill>
        <p:spPr>
          <a:xfrm xmlns:a="http://schemas.openxmlformats.org/drawingml/2006/main">
            <a:off x="3490210" y="2597236"/>
            <a:ext cx="5213070" cy="3562264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BDFA7-F0DB-46B4-A287-0DE3ADC9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1423" y="2790248"/>
            <a:ext cx="312044" cy="2142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98EBC-BAA4-4535-B3C1-32E9FB0D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883" y="3579091"/>
            <a:ext cx="516259" cy="2124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4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4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44C8D-357D-4F5B-8BBD-6676DB1B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721" y="3020014"/>
            <a:ext cx="210918" cy="21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07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06E69-B3A1-4C10-BB32-2F57A372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267" y="3028859"/>
            <a:ext cx="416046" cy="202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99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6600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9B5A5-B4B5-4F6F-A72A-AB77FEE4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909" y="3022268"/>
            <a:ext cx="163045" cy="213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05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167AB-D75A-46C6-8B33-559F923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751" y="5856005"/>
            <a:ext cx="189754" cy="20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5A4CE-B6D1-4DE6-A4C5-B13C1F48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8872" y="5863910"/>
            <a:ext cx="132417" cy="188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39C51-F994-49E9-AAB0-9C64DC77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721" y="2795554"/>
            <a:ext cx="414227" cy="20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1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011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orange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BC891-93FA-4E5E-A84C-B08F9FE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817" y="2797167"/>
            <a:ext cx="416046" cy="202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8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998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6100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44B09E-2E78-4667-9030-612249CB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459" y="2790576"/>
            <a:ext cx="163045" cy="213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2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052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992FF-2EC3-4DCE-8C39-66BCB240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721" y="2557783"/>
            <a:ext cx="388821" cy="215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1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061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yellow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BB7B3-CC8F-4E9E-8542-7EEC7570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818" y="2565475"/>
            <a:ext cx="416046" cy="202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8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998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5800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E207F-77CD-468E-ADA1-06568CB0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461" y="2558884"/>
            <a:ext cx="163045" cy="213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2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052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13FBE7-18F6-4671-A76D-E357611C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721" y="2330967"/>
            <a:ext cx="346030" cy="20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2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02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32A793-A7D9-41FE-BB3C-EA97D71E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3817" y="2333783"/>
            <a:ext cx="416046" cy="202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98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998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3187E-EDDD-4891-B971-357FA9D7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459" y="2327192"/>
            <a:ext cx="163045" cy="213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2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052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64F4E-77CE-4BEF-B185-F5D4848C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721" y="2101586"/>
            <a:ext cx="693592" cy="2035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02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002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D2C540-B361-497A-94D4-3D416212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910" y="2095500"/>
            <a:ext cx="163045" cy="213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2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052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</p:spTree>
    <p:extLst>
      <p:ext uri="{BB962C8B-B14F-4D97-AF65-F5344CB8AC3E}">
        <p14:creationId xmlns:p14="http://schemas.microsoft.com/office/powerpoint/2010/main" val="1192950827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Blackbody curves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da23b70a24d2c"/>
          <ns0:srcRect xmlns:ns0="http://schemas.openxmlformats.org/drawingml/2006/main" l="24964" r="29942" t="33707" b="15126"/>
          <a:stretch xmlns:a="http://schemas.openxmlformats.org/drawingml/2006/main"/>
        </p:blipFill>
        <p:spPr>
          <a:xfrm xmlns:a="http://schemas.openxmlformats.org/drawingml/2006/main">
            <a:off x="4623493" y="3287663"/>
            <a:ext cx="2953085" cy="258926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0D945-4DD3-4C45-B5FF-1C79CB41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50" y="2095500"/>
            <a:ext cx="2255587" cy="360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“Blackbody Curve” -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62277-8B49-42C3-9315-F97745C4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50" y="2389018"/>
            <a:ext cx="2056665" cy="362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graph of an object’s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83C7C-0D67-4B13-A640-C38759AE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50" y="2683641"/>
            <a:ext cx="2197806" cy="3629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output versus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C3C92-7CD3-4F2C-B2C9-3EFB0C78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50" y="2981729"/>
            <a:ext cx="1350640" cy="3622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E0CF1-D681-4F08-94FD-202C39D7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983" y="2204454"/>
            <a:ext cx="2128561" cy="217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WAVELENGTH that the PEAK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43464-3D3E-41B0-9A98-23169094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983" y="2386008"/>
            <a:ext cx="1954713" cy="2315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this curve occurs at tells us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DC76E-E884-4A32-9BEB-1D6CD59A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983" y="2582288"/>
            <a:ext cx="2184866" cy="221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the object’s TEMPERATURE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6A15F-D152-4165-98A4-90FED846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983" y="2777245"/>
            <a:ext cx="787462" cy="2133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COLOR.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302B2-7318-4C09-A000-FE4FF86B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6449" y="5422048"/>
            <a:ext cx="216702" cy="2305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B7BD3-1579-4ADE-9EDD-9D60D9CF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528" y="5431076"/>
            <a:ext cx="151223" cy="2154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4406B-A50F-4F10-8DB9-68FA612E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7977" y="5924630"/>
            <a:ext cx="791721" cy="234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5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5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</a:t>
            </a:r>
          </a:p>
        </p:txBody>
      </p:sp>
    </p:spTree>
    <p:extLst>
      <p:ext uri="{BB962C8B-B14F-4D97-AF65-F5344CB8AC3E}">
        <p14:creationId xmlns:p14="http://schemas.microsoft.com/office/powerpoint/2010/main" val="819170471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Color and temperature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e87271f114255"/>
          <ns0:srcRect xmlns:ns0="http://schemas.openxmlformats.org/drawingml/2006/main" l="8514" r="9524" t="45005" b="21475"/>
          <a:stretch xmlns:a="http://schemas.openxmlformats.org/drawingml/2006/main"/>
        </p:blipFill>
        <p:spPr>
          <a:xfrm xmlns:a="http://schemas.openxmlformats.org/drawingml/2006/main">
            <a:off x="3630816" y="3810512"/>
            <a:ext cx="4910112" cy="1551699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24DA4-8AE0-46C3-8243-FC3777A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152" y="2095500"/>
            <a:ext cx="4759032" cy="462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object is hotter, an object that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920FB-77EC-4369-9A8A-1A4671F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152" y="2442824"/>
            <a:ext cx="4694310" cy="46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emitting mainly red light or mainly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D0F9B-BAE6-4D16-82D3-0CEC97CA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152" y="2790768"/>
            <a:ext cx="1344005" cy="46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 light?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72496-7338-4E80-91DF-580A854B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1295" y="5824079"/>
            <a:ext cx="2159212" cy="335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increasing temperature</a:t>
            </a:r>
          </a:p>
        </p:txBody>
      </p:sp>
    </p:spTree>
    <p:extLst>
      <p:ext uri="{BB962C8B-B14F-4D97-AF65-F5344CB8AC3E}">
        <p14:creationId xmlns:p14="http://schemas.microsoft.com/office/powerpoint/2010/main" val="310531018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Wien’s Law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43cbd5a3b4afb"/>
          <ns0:srcRect xmlns:ns0="http://schemas.openxmlformats.org/drawingml/2006/main" l="60317" r="3030" t="15126" b="4295"/>
          <a:stretch xmlns:a="http://schemas.openxmlformats.org/drawingml/2006/main"/>
        </p:blipFill>
        <p:spPr>
          <a:xfrm xmlns:a="http://schemas.openxmlformats.org/drawingml/2006/main">
            <a:off x="6628978" y="2095500"/>
            <a:ext cx="239225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82A28-AB19-4153-9C8B-AC546584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0772" y="2623152"/>
            <a:ext cx="122791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F1BA3-4629-4B61-8ABC-32946E18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701" y="2623152"/>
            <a:ext cx="3077277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peak wavelength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03627-CD0F-4DED-9B9D-E800F550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701" y="2961034"/>
            <a:ext cx="2642580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blackbody curve is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642BA-04BE-44B9-AA1F-FFA16E82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701" y="3298933"/>
            <a:ext cx="2689688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inversely proportional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C109E-C825-4007-B4F3-ADF56824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665" y="3298933"/>
            <a:ext cx="413519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A47CCC-5E75-4FB8-9B4B-BE961F99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701" y="3634052"/>
            <a:ext cx="2859114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of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5DC38B-A12D-4C10-AA7F-0E105AD7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701" y="3971934"/>
            <a:ext cx="1006301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95B702-8874-4267-A498-ABB28551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5193" y="4375777"/>
            <a:ext cx="164820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CB036-AD7A-4D8A-B9B7-92E3F1E8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596" y="4534106"/>
            <a:ext cx="378068" cy="29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82CA7-0423-4138-ACCD-D0C5568A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941" y="4444443"/>
            <a:ext cx="1898402" cy="4483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0.289 cm / 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95182-23FD-48DC-8BFD-0029D94B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635" y="4534106"/>
            <a:ext cx="149316" cy="29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429312631"/>
      </p:ext>
    </p:extLst>
  </p:cSld>
</p:sld>
</file>

<file path=ppt/slides/slide2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Hot objects emit light that PEAKS at short wavelengths (blue).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b5ff505274b20"/>
          <ns0:srcRect xmlns:ns0="http://schemas.openxmlformats.org/drawingml/2006/main" l="9380" r="8442" t="40430" b="14006"/>
          <a:stretch xmlns:a="http://schemas.openxmlformats.org/drawingml/2006/main"/>
        </p:blipFill>
        <p:spPr>
          <a:xfrm xmlns:a="http://schemas.openxmlformats.org/drawingml/2006/main">
            <a:off x="3258735" y="3181478"/>
            <a:ext cx="5725224" cy="245294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8CD31-7D1F-4720-A622-0A69069F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0826" y="2095500"/>
            <a:ext cx="775842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Cool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18A8B-3096-4012-B9E3-D74B0B47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0279" y="2095500"/>
            <a:ext cx="3379696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objects emit light that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3D0F2-D93F-4639-B8F9-56025015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383" y="2095500"/>
            <a:ext cx="1188302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PEAKS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D1EF4-3BB8-487E-901B-FAB8379A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5296" y="2095500"/>
            <a:ext cx="494290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at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DEE2AB-C17C-4F45-B9CC-828CBCBB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3166" y="2095500"/>
            <a:ext cx="738008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long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98CE63-6A21-4CBA-96A5-E2E3B729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9838" y="2500136"/>
            <a:ext cx="2049906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wavelengths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7487A3-4D2E-46BB-8B43-17017947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3355" y="2500136"/>
            <a:ext cx="232004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(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4F718F-9984-4095-9796-D25A73D2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9082" y="2500136"/>
            <a:ext cx="551000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BCD8F-7FEB-463A-9418-3BAF5448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611" y="2500136"/>
            <a:ext cx="138676" cy="53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5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2655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795DF-B735-4AD9-9C2D-A4FB07AF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6199" y="5769426"/>
            <a:ext cx="2511025" cy="390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increasing temperature</a:t>
            </a:r>
          </a:p>
        </p:txBody>
      </p:sp>
    </p:spTree>
    <p:extLst>
      <p:ext uri="{BB962C8B-B14F-4D97-AF65-F5344CB8AC3E}">
        <p14:creationId xmlns:p14="http://schemas.microsoft.com/office/powerpoint/2010/main" val="1563547051"/>
      </p:ext>
    </p:extLst>
  </p:cSld>
</p:sld>
</file>

<file path=ppt/slides/slide2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Finding the hottest stars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388dbdc874bdd"/>
          <ns0:srcRect xmlns:ns0="http://schemas.openxmlformats.org/drawingml/2006/main" l="35859" r="1299" t="2614" b="2614"/>
          <a:stretch xmlns:a="http://schemas.openxmlformats.org/drawingml/2006/main"/>
        </p:blipFill>
        <p:spPr>
          <a:xfrm xmlns:a="http://schemas.openxmlformats.org/drawingml/2006/main">
            <a:off x="5218523" y="2095500"/>
            <a:ext cx="3487433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A42A3-2D72-4228-9B1E-B3AFE93C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044" y="3390442"/>
            <a:ext cx="1620852" cy="358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 the hottest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B2476-DC22-45DF-986B-E519B1AA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044" y="3682887"/>
            <a:ext cx="1520826" cy="349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star(s), how do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E297A-B19B-4406-9493-3F3D2EF5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044" y="3966624"/>
            <a:ext cx="1126620" cy="351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know ?</a:t>
            </a:r>
          </a:p>
        </p:txBody>
      </p:sp>
    </p:spTree>
    <p:extLst>
      <p:ext uri="{BB962C8B-B14F-4D97-AF65-F5344CB8AC3E}">
        <p14:creationId xmlns:p14="http://schemas.microsoft.com/office/powerpoint/2010/main" val="1631423818"/>
      </p:ext>
    </p:extLst>
  </p:cSld>
</p:sld>
</file>

<file path=ppt/slides/slide3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peak of a blackbody curve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6e0f0e83ae4c4a"/>
          <ns0:srcRect xmlns:ns0="http://schemas.openxmlformats.org/drawingml/2006/main" l="4690" r="28571" t="5509" b="3828"/>
          <a:stretch xmlns:a="http://schemas.openxmlformats.org/drawingml/2006/main"/>
        </p:blipFill>
        <p:spPr>
          <a:xfrm xmlns:a="http://schemas.openxmlformats.org/drawingml/2006/main">
            <a:off x="3568665" y="2095500"/>
            <a:ext cx="3871473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1CB31-237B-4E11-BE34-96FF9D3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056" y="2211807"/>
            <a:ext cx="3401279" cy="462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3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2273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What is the wavelength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1FB0D-8FBE-4126-B721-BD86F53E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056" y="2597800"/>
            <a:ext cx="2099468" cy="4412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the PEAK of this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ACC37-F3E3-48F8-ABA2-C7D070CB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056" y="2957087"/>
            <a:ext cx="2360942" cy="469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9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2309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“Blackbody” curve</a:t>
            </a:r>
          </a:p>
        </p:txBody>
      </p:sp>
    </p:spTree>
    <p:extLst>
      <p:ext uri="{BB962C8B-B14F-4D97-AF65-F5344CB8AC3E}">
        <p14:creationId xmlns:p14="http://schemas.microsoft.com/office/powerpoint/2010/main" val="317091933"/>
      </p:ext>
    </p:extLst>
  </p:cSld>
</p:sld>
</file>

<file path=ppt/slides/slide3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color is our 5800K Sun?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012e2b7cf4f35"/>
          <ns0:srcRect xmlns:ns0="http://schemas.openxmlformats.org/drawingml/2006/main" l="45815" r="3608" t="19981" b="11485"/>
          <a:stretch xmlns:a="http://schemas.openxmlformats.org/drawingml/2006/main"/>
        </p:blipFill>
        <p:spPr>
          <a:xfrm xmlns:a="http://schemas.openxmlformats.org/drawingml/2006/main">
            <a:off x="5709664" y="2095500"/>
            <a:ext cx="3881286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DAB83-C829-46B4-A4C5-60F0BC02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2302535"/>
            <a:ext cx="2344811" cy="464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emits all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73D65-336E-4FD3-81C8-F88F087A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2648004"/>
            <a:ext cx="2040236" cy="465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28633-74D6-4F88-8FE9-2A4A0793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2996821"/>
            <a:ext cx="2153367" cy="465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electromagnetic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A6DB2-53E0-4C17-A55B-7A92CCBC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3342406"/>
            <a:ext cx="2106404" cy="465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radiation (light);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3A921-A50F-4149-9245-5F6934A5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3690218"/>
            <a:ext cx="1750537" cy="461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however,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E0F76-7663-4DF4-970D-CF3642D9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4037190"/>
            <a:ext cx="2875448" cy="464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wavelengths of light it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CD0D5-814A-4678-BA30-3243A69C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4382819"/>
            <a:ext cx="2729203" cy="46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emits most intensely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79E33-8ADA-49DF-A717-F93C31E0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4728235"/>
            <a:ext cx="3022160" cy="4646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in the green/yellow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F996D-4836-448C-8583-265F8BEE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050" y="5077186"/>
            <a:ext cx="2681533" cy="464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the spectrum.</a:t>
            </a:r>
          </a:p>
        </p:txBody>
      </p:sp>
    </p:spTree>
    <p:extLst>
      <p:ext uri="{BB962C8B-B14F-4D97-AF65-F5344CB8AC3E}">
        <p14:creationId xmlns:p14="http://schemas.microsoft.com/office/powerpoint/2010/main" val="1190425449"/>
      </p:ext>
    </p:extLst>
  </p:cSld>
</p:sld>
</file>

<file path=ppt/slides/slide3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color does the Sun appear? WHITE!!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d7100c5344778"/>
          <ns0:srcRect xmlns:ns0="http://schemas.openxmlformats.org/drawingml/2006/main" l="46609" r="2742" t="27264" b="4202"/>
          <a:stretch xmlns:a="http://schemas.openxmlformats.org/drawingml/2006/main"/>
        </p:blipFill>
        <p:spPr>
          <a:xfrm xmlns:a="http://schemas.openxmlformats.org/drawingml/2006/main">
            <a:off x="5726511" y="2305199"/>
            <a:ext cx="3686266" cy="385430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4C941-8E1B-469F-AF2E-5AB19B02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222" y="2095500"/>
            <a:ext cx="2451347" cy="435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star, like the Sun,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3E906-1E3C-49D7-85D4-1E2A53D1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2419759"/>
            <a:ext cx="2361666" cy="440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peaks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B454AD-6D7B-4E20-B9E3-CB875463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2750599"/>
            <a:ext cx="2514421" cy="440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middle of the visible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CD644-F2DB-4F7C-B9A5-7976DFAD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3078540"/>
            <a:ext cx="2543167" cy="4404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the spectrum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C8139-E77A-475A-8469-48A325CE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3405996"/>
            <a:ext cx="2867383" cy="4409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(green/yellow light) will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D23E6-BC45-4D8B-B59E-C80CEEEE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3737302"/>
            <a:ext cx="2678911" cy="4401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appear WHITE to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63FE7-C9E0-4F7E-991E-A0467077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4064787"/>
            <a:ext cx="2789354" cy="44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human eye because it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A0E47-C48B-49AE-8136-5D4F967D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4392914"/>
            <a:ext cx="2295894" cy="440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giving off nearly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C6AC7-A89B-4269-9E12-61DA4498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4723274"/>
            <a:ext cx="2560537" cy="440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equal amounts of all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8E12B-A75F-4797-A202-423ED4F5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5050839"/>
            <a:ext cx="2439545" cy="441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visible colors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6737C-8630-4910-A593-2699E315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357" y="5378596"/>
            <a:ext cx="608157" cy="441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light.</a:t>
            </a:r>
          </a:p>
        </p:txBody>
      </p:sp>
    </p:spTree>
    <p:extLst>
      <p:ext uri="{BB962C8B-B14F-4D97-AF65-F5344CB8AC3E}">
        <p14:creationId xmlns:p14="http://schemas.microsoft.com/office/powerpoint/2010/main" val="166112699"/>
      </p:ext>
    </p:extLst>
  </p:cSld>
</p:sld>
</file>

<file path=ppt/slides/slide3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9d73908f84bfe"/>
          <ns0:srcRect xmlns:ns0="http://schemas.openxmlformats.org/drawingml/2006/main" l="3608" r="9380" t="8030" b="4669"/>
          <a:stretch xmlns:a="http://schemas.openxmlformats.org/drawingml/2006/main"/>
        </p:blipFill>
        <p:spPr>
          <a:xfrm xmlns:a="http://schemas.openxmlformats.org/drawingml/2006/main">
            <a:off x="3506821" y="2144769"/>
            <a:ext cx="5178359" cy="401473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3470F-F117-4DE0-B4C1-13FFDF18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826" y="2095500"/>
            <a:ext cx="494686" cy="206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Our 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E4E6B-6B35-4722-963B-5D82F76B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099" y="4352231"/>
            <a:ext cx="1878250" cy="211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4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4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hotter?</a:t>
            </a:r>
          </a:p>
        </p:txBody>
      </p:sp>
    </p:spTree>
    <p:extLst>
      <p:ext uri="{BB962C8B-B14F-4D97-AF65-F5344CB8AC3E}">
        <p14:creationId xmlns:p14="http://schemas.microsoft.com/office/powerpoint/2010/main" val="1863239999"/>
      </p:ext>
    </p:extLst>
  </p:cSld>
</p:sld>
</file>

<file path=ppt/slides/slide3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3d49d8f5b4cc9"/>
          <ns0:srcRect xmlns:ns0="http://schemas.openxmlformats.org/drawingml/2006/main" l="3608" r="9380" t="8030" b="4669"/>
          <a:stretch xmlns:a="http://schemas.openxmlformats.org/drawingml/2006/main"/>
        </p:blipFill>
        <p:spPr>
          <a:xfrm xmlns:a="http://schemas.openxmlformats.org/drawingml/2006/main">
            <a:off x="3506821" y="2144769"/>
            <a:ext cx="5178359" cy="401473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BCC11-B1AE-4735-9E38-491249AA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826" y="2095500"/>
            <a:ext cx="494686" cy="206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Our 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40C50-6258-4AD7-95B0-A7521ECF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099" y="4352231"/>
            <a:ext cx="1878250" cy="211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4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4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hotter?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BF937-2971-4069-B26E-F6148B4C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4008" y="4594272"/>
            <a:ext cx="1876796" cy="209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cooler?</a:t>
            </a:r>
          </a:p>
        </p:txBody>
      </p:sp>
    </p:spTree>
    <p:extLst>
      <p:ext uri="{BB962C8B-B14F-4D97-AF65-F5344CB8AC3E}">
        <p14:creationId xmlns:p14="http://schemas.microsoft.com/office/powerpoint/2010/main" val="2029338427"/>
      </p:ext>
    </p:extLst>
  </p:cSld>
</p:sld>
</file>

<file path=ppt/slides/slide3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ca1750032469c"/>
          <ns0:srcRect xmlns:ns0="http://schemas.openxmlformats.org/drawingml/2006/main" l="3608" r="9380" t="8030" b="4669"/>
          <a:stretch xmlns:a="http://schemas.openxmlformats.org/drawingml/2006/main"/>
        </p:blipFill>
        <p:spPr>
          <a:xfrm xmlns:a="http://schemas.openxmlformats.org/drawingml/2006/main">
            <a:off x="3506821" y="2144769"/>
            <a:ext cx="5178359" cy="401473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7D5F4-D2A7-44BD-BF47-CDC7E57B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826" y="2095500"/>
            <a:ext cx="494686" cy="206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Our 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875CB-4DB9-433B-AA03-D539C44A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099" y="4352231"/>
            <a:ext cx="1878250" cy="2119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4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4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hotter?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8ABC1-1CBF-4564-866A-36FB8AB2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6069" y="4594272"/>
            <a:ext cx="1876796" cy="209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cooler?</a:t>
            </a:r>
          </a:p>
        </p:txBody>
      </p:sp>
    </p:spTree>
    <p:extLst>
      <p:ext uri="{BB962C8B-B14F-4D97-AF65-F5344CB8AC3E}">
        <p14:creationId xmlns:p14="http://schemas.microsoft.com/office/powerpoint/2010/main" val="179995962"/>
      </p:ext>
    </p:extLst>
  </p:cSld>
</p:sld>
</file>

<file path=ppt/slides/slide3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e454535604224"/>
          <ns0:srcRect xmlns:ns0="http://schemas.openxmlformats.org/drawingml/2006/main" l="50505" r="4329" t="19234" b="14006"/>
          <a:stretch xmlns:a="http://schemas.openxmlformats.org/drawingml/2006/main"/>
        </p:blipFill>
        <p:spPr>
          <a:xfrm xmlns:a="http://schemas.openxmlformats.org/drawingml/2006/main">
            <a:off x="6112938" y="2095500"/>
            <a:ext cx="3558131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F3ABD-82A8-466E-ACC9-F3797BA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1" y="2107393"/>
            <a:ext cx="3345466" cy="407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 Which object gives off the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A5E5A-789C-4F46-BF52-0F290F16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1" y="2411963"/>
            <a:ext cx="3408943" cy="408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greatest amount of Blue light?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49127-0D13-46A5-AB62-FC77F20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719" y="3947365"/>
            <a:ext cx="141185" cy="2909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E66E5-6194-4258-ABB5-86093498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9338" y="4402671"/>
            <a:ext cx="134455" cy="274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8566F-0BC9-4FCA-85F6-CABC5A0C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257" y="4937964"/>
            <a:ext cx="132339" cy="2491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92A78-8298-40AA-B66B-4632546E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0" y="3027864"/>
            <a:ext cx="3345466" cy="407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 Which object gives off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911A26-B5F4-49EB-971C-7C2329BD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0" y="3302517"/>
            <a:ext cx="3366709" cy="40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greatest amount of Red light?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53DCF-7BFB-4E1D-B3A0-3D57B225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0" y="4048494"/>
            <a:ext cx="3508877" cy="408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 Which object would appear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C0B2E-06F7-4B45-9CF2-C5C8A968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0" y="4353380"/>
            <a:ext cx="639095" cy="4084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48AC9-B1AF-48A5-8C08-2FEDBC6B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0" y="5067160"/>
            <a:ext cx="3691624" cy="4080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 Which object would have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61DB8-1D3C-4EDE-B0CA-7AA231CC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930" y="5371938"/>
            <a:ext cx="2335733" cy="4084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lowest temperature?</a:t>
            </a:r>
          </a:p>
        </p:txBody>
      </p:sp>
    </p:spTree>
    <p:extLst>
      <p:ext uri="{BB962C8B-B14F-4D97-AF65-F5344CB8AC3E}">
        <p14:creationId xmlns:p14="http://schemas.microsoft.com/office/powerpoint/2010/main" val="1280191355"/>
      </p:ext>
    </p:extLst>
  </p:cSld>
</p:sld>
</file>

<file path=ppt/slides/slide3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51C61-2EB6-466A-979E-BB40AD88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07" y="2095500"/>
            <a:ext cx="5417187" cy="609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wait, what about how bright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ED164-92DB-4123-ACA4-32F28C68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778" y="2587869"/>
            <a:ext cx="2887081" cy="59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looks?</a:t>
            </a:r>
          </a:p>
        </p:txBody>
      </p:sp>
    </p:spTree>
    <p:extLst>
      <p:ext uri="{BB962C8B-B14F-4D97-AF65-F5344CB8AC3E}">
        <p14:creationId xmlns:p14="http://schemas.microsoft.com/office/powerpoint/2010/main" val="1627566927"/>
      </p:ext>
    </p:extLst>
  </p:cSld>
</p:sld>
</file>

<file path=ppt/slides/slide3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Stefan-Boltzmann Law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14639-EE55-4E5A-AA32-F8F22DF8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432" y="2095500"/>
            <a:ext cx="165718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127A2-CF6C-4E51-8578-FDCE774A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90" y="2095500"/>
            <a:ext cx="7115735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luminosity (brightness) of an object is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6BF15-3770-4ED4-A7EF-A9C89B2D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90" y="2551502"/>
            <a:ext cx="3039682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proportional to its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7FD8F-DE29-45EA-A136-9885B7B2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2799" y="2551502"/>
            <a:ext cx="706961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3AA6F0-42DA-4BB8-9D13-9F517086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395" y="2551502"/>
            <a:ext cx="874203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D11D6-B8C0-469D-A7C2-4A900DC7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7207" y="2551502"/>
            <a:ext cx="2071963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ACDC8-48CE-457F-95EE-6A95CA33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658" y="2551502"/>
            <a:ext cx="138492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1D4FC-FD37-47CF-B8DB-ADC1F571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517" y="3096940"/>
            <a:ext cx="2006925" cy="604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= 5.67x10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BC49E-4E08-415C-9F3E-AD81DFA1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6606" y="3102600"/>
            <a:ext cx="257913" cy="40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F69D9-E67B-4596-85FA-4CB44FCC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724" y="3096528"/>
            <a:ext cx="306389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A5E5C-AEFC-4DFF-BD17-EE74783D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0590" y="3102600"/>
            <a:ext cx="173533" cy="40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AB189C-1B5A-4018-A641-034505E6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226" y="3096528"/>
            <a:ext cx="264415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BDDD2D-92DB-48BB-8BC6-CD64C451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2159" y="3102600"/>
            <a:ext cx="173533" cy="40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C4C80-9A0D-46CC-B837-51BC3AEC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424" y="3641480"/>
            <a:ext cx="165718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7F5795-B126-4D74-82A4-C5040691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82" y="3641480"/>
            <a:ext cx="7219394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and hot objects are brighter than small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FA0A7-164C-455E-A33D-90B68409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82" y="4097459"/>
            <a:ext cx="2872274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cool objects.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160CD2-9554-4A89-9B1F-D4EFC53F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424" y="4642423"/>
            <a:ext cx="165718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95C235-AF47-4907-9CEB-F2D08931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82" y="4642811"/>
            <a:ext cx="7161026" cy="604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objects with the same brightness and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6674F-E30C-4F4A-A820-2B845924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82" y="5098483"/>
            <a:ext cx="6852438" cy="6049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temperatures will have different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BAB2E0-1A31-45CD-9E4D-231F9D41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82" y="5554463"/>
            <a:ext cx="3819086" cy="605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sizes (and vice-versa).</a:t>
            </a:r>
          </a:p>
        </p:txBody>
      </p:sp>
    </p:spTree>
    <p:extLst>
      <p:ext uri="{BB962C8B-B14F-4D97-AF65-F5344CB8AC3E}">
        <p14:creationId xmlns:p14="http://schemas.microsoft.com/office/powerpoint/2010/main" val="2108206496"/>
      </p:ext>
    </p:extLst>
  </p:cSld>
</p:sld>
</file>

<file path=ppt/slides/slide3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Consider the following...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ce66f7bfb4cb2"/>
          <ns0:srcRect xmlns:ns0="http://schemas.openxmlformats.org/drawingml/2006/main" l="14863" r="28571" t="39122" b="34454"/>
          <a:stretch xmlns:a="http://schemas.openxmlformats.org/drawingml/2006/main"/>
        </p:blipFill>
        <p:spPr>
          <a:xfrm xmlns:a="http://schemas.openxmlformats.org/drawingml/2006/main">
            <a:off x="3274438" y="3023683"/>
            <a:ext cx="5020235" cy="181215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CD751-E6F6-47C4-AAE6-AB99EA69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179" y="2095500"/>
            <a:ext cx="69796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these two stovetops is brighter?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D57C9-A04E-48CE-9EB4-7E62EF6F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87" y="4296033"/>
            <a:ext cx="3490853" cy="608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                           B</a:t>
            </a:r>
          </a:p>
        </p:txBody>
      </p:sp>
    </p:spTree>
    <p:extLst>
      <p:ext uri="{BB962C8B-B14F-4D97-AF65-F5344CB8AC3E}">
        <p14:creationId xmlns:p14="http://schemas.microsoft.com/office/powerpoint/2010/main" val="978448717"/>
      </p:ext>
    </p:extLst>
  </p:cSld>
</p:sld>
</file>

<file path=ppt/slides/slide4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Consider the following...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73d48ce054b16"/>
          <ns0:srcRect xmlns:ns0="http://schemas.openxmlformats.org/drawingml/2006/main" l="14863" r="37446" t="50700" b="35574"/>
          <a:stretch xmlns:a="http://schemas.openxmlformats.org/drawingml/2006/main"/>
        </p:blipFill>
        <p:spPr>
          <a:xfrm xmlns:a="http://schemas.openxmlformats.org/drawingml/2006/main">
            <a:off x="3274438" y="3817700"/>
            <a:ext cx="4232622" cy="94129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E466B-4CC8-4D54-9498-C245F642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179" y="2095500"/>
            <a:ext cx="69796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these two stovetops is brighter?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29DAA-44DE-45B9-A7EE-0A9FC7DC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87" y="4296033"/>
            <a:ext cx="3490853" cy="608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                           B</a:t>
            </a:r>
          </a:p>
        </p:txBody>
      </p:sp>
    </p:spTree>
    <p:extLst>
      <p:ext uri="{BB962C8B-B14F-4D97-AF65-F5344CB8AC3E}">
        <p14:creationId xmlns:p14="http://schemas.microsoft.com/office/powerpoint/2010/main" val="2087347318"/>
      </p:ext>
    </p:extLst>
  </p:cSld>
</p:sld>
</file>

<file path=ppt/slides/slide4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Which star is larger?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dfae4af8f4dd4"/>
          <ns0:srcRect xmlns:ns0="http://schemas.openxmlformats.org/drawingml/2006/main" l="44300" r="8586" t="32026" b="19514"/>
          <a:stretch xmlns:a="http://schemas.openxmlformats.org/drawingml/2006/main"/>
        </p:blipFill>
        <p:spPr>
          <a:xfrm xmlns:a="http://schemas.openxmlformats.org/drawingml/2006/main">
            <a:off x="5675627" y="2511127"/>
            <a:ext cx="3904449" cy="310323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682F7-7FD3-4F8C-AA99-BBB2C738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924" y="2095500"/>
            <a:ext cx="370989" cy="57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5B99E-FCA6-4B2E-8490-A8192D2E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09" y="2102030"/>
            <a:ext cx="1000321" cy="563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75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53F7B-F953-4775-BEBA-E7DEE64C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00" y="2534975"/>
            <a:ext cx="370813" cy="57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A051F-37AB-4C62-9B2C-91DE5E82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09" y="2538322"/>
            <a:ext cx="1020764" cy="5692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EA7F0-B3BD-48DD-8CB3-6ECFD710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00" y="2974502"/>
            <a:ext cx="391722" cy="57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49326-0AB5-4DB5-8896-9294040B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09" y="2977850"/>
            <a:ext cx="961434" cy="5692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C5244-0D7C-455A-AE3E-9AA9DA34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4327" y="3721878"/>
            <a:ext cx="509512" cy="281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AB5BF-5D9C-4A47-97D6-04ADF8E4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165" y="5862279"/>
            <a:ext cx="1001896" cy="297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B4919-9601-4FB5-9613-19CC7323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134" y="5634581"/>
            <a:ext cx="817238" cy="2047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 I B G Y O 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CE2E0-23C9-48B6-A9D4-9C2C590A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7360" y="2447011"/>
            <a:ext cx="516699" cy="285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</p:spTree>
    <p:extLst>
      <p:ext uri="{BB962C8B-B14F-4D97-AF65-F5344CB8AC3E}">
        <p14:creationId xmlns:p14="http://schemas.microsoft.com/office/powerpoint/2010/main" val="1594756657"/>
      </p:ext>
    </p:extLst>
  </p:cSld>
</p:sld>
</file>

<file path=ppt/slides/slide4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Which star is larger Star A or Star B?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c3e48681e440f"/>
          <ns0:srcRect xmlns:ns0="http://schemas.openxmlformats.org/drawingml/2006/main" l="41847" r="11833" t="31559" b="19981"/>
          <a:stretch xmlns:a="http://schemas.openxmlformats.org/drawingml/2006/main"/>
        </p:blipFill>
        <p:spPr>
          <a:xfrm xmlns:a="http://schemas.openxmlformats.org/drawingml/2006/main">
            <a:off x="5577206" y="2504621"/>
            <a:ext cx="4071441" cy="329139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65DC5-BFFF-4DD4-9C18-73C4798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353" y="2095500"/>
            <a:ext cx="393484" cy="609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7B951-D2AF-486B-8203-601B5630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777" y="2102426"/>
            <a:ext cx="1060977" cy="598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4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4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79211-115A-4FD8-8832-FF92CF09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539" y="2561623"/>
            <a:ext cx="393298" cy="609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53A59-A2F5-45BF-B225-944788FE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777" y="2565174"/>
            <a:ext cx="1082659" cy="603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7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2A809-3DDE-487C-B6E9-9BE640F8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539" y="3027801"/>
            <a:ext cx="415474" cy="609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F02AF-324D-4F48-B0B0-8FB256BF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777" y="3031352"/>
            <a:ext cx="1019732" cy="603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7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D7CB2-F632-4DF4-A12C-DA219104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472" y="2450358"/>
            <a:ext cx="597980" cy="331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D6196-4F03-4062-8F03-90619F94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134" y="5775367"/>
            <a:ext cx="836748" cy="246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D264E-1076-4ED2-A6DE-BB62E2A8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123" y="5803094"/>
            <a:ext cx="866793" cy="217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 I B G Y O 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F57AB-965C-4CA1-9D7D-00B085A8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026" y="2328325"/>
            <a:ext cx="606377" cy="336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</p:spTree>
    <p:extLst>
      <p:ext uri="{BB962C8B-B14F-4D97-AF65-F5344CB8AC3E}">
        <p14:creationId xmlns:p14="http://schemas.microsoft.com/office/powerpoint/2010/main" val="400114025"/>
      </p:ext>
    </p:extLst>
  </p:cSld>
</p:sld>
</file>

<file path=ppt/slides/slide4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But where does the light come from?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634FA-0F4C-4B66-AA26-0D12DE0B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673" y="209550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E0337-C39E-47AA-97E2-54E540AB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2096670"/>
            <a:ext cx="8131157" cy="607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something is hot, it’s atoms move around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21620-E8DA-4D5C-A9CD-85A44FE3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2549548"/>
            <a:ext cx="8261530" cy="6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bumping into each other and the electrons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F70DDD-D1A5-4498-A108-531F451C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3007238"/>
            <a:ext cx="7679018" cy="60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 The hotter it is, the more the atoms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E29BB-D33D-432B-BDFD-3565493B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3460714"/>
            <a:ext cx="6069487" cy="6061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electrons bump into each other.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29D148-421B-4635-A9C9-129C9554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673" y="400470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8D8C6-17E9-4A68-B375-67935AB8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4005546"/>
            <a:ext cx="7653323" cy="60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electrons are accelerated when 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658E5-B380-42F8-8961-9663CA7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4458248"/>
            <a:ext cx="4847081" cy="608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bumped and emit energy as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BF921-C316-4888-A5A9-277228D2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6971" y="4457700"/>
            <a:ext cx="307704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thermal radiation.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B70F21-BEEB-4C58-8D77-F73635D3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673" y="5003774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00B73-EF0C-438A-BB36-672B81E3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5005047"/>
            <a:ext cx="7704727" cy="607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there is also another way for atoms to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25769-FF21-4F8B-AEF7-4BE4219E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98" y="5456768"/>
            <a:ext cx="21015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emit light…</a:t>
            </a:r>
          </a:p>
        </p:txBody>
      </p:sp>
    </p:spTree>
    <p:extLst>
      <p:ext uri="{BB962C8B-B14F-4D97-AF65-F5344CB8AC3E}">
        <p14:creationId xmlns:p14="http://schemas.microsoft.com/office/powerpoint/2010/main" val="795438287"/>
      </p:ext>
    </p:extLst>
  </p:cSld>
</p:sld>
</file>

<file path=ppt/slides/slide4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Energy Levels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7cf6b478b445c"/>
          <ns0:srcRect xmlns:ns0="http://schemas.openxmlformats.org/drawingml/2006/main" l="43290" r="1299" t="40243" b="6909"/>
          <a:stretch xmlns:a="http://schemas.openxmlformats.org/drawingml/2006/main"/>
        </p:blipFill>
        <p:spPr>
          <a:xfrm xmlns:a="http://schemas.openxmlformats.org/drawingml/2006/main">
            <a:off x="5392859" y="3207579"/>
            <a:ext cx="4005433" cy="295192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CCE05-20B1-459E-B101-13E270A4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708" y="2096067"/>
            <a:ext cx="4998752" cy="437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Electrons can only “orbit” at very specific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B428A-2AA9-4B3B-ACC1-84EB9AD2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1095" y="2095500"/>
            <a:ext cx="937962" cy="438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44EBF-27DC-4F32-8A38-9AE67F8E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708" y="2421029"/>
            <a:ext cx="800836" cy="438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C3846-1D70-41C0-BA71-2F6D3F3E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063" y="2421642"/>
            <a:ext cx="5257042" cy="437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energies of these levels correspond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14FB3-375A-403D-9A4F-BF13B38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708" y="2750160"/>
            <a:ext cx="6245080" cy="4371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energy of specific wavelengths (frequencies) of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34138-0E74-45F2-BFD7-5DB97C5F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708" y="3075839"/>
            <a:ext cx="2355585" cy="4369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light.  These levels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DC5D5-79D2-4840-B593-2570309B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708" y="3467567"/>
            <a:ext cx="1846026" cy="438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discrete 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A7BC08-201A-4621-868B-CA372E69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708" y="3860027"/>
            <a:ext cx="1210728" cy="438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quantized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2383E-B48C-4503-8C3A-4512D0D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6937" y="3860027"/>
            <a:ext cx="329474" cy="438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 </a:t>
            </a:r>
          </a:p>
        </p:txBody>
      </p:sp>
    </p:spTree>
    <p:extLst>
      <p:ext uri="{BB962C8B-B14F-4D97-AF65-F5344CB8AC3E}">
        <p14:creationId xmlns:p14="http://schemas.microsoft.com/office/powerpoint/2010/main" val="265108590"/>
      </p:ext>
    </p:extLst>
  </p:cSld>
</p:sld>
</file>

<file path=ppt/slides/slide4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Emission and Absorption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a4a9148ad4fb4"/>
          <ns0:srcRect xmlns:ns0="http://schemas.openxmlformats.org/drawingml/2006/main" l="18254" r="14358" t="65359" b="5042"/>
          <a:stretch xmlns:a="http://schemas.openxmlformats.org/drawingml/2006/main"/>
        </p:blipFill>
        <p:spPr>
          <a:xfrm xmlns:a="http://schemas.openxmlformats.org/drawingml/2006/main">
            <a:off x="3669620" y="4425889"/>
            <a:ext cx="5107862" cy="173361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15024-0A32-4D05-A34F-98B5411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867" y="2095500"/>
            <a:ext cx="6405741" cy="458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that the atom below has a single electron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7F7FA-B5F2-4467-9EF7-3139F348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867" y="2436879"/>
            <a:ext cx="3808796" cy="458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its lowest energy state (the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33018-DDB2-435C-BCFC-B6900C19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1345" y="2436268"/>
            <a:ext cx="920769" cy="459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B75CE-A964-4C1F-A7F6-618221FF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403" y="2436500"/>
            <a:ext cx="1836739" cy="4589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state).  It can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9FE6E-647E-4E6C-A140-6F6CD5BC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858" y="2781820"/>
            <a:ext cx="6459094" cy="457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move up a level if it absorbs a blue photon.  If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AC162C-C3F4-4D15-A789-764D7002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858" y="3122995"/>
            <a:ext cx="6255757" cy="457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in a higher energy (excited) state, then it can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F5554-E75D-4CA9-BCD9-2DC34E9F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858" y="3464122"/>
            <a:ext cx="6421001" cy="4583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suddenly decide to emit a blue photon (and only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959D5-BDC4-4929-9EDA-EAF6D61D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858" y="3808025"/>
            <a:ext cx="2014547" cy="459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 photon).    </a:t>
            </a:r>
          </a:p>
        </p:txBody>
      </p:sp>
    </p:spTree>
    <p:extLst>
      <p:ext uri="{BB962C8B-B14F-4D97-AF65-F5344CB8AC3E}">
        <p14:creationId xmlns:p14="http://schemas.microsoft.com/office/powerpoint/2010/main" val="609030409"/>
      </p:ext>
    </p:extLst>
  </p:cSld>
</p:sld>
</file>

<file path=ppt/slides/slide4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Emitting photons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3e94d5e3840c7"/>
          <ns0:srcRect xmlns:ns0="http://schemas.openxmlformats.org/drawingml/2006/main" l="24242" r="22872" t="32960" b="8497"/>
          <a:stretch xmlns:a="http://schemas.openxmlformats.org/drawingml/2006/main"/>
        </p:blipFill>
        <p:spPr>
          <a:xfrm xmlns:a="http://schemas.openxmlformats.org/drawingml/2006/main">
            <a:off x="4510698" y="3422669"/>
            <a:ext cx="3199516" cy="273683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10605-557B-4EC9-8C8B-F22235DB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5391" y="2095500"/>
            <a:ext cx="4962380" cy="521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(light-waves) are emitted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9B6F5-16E1-4DA2-8912-1430F1C5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882" y="2487633"/>
            <a:ext cx="4602185" cy="521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an atom when an electron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ECB5C-56DC-4EE4-9439-1230BB53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6477" y="2877190"/>
            <a:ext cx="5559046" cy="521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moves from a higher energy level to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5D56C-FE94-462D-B2F3-DB7B77EF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8212" y="3266763"/>
            <a:ext cx="2646714" cy="521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energy 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E00C4-26C4-451B-BD67-C8D842C4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548" y="5037631"/>
            <a:ext cx="392143" cy="166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</a:t>
            </a:r>
          </a:p>
        </p:txBody>
      </p:sp>
    </p:spTree>
    <p:extLst>
      <p:ext uri="{BB962C8B-B14F-4D97-AF65-F5344CB8AC3E}">
        <p14:creationId xmlns:p14="http://schemas.microsoft.com/office/powerpoint/2010/main" val="430378340"/>
      </p:ext>
    </p:extLst>
  </p:cSld>
</p:sld>
</file>

<file path=ppt/slides/slide4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Absorbing photons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1cb69be074d51"/>
          <ns0:srcRect xmlns:ns0="http://schemas.openxmlformats.org/drawingml/2006/main" l="21789" r="22655" t="35761" b="5789"/>
          <a:stretch xmlns:a="http://schemas.openxmlformats.org/drawingml/2006/main"/>
        </p:blipFill>
        <p:spPr>
          <a:xfrm xmlns:a="http://schemas.openxmlformats.org/drawingml/2006/main">
            <a:off x="4414056" y="3509573"/>
            <a:ext cx="3259494" cy="264992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24B5C-64FA-4E4C-AE16-38409DDD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463" y="2095500"/>
            <a:ext cx="4934677" cy="5057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(light-waves) can also be 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E89DF-BE71-4404-BA9E-ACD0E1B5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469" y="2475788"/>
            <a:ext cx="4356558" cy="5057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absorbed by an atom when 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48C03-45F3-4D95-B9E1-6A6591F6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1466" y="2853578"/>
            <a:ext cx="5129068" cy="5057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 moves from a lower 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7971A-5258-4173-9D08-A0A0ADA6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847" y="3231383"/>
            <a:ext cx="4041244" cy="5057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to a higher energy 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E260D-AEDB-4665-8AB8-41393236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335" y="5059382"/>
            <a:ext cx="380297" cy="161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</a:t>
            </a:r>
          </a:p>
        </p:txBody>
      </p:sp>
    </p:spTree>
    <p:extLst>
      <p:ext uri="{BB962C8B-B14F-4D97-AF65-F5344CB8AC3E}">
        <p14:creationId xmlns:p14="http://schemas.microsoft.com/office/powerpoint/2010/main" val="1672175803"/>
      </p:ext>
    </p:extLst>
  </p:cSld>
</p:sld>
</file>

<file path=ppt/slides/slide4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Each chemical element produces its own unique set of spectral lines when it is excited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eb7dceab84c36"/>
          <ns0:srcRect xmlns:ns0="http://schemas.openxmlformats.org/drawingml/2006/main" l="11760" r="17388" t="32026" b="6256"/>
          <a:stretch xmlns:a="http://schemas.openxmlformats.org/drawingml/2006/main"/>
        </p:blipFill>
        <p:spPr>
          <a:xfrm xmlns:a="http://schemas.openxmlformats.org/drawingml/2006/main">
            <a:off x="3077204" y="2095500"/>
            <a:ext cx="6037592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252153"/>
      </p:ext>
    </p:extLst>
  </p:cSld>
</p:sld>
</file>

<file path=ppt/slides/slide4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We can use these lines to determine the chemical composition of a star.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4dd5579bf415c"/>
          <ns0:srcRect xmlns:ns0="http://schemas.openxmlformats.org/drawingml/2006/main" l="11760" r="17388" t="32026" b="6256"/>
          <a:stretch xmlns:a="http://schemas.openxmlformats.org/drawingml/2006/main"/>
        </p:blipFill>
        <p:spPr>
          <a:xfrm xmlns:a="http://schemas.openxmlformats.org/drawingml/2006/main">
            <a:off x="3077204" y="2095500"/>
            <a:ext cx="6037592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521573"/>
      </p:ext>
    </p:extLst>
  </p:cSld>
</p:sld>
</file>

<file path=ppt/slides/slide5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929E7-2008-4648-AB2D-D62D1D7F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37" y="2095500"/>
            <a:ext cx="4355344" cy="6092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three laws that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90A2A-3ED3-4230-936A-9922A299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508" y="2549699"/>
            <a:ext cx="5304983" cy="608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govern the types of spectra we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D68FB-BA94-4B1D-9D2A-317A37D4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26" y="3005976"/>
            <a:ext cx="349028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 in the Universe. </a:t>
            </a:r>
          </a:p>
        </p:txBody>
      </p:sp>
    </p:spTree>
    <p:extLst>
      <p:ext uri="{BB962C8B-B14F-4D97-AF65-F5344CB8AC3E}">
        <p14:creationId xmlns:p14="http://schemas.microsoft.com/office/powerpoint/2010/main" val="749598904"/>
      </p:ext>
    </p:extLst>
  </p:cSld>
</p:sld>
</file>

<file path=ppt/slides/slide5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Kirchoff’s Law #1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e9db714e142fb"/>
          <ns0:srcRect xmlns:ns0="http://schemas.openxmlformats.org/drawingml/2006/main" l="17460" r="14719" t="42204" b="15313"/>
          <a:stretch xmlns:a="http://schemas.openxmlformats.org/drawingml/2006/main"/>
        </p:blipFill>
        <p:spPr>
          <a:xfrm xmlns:a="http://schemas.openxmlformats.org/drawingml/2006/main">
            <a:off x="3096550" y="3237983"/>
            <a:ext cx="6035662" cy="292151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6FE00-5750-4D6F-BE83-51E256D9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126" y="2095500"/>
            <a:ext cx="6075588" cy="536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hot, dense material will emit light at all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FE1CF-0459-45A4-9035-B6BA1E2D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474" y="2494778"/>
            <a:ext cx="3952749" cy="538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wavelengths to produce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349F1-C8F1-487F-9FB7-6BA9D762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9982" y="2494358"/>
            <a:ext cx="1659561" cy="5393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4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4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continuous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81DD9-F2EA-461B-AB32-75B5D93E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833" y="2494358"/>
            <a:ext cx="1784693" cy="5393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spectrum.  </a:t>
            </a:r>
          </a:p>
        </p:txBody>
      </p:sp>
    </p:spTree>
    <p:extLst>
      <p:ext uri="{BB962C8B-B14F-4D97-AF65-F5344CB8AC3E}">
        <p14:creationId xmlns:p14="http://schemas.microsoft.com/office/powerpoint/2010/main" val="632994493"/>
      </p:ext>
    </p:extLst>
  </p:cSld>
</p:sld>
</file>

<file path=ppt/slides/slide5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Kirchoff’s Law #2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cc8d1d9e84856"/>
          <ns0:srcRect xmlns:ns0="http://schemas.openxmlformats.org/drawingml/2006/main" l="19048" r="13131" t="46779" b="12885"/>
          <a:stretch xmlns:a="http://schemas.openxmlformats.org/drawingml/2006/main"/>
        </p:blipFill>
        <p:spPr>
          <a:xfrm xmlns:a="http://schemas.openxmlformats.org/drawingml/2006/main">
            <a:off x="3396695" y="3495029"/>
            <a:ext cx="5797691" cy="266447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07866-85CB-4E20-979A-B2B42366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578" y="2095500"/>
            <a:ext cx="6566845" cy="514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hot, low-density gas will emit light at only 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11A63-FEA6-4E22-B681-6494430E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392" y="2478990"/>
            <a:ext cx="5035745" cy="517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specific wavelengths producing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FDCF0-7F4A-44F0-A869-1C01A607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357" y="2478504"/>
            <a:ext cx="1394901" cy="518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44840-D5A7-439E-96A2-550DEC7E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766" y="2867072"/>
            <a:ext cx="1448775" cy="518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spectrum.</a:t>
            </a:r>
          </a:p>
        </p:txBody>
      </p:sp>
    </p:spTree>
    <p:extLst>
      <p:ext uri="{BB962C8B-B14F-4D97-AF65-F5344CB8AC3E}">
        <p14:creationId xmlns:p14="http://schemas.microsoft.com/office/powerpoint/2010/main" val="1912141296"/>
      </p:ext>
    </p:extLst>
  </p:cSld>
</p:sld>
</file>

<file path=ppt/slides/slide5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Kirchoff’s Law #3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71c72fcdc41f6"/>
          <ns0:srcRect xmlns:ns0="http://schemas.openxmlformats.org/drawingml/2006/main" l="17460" r="14719" t="56209" b="4762"/>
          <a:stretch xmlns:a="http://schemas.openxmlformats.org/drawingml/2006/main"/>
        </p:blipFill>
        <p:spPr>
          <a:xfrm xmlns:a="http://schemas.openxmlformats.org/drawingml/2006/main">
            <a:off x="3606397" y="3882703"/>
            <a:ext cx="5120071" cy="227679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89864-FE24-436C-8AAB-9A410060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340" y="2095500"/>
            <a:ext cx="5569759" cy="456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light from a hot, dense object passes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CF7A0-2A11-4483-BE02-AE7555E4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643" y="2436164"/>
            <a:ext cx="6267750" cy="45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through a cooler, low density gas, the result is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CC6A8-AC11-4D38-8B11-B99BC63F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952" y="2778327"/>
            <a:ext cx="2844915" cy="45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absorption spectrum.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8AA37-AA1D-4C5F-A2EE-32F42ED4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539" y="2778303"/>
            <a:ext cx="3480622" cy="4570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absorption lines are at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F7C38-8C9A-4DFC-9FA4-47695028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840" y="3118545"/>
            <a:ext cx="6284812" cy="4565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location as the emission lines would be.</a:t>
            </a:r>
          </a:p>
        </p:txBody>
      </p:sp>
    </p:spTree>
    <p:extLst>
      <p:ext uri="{BB962C8B-B14F-4D97-AF65-F5344CB8AC3E}">
        <p14:creationId xmlns:p14="http://schemas.microsoft.com/office/powerpoint/2010/main" val="1617569639"/>
      </p:ext>
    </p:extLst>
  </p:cSld>
</p:sld>
</file>

<file path=ppt/slides/slide5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Light and telescopes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EFAA6-97AE-4F63-8693-5491027C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987" y="2095500"/>
            <a:ext cx="5340027" cy="608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Let’s look at some examples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CBF07-A54B-4B1B-9308-2EEE7EFD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283" y="2548609"/>
            <a:ext cx="344798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laws in action.</a:t>
            </a:r>
          </a:p>
        </p:txBody>
      </p:sp>
    </p:spTree>
    <p:extLst>
      <p:ext uri="{BB962C8B-B14F-4D97-AF65-F5344CB8AC3E}">
        <p14:creationId xmlns:p14="http://schemas.microsoft.com/office/powerpoint/2010/main" val="18095713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Light and telescopes</dc:title>
  <dcterms:created xsi:type="dcterms:W3CDTF">2026-09-26T20:03:15.3500000Z</dcterms:created>
  <dcterms:modified xsi:type="dcterms:W3CDTF">2026-09-26T20:03:15.3500000Z</dcterms:modified>
</coreProperties>
</file>