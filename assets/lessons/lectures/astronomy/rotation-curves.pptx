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9d25bfbb4d4d4f" /><Relationship Type="http://schemas.openxmlformats.org/officeDocument/2006/relationships/extended-properties" Target="/docProps/app.xml" Id="Rffec36eef47d450f" /><Relationship Type="http://schemas.openxmlformats.org/officeDocument/2006/relationships/officeDocument" Target="/ppt/presentation.xml" Id="R8bd9f198c25e4d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83f4a75a3e4904"/>
  </p:sldMasterIdLst>
  <p:notesMasterIdLst>
    <p:notesMasterId xmlns:r="http://schemas.openxmlformats.org/officeDocument/2006/relationships" r:id="R4bdb042f085d4873"/>
  </p:notesMasterIdLst>
  <p:sldIdLst>
    <p:sldId xmlns:r="http://schemas.openxmlformats.org/officeDocument/2006/relationships" id="256" r:id="R4b96d297dc9b48cd"/>
    <p:sldId xmlns:r="http://schemas.openxmlformats.org/officeDocument/2006/relationships" id="257" r:id="Rb50c00d1597346a9"/>
    <p:sldId xmlns:r="http://schemas.openxmlformats.org/officeDocument/2006/relationships" id="258" r:id="R4fc5293fe9b342f3"/>
    <p:sldId xmlns:r="http://schemas.openxmlformats.org/officeDocument/2006/relationships" id="259" r:id="Re97266a62dd64b30"/>
    <p:sldId xmlns:r="http://schemas.openxmlformats.org/officeDocument/2006/relationships" id="260" r:id="R1e304b5626e84604"/>
    <p:sldId xmlns:r="http://schemas.openxmlformats.org/officeDocument/2006/relationships" id="261" r:id="Rba585790f3ca4a05"/>
    <p:sldId xmlns:r="http://schemas.openxmlformats.org/officeDocument/2006/relationships" id="262" r:id="Rf5f210650f844bec"/>
    <p:sldId xmlns:r="http://schemas.openxmlformats.org/officeDocument/2006/relationships" id="263" r:id="R1a1a88cd55e64887"/>
    <p:sldId xmlns:r="http://schemas.openxmlformats.org/officeDocument/2006/relationships" id="264" r:id="R577424b5499448fe"/>
    <p:sldId xmlns:r="http://schemas.openxmlformats.org/officeDocument/2006/relationships" id="265" r:id="Ra90484649d0040a3"/>
    <p:sldId xmlns:r="http://schemas.openxmlformats.org/officeDocument/2006/relationships" id="266" r:id="R9464601007c54b82"/>
    <p:sldId xmlns:r="http://schemas.openxmlformats.org/officeDocument/2006/relationships" id="267" r:id="Rc16555cbfe3b4490"/>
  </p:sldIdLst>
  <p:sldSz cx="10083800" cy="8242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806a6d547543ef" /><Relationship Type="http://schemas.openxmlformats.org/officeDocument/2006/relationships/slideMaster" Target="/ppt/slideMasters/slideMaster1.xml" Id="R7983f4a75a3e4904" /><Relationship Type="http://schemas.openxmlformats.org/officeDocument/2006/relationships/notesMaster" Target="/ppt/notesMasters/notesMaster1.xml" Id="R4bdb042f085d4873" /><Relationship Type="http://schemas.openxmlformats.org/officeDocument/2006/relationships/presProps" Target="/ppt/presProps.xml" Id="R0335e78926dc42e0" /><Relationship Type="http://schemas.openxmlformats.org/officeDocument/2006/relationships/tableStyles" Target="/ppt/tableStyles.xml" Id="R25218ac0b8924e96" /><Relationship Type="http://schemas.openxmlformats.org/officeDocument/2006/relationships/slide" Target="/ppt/slides/slide1.xml" Id="R4b96d297dc9b48cd" /><Relationship Type="http://schemas.openxmlformats.org/officeDocument/2006/relationships/slide" Target="/ppt/slides/slide2.xml" Id="Rb50c00d1597346a9" /><Relationship Type="http://schemas.openxmlformats.org/officeDocument/2006/relationships/slide" Target="/ppt/slides/slide3.xml" Id="R4fc5293fe9b342f3" /><Relationship Type="http://schemas.openxmlformats.org/officeDocument/2006/relationships/slide" Target="/ppt/slides/slide4.xml" Id="Re97266a62dd64b30" /><Relationship Type="http://schemas.openxmlformats.org/officeDocument/2006/relationships/slide" Target="/ppt/slides/slide5.xml" Id="R1e304b5626e84604" /><Relationship Type="http://schemas.openxmlformats.org/officeDocument/2006/relationships/slide" Target="/ppt/slides/slide6.xml" Id="Rba585790f3ca4a05" /><Relationship Type="http://schemas.openxmlformats.org/officeDocument/2006/relationships/slide" Target="/ppt/slides/slide7.xml" Id="Rf5f210650f844bec" /><Relationship Type="http://schemas.openxmlformats.org/officeDocument/2006/relationships/slide" Target="/ppt/slides/slide8.xml" Id="R1a1a88cd55e64887" /><Relationship Type="http://schemas.openxmlformats.org/officeDocument/2006/relationships/slide" Target="/ppt/slides/slide9.xml" Id="R577424b5499448fe" /><Relationship Type="http://schemas.openxmlformats.org/officeDocument/2006/relationships/slide" Target="/ppt/slides/slide10.xml" Id="Ra90484649d0040a3" /><Relationship Type="http://schemas.openxmlformats.org/officeDocument/2006/relationships/slide" Target="/ppt/slides/slide11.xml" Id="R9464601007c54b82" /><Relationship Type="http://schemas.openxmlformats.org/officeDocument/2006/relationships/slide" Target="/ppt/slides/slide12.xml" Id="Rc16555cbfe3b44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1134c036214b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88a22f2dcc4b69" /><Relationship Type="http://schemas.openxmlformats.org/officeDocument/2006/relationships/notesMaster" Target="/ppt/notesMasters/notesMaster1.xml" Id="R6dcb46d13d9743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bba4b3ab964d26" /><Relationship Type="http://schemas.openxmlformats.org/officeDocument/2006/relationships/notesMaster" Target="/ppt/notesMasters/notesMaster1.xml" Id="Rb1c04b2d7d5e4f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91754c524d44b3" /><Relationship Type="http://schemas.openxmlformats.org/officeDocument/2006/relationships/notesMaster" Target="/ppt/notesMasters/notesMaster1.xml" Id="R91f5daf8827e44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77535dd852492d" /><Relationship Type="http://schemas.openxmlformats.org/officeDocument/2006/relationships/notesMaster" Target="/ppt/notesMasters/notesMaster1.xml" Id="Ra1303ef4b4a047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68b1fb10214c3a" /><Relationship Type="http://schemas.openxmlformats.org/officeDocument/2006/relationships/notesMaster" Target="/ppt/notesMasters/notesMaster1.xml" Id="R0eee4993476f43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0e264225124b66" /><Relationship Type="http://schemas.openxmlformats.org/officeDocument/2006/relationships/notesMaster" Target="/ppt/notesMasters/notesMaster1.xml" Id="R7de01851395d41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d0c89fa23949ec" /><Relationship Type="http://schemas.openxmlformats.org/officeDocument/2006/relationships/notesMaster" Target="/ppt/notesMasters/notesMaster1.xml" Id="R8269594785e848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de23af8649482e" /><Relationship Type="http://schemas.openxmlformats.org/officeDocument/2006/relationships/notesMaster" Target="/ppt/notesMasters/notesMaster1.xml" Id="R0ddf09057cd544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eb42e6ea8f448c" /><Relationship Type="http://schemas.openxmlformats.org/officeDocument/2006/relationships/notesMaster" Target="/ppt/notesMasters/notesMaster1.xml" Id="R8e5c34527a034e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fa86dc694e4bc1" /><Relationship Type="http://schemas.openxmlformats.org/officeDocument/2006/relationships/notesMaster" Target="/ppt/notesMasters/notesMaster1.xml" Id="R5d0e38293ec545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f39814d11b431d" /><Relationship Type="http://schemas.openxmlformats.org/officeDocument/2006/relationships/notesMaster" Target="/ppt/notesMasters/notesMaster1.xml" Id="R5ba5cd3f622447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5efa74f76d4758" /><Relationship Type="http://schemas.openxmlformats.org/officeDocument/2006/relationships/notesMaster" Target="/ppt/notesMasters/notesMaster1.xml" Id="R5e918f85304945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assets/lessons/lectures/astronomy/rotation-curves.pdf, page 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assets/lessons/lectures/astronomy/rotation-curves.pdf, page 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assets/lessons/lectures/astronomy/rotation-curves.pdf, page 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assets/lessons/lectures/astronomy/rotation-curves.pdf, page 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assets/lessons/lectures/astronomy/rotation-curves.pdf, page 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assets/lessons/lectures/astronomy/rotation-curves.pdf, page 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assets/lessons/lectures/astronomy/rotation-curves.pdf, page 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assets/lessons/lectures/astronomy/rotation-curves.pdf, page 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assets/lessons/lectures/astronomy/rotation-curves.pdf, page 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assets/lessons/lectures/astronomy/rotation-curves.pdf, page 10.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assets/lessons/lectures/astronomy/rotation-curves.pdf, page 11.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assets/lessons/lectures/astronomy/rotation-curves.pdf, page 12.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8875f45f642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8bf8d8aeea41d9" /><Relationship Type="http://schemas.openxmlformats.org/officeDocument/2006/relationships/slideLayout" Target="/ppt/slideLayouts/slideLayout1.xml" Id="Rac7a5ad42d234e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7a5ad42d234e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36f6b93c34e9b" /><Relationship Type="http://schemas.openxmlformats.org/officeDocument/2006/relationships/image" Target="/ppt/media/image.png" Id="R57126195cf374c16" /><Relationship Type="http://schemas.openxmlformats.org/officeDocument/2006/relationships/notesSlide" Target="/ppt/notesSlides/notesSlide1.xml" Id="Rde323f57417d49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866a6879f4275" /><Relationship Type="http://schemas.openxmlformats.org/officeDocument/2006/relationships/image" Target="/ppt/media/image2.png" Id="R81120349bddb41d1" /><Relationship Type="http://schemas.openxmlformats.org/officeDocument/2006/relationships/notesSlide" Target="/ppt/notesSlides/notesSlide2.xml" Id="Ra9ffa27f20f0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a8e1c8085477c" /><Relationship Type="http://schemas.openxmlformats.org/officeDocument/2006/relationships/image" Target="/ppt/media/image3.png" Id="R7dc63525c1cd4c68" /><Relationship Type="http://schemas.openxmlformats.org/officeDocument/2006/relationships/notesSlide" Target="/ppt/notesSlides/notesSlide3.xml" Id="R9881763277a946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82e0765304528" /><Relationship Type="http://schemas.openxmlformats.org/officeDocument/2006/relationships/image" Target="/ppt/media/image4.png" Id="R93cf9f8eecb846f6" /><Relationship Type="http://schemas.openxmlformats.org/officeDocument/2006/relationships/notesSlide" Target="/ppt/notesSlides/notesSlide4.xml" Id="R3f70f286c3dd4f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361ed61504918" /><Relationship Type="http://schemas.openxmlformats.org/officeDocument/2006/relationships/image" Target="/ppt/media/image5.png" Id="Rf5fd638c244943c2" /><Relationship Type="http://schemas.openxmlformats.org/officeDocument/2006/relationships/notesSlide" Target="/ppt/notesSlides/notesSlide5.xml" Id="R7eeeb693bb304a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bed8757c343a3" /><Relationship Type="http://schemas.openxmlformats.org/officeDocument/2006/relationships/image" Target="/ppt/media/image6.png" Id="Rd67a3e4df33140b8" /><Relationship Type="http://schemas.openxmlformats.org/officeDocument/2006/relationships/notesSlide" Target="/ppt/notesSlides/notesSlide6.xml" Id="Rd90e53edbc9c43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afdbd3ffe4458" /><Relationship Type="http://schemas.openxmlformats.org/officeDocument/2006/relationships/image" Target="/ppt/media/image7.png" Id="R26c3a19623de4b5d" /><Relationship Type="http://schemas.openxmlformats.org/officeDocument/2006/relationships/notesSlide" Target="/ppt/notesSlides/notesSlide7.xml" Id="Rc252bb34b12346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e9d7143b14460" /><Relationship Type="http://schemas.openxmlformats.org/officeDocument/2006/relationships/image" Target="/ppt/media/image8.png" Id="R5d3ad7d307b64f87" /><Relationship Type="http://schemas.openxmlformats.org/officeDocument/2006/relationships/notesSlide" Target="/ppt/notesSlides/notesSlide8.xml" Id="Re39bac05e8734f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4c7cdf8504f0a" /><Relationship Type="http://schemas.openxmlformats.org/officeDocument/2006/relationships/image" Target="/ppt/media/image9.png" Id="Re8b8915f84244e59" /><Relationship Type="http://schemas.openxmlformats.org/officeDocument/2006/relationships/notesSlide" Target="/ppt/notesSlides/notesSlide9.xml" Id="R7bb53a15db7e47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03cb612bf4cac" /><Relationship Type="http://schemas.openxmlformats.org/officeDocument/2006/relationships/image" Target="/ppt/media/image10.png" Id="R967b0b89957c4f25" /><Relationship Type="http://schemas.openxmlformats.org/officeDocument/2006/relationships/notesSlide" Target="/ppt/notesSlides/notesSlide10.xml" Id="R2a4d8fa5638340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f93faad514b0c" /><Relationship Type="http://schemas.openxmlformats.org/officeDocument/2006/relationships/image" Target="/ppt/media/image11.png" Id="Rc70652b1c7bf4a40" /><Relationship Type="http://schemas.openxmlformats.org/officeDocument/2006/relationships/notesSlide" Target="/ppt/notesSlides/notesSlide11.xml" Id="Rc962f06a0c4041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e53e564f84708" /><Relationship Type="http://schemas.openxmlformats.org/officeDocument/2006/relationships/image" Target="/ppt/media/image12.png" Id="R84bf79f785084342" /><Relationship Type="http://schemas.openxmlformats.org/officeDocument/2006/relationships/notesSlide" Target="/ppt/notesSlides/notesSlide12.xml" Id="Rb1b7a78f38c34d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26195cf374c16"/>
          <a:stretch xmlns:a="http://schemas.openxmlformats.org/drawingml/2006/main"/>
        </p:blipFill>
        <p:spPr>
          <a:xfrm xmlns:a="http://schemas.openxmlformats.org/drawingml/2006/main">
            <a:off x="1816" y="342900"/>
            <a:ext cx="10080168" cy="7556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C106F-3304-4663-88A4-B644CFA5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570" y="931672"/>
            <a:ext cx="4293369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Galactic Rotation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410EE-DA3D-4030-B9EF-A0FC2BD5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94650"/>
            <a:ext cx="884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5A335-BE28-42C7-869E-0A72B17C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7994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 of 12</a:t>
            </a:r>
          </a:p>
        </p:txBody>
      </p:sp>
      <p:sp>
        <p:nvSpPr>
          <p:cNvPr id="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8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612429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20349bddb41d1"/>
          <a:stretch xmlns:a="http://schemas.openxmlformats.org/drawingml/2006/main"/>
        </p:blipFill>
        <p:spPr>
          <a:xfrm xmlns:a="http://schemas.openxmlformats.org/drawingml/2006/main">
            <a:off x="1816" y="342900"/>
            <a:ext cx="10080168" cy="7556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87A24-4DF2-4879-B2F1-3A40F005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210" y="931672"/>
            <a:ext cx="5223766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Galactic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904D3-C647-450D-A612-B6C910CE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94650"/>
            <a:ext cx="884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F8EE2-A4EE-4C19-A36E-17E94CAE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7994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 of 12</a:t>
            </a:r>
          </a:p>
        </p:txBody>
      </p:sp>
      <p:sp>
        <p:nvSpPr>
          <p:cNvPr id="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8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922101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63525c1cd4c68"/>
          <a:stretch xmlns:a="http://schemas.openxmlformats.org/drawingml/2006/main"/>
        </p:blipFill>
        <p:spPr>
          <a:xfrm xmlns:a="http://schemas.openxmlformats.org/drawingml/2006/main">
            <a:off x="1816" y="342900"/>
            <a:ext cx="10080168" cy="7556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34C8D-507C-400C-9AC8-F9BF0DE5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94650"/>
            <a:ext cx="884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14E1C-E414-4F30-A219-3D7ECE16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7994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 of 12</a:t>
            </a:r>
          </a:p>
        </p:txBody>
      </p:sp>
      <p:sp>
        <p:nvSpPr>
          <p:cNvPr id="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8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537326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f9f8eecb846f6"/>
          <a:stretch xmlns:a="http://schemas.openxmlformats.org/drawingml/2006/main"/>
        </p:blipFill>
        <p:spPr>
          <a:xfrm xmlns:a="http://schemas.openxmlformats.org/drawingml/2006/main">
            <a:off x="1816" y="342900"/>
            <a:ext cx="10080168" cy="7556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52C48-5AC0-4708-AA98-445896F7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94650"/>
            <a:ext cx="884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19660-A487-45A2-85A8-DE383E1B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7994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 of 12</a:t>
            </a:r>
          </a:p>
        </p:txBody>
      </p:sp>
      <p:sp>
        <p:nvSpPr>
          <p:cNvPr id="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8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2219345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d638c244943c2"/>
          <a:stretch xmlns:a="http://schemas.openxmlformats.org/drawingml/2006/main"/>
        </p:blipFill>
        <p:spPr>
          <a:xfrm xmlns:a="http://schemas.openxmlformats.org/drawingml/2006/main">
            <a:off x="1816" y="342900"/>
            <a:ext cx="10080168" cy="7556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6A44B-A449-48F3-BCBA-CAEAB3AA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0" y="2490216"/>
            <a:ext cx="2184400" cy="34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Positive Latitudes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755E6-33BD-4C7F-A9B2-94A406DA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270" y="5677154"/>
            <a:ext cx="1926103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Negative Latitudes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5F7C7-9102-4374-BBA4-ED6C9E9C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032910"/>
            <a:ext cx="1584865" cy="331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3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 deg. Longitude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7E2E5-BCEE-4C70-A57C-02587E10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889" y="3850030"/>
            <a:ext cx="845634" cy="331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3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180 deg.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4BE78-B5FB-4BDA-8A24-2946B306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889" y="4082440"/>
            <a:ext cx="948933" cy="331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3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Longitude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CD4E5-01AC-4A7C-B9EB-B268FF9C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" y="3796690"/>
            <a:ext cx="846879" cy="331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3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180 deg.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69872-BA3A-46E1-9103-A413B8B5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" y="4029100"/>
            <a:ext cx="950385" cy="331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3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Longitude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579A1-7C91-45A7-89F6-27419709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94650"/>
            <a:ext cx="884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8F8CF-C9B7-4BE1-8624-B2676403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7994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5 of 12</a:t>
            </a:r>
          </a:p>
        </p:txBody>
      </p:sp>
      <p:sp>
        <p:nvSpPr>
          <p:cNvPr id="13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4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8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5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6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062150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a3e4df33140b8"/>
          <a:stretch xmlns:a="http://schemas.openxmlformats.org/drawingml/2006/main"/>
        </p:blipFill>
        <p:spPr>
          <a:xfrm xmlns:a="http://schemas.openxmlformats.org/drawingml/2006/main">
            <a:off x="1816" y="342900"/>
            <a:ext cx="10080168" cy="7556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2708A-F7C1-4704-9F27-DE85C35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0" y="3221736"/>
            <a:ext cx="2184400" cy="34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Positive Latitudes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1228C-2042-4C7D-9EE0-27A056BE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80" y="5656834"/>
            <a:ext cx="192633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Negative Latitudes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212A6-DF8E-4342-90DB-CC547979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1" y="4672990"/>
            <a:ext cx="1586527" cy="331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3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 deg. Longitude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F58DC-C6BD-4721-9716-4279E97C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94650"/>
            <a:ext cx="884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C889B-C319-462A-9C5A-5536985E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7994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6 of 12</a:t>
            </a:r>
          </a:p>
        </p:txBody>
      </p:sp>
      <p:sp>
        <p:nvSpPr>
          <p:cNvPr id="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8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1464557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3a19623de4b5d"/>
          <a:stretch xmlns:a="http://schemas.openxmlformats.org/drawingml/2006/main"/>
        </p:blipFill>
        <p:spPr>
          <a:xfrm xmlns:a="http://schemas.openxmlformats.org/drawingml/2006/main">
            <a:off x="1816" y="342900"/>
            <a:ext cx="10080168" cy="7556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85228-6EA0-4913-A78F-6B4963B5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700" y="666750"/>
            <a:ext cx="6944373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Galactic Center Cylindrical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827C6-2550-49DE-8F8A-C9902327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60" y="1258570"/>
            <a:ext cx="3085088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10BFA-FD4C-4BB9-B22E-2F8FBD59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94650"/>
            <a:ext cx="884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D21DB-D473-4E64-A824-47C28F7E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7994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7 of 12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8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1021669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ad7d307b64f87"/>
          <a:stretch xmlns:a="http://schemas.openxmlformats.org/drawingml/2006/main"/>
        </p:blipFill>
        <p:spPr>
          <a:xfrm xmlns:a="http://schemas.openxmlformats.org/drawingml/2006/main">
            <a:off x="1816" y="342900"/>
            <a:ext cx="10080168" cy="7556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8124C-7403-4282-9B1A-9308A6C3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020" y="1105814"/>
            <a:ext cx="3951510" cy="442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Observations of Stars Show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26EF4-20C5-4466-9592-B61664F5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94650"/>
            <a:ext cx="884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973C5-9E67-4AAB-AB74-4BE8F243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7994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8 of 12</a:t>
            </a:r>
          </a:p>
        </p:txBody>
      </p:sp>
      <p:sp>
        <p:nvSpPr>
          <p:cNvPr id="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8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8158715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8915f84244e59"/>
          <a:stretch xmlns:a="http://schemas.openxmlformats.org/drawingml/2006/main"/>
        </p:blipFill>
        <p:spPr>
          <a:xfrm xmlns:a="http://schemas.openxmlformats.org/drawingml/2006/main">
            <a:off x="1816" y="342900"/>
            <a:ext cx="10080168" cy="7556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3572F-C5D7-4252-8FBE-F3B12FDC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70" y="5311039"/>
            <a:ext cx="1998988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Radial (solid) 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566B8-B2B0-49C1-BB8C-08857C37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70" y="5591708"/>
            <a:ext cx="228086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transverse (dashed)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B0268-FC17-41C0-8667-89550677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70" y="5872379"/>
            <a:ext cx="1622549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velocities as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4620D-0279-4B4F-970B-DFBA888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70" y="6151779"/>
            <a:ext cx="1271513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function of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9406A-B2E0-4AE0-B4BA-31719439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410" y="6151779"/>
            <a:ext cx="164833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1EF06-72CF-4D7A-837A-64672D5F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70" y="6432448"/>
            <a:ext cx="2406353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Dependence is sin (2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BC67C-F52A-4ED8-A59F-068A251B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790" y="6432448"/>
            <a:ext cx="93924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DAAD5-C41B-4D73-9D03-48ACA60E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40" y="6432448"/>
            <a:ext cx="121836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9EAAA-BA55-45FE-8E90-0DFC3EF5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94650"/>
            <a:ext cx="884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89376-B49D-48F3-97AD-9DA7DB42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7994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9 of 12</a:t>
            </a:r>
          </a:p>
        </p:txBody>
      </p:sp>
      <p:sp>
        <p:nvSpPr>
          <p:cNvPr id="14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5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8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6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7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8464198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b0b89957c4f25"/>
          <a:stretch xmlns:a="http://schemas.openxmlformats.org/drawingml/2006/main"/>
        </p:blipFill>
        <p:spPr>
          <a:xfrm xmlns:a="http://schemas.openxmlformats.org/drawingml/2006/main">
            <a:off x="1816" y="342900"/>
            <a:ext cx="10080168" cy="7556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38E9E-9249-4E1D-A0D7-240C67F9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" y="2590698"/>
            <a:ext cx="1175204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Milky 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00F9D-0DF2-486C-BDA4-7066FA82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12308"/>
            <a:ext cx="1466141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galaxy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AAB35-72DB-49FA-BB54-445C115C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94650"/>
            <a:ext cx="884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84F95-42D7-4764-8842-B92F713F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7994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10 of 12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8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74134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652b1c7bf4a40"/>
          <a:stretch xmlns:a="http://schemas.openxmlformats.org/drawingml/2006/main"/>
        </p:blipFill>
        <p:spPr>
          <a:xfrm xmlns:a="http://schemas.openxmlformats.org/drawingml/2006/main">
            <a:off x="1816" y="342900"/>
            <a:ext cx="10080168" cy="7556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69BB9-EC47-408C-B068-05978614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94650"/>
            <a:ext cx="884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44EFD-A1BC-470F-9298-770B341F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7994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11 of 12</a:t>
            </a:r>
          </a:p>
        </p:txBody>
      </p:sp>
      <p:sp>
        <p:nvSpPr>
          <p:cNvPr id="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8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1589739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f79f785084342"/>
          <a:stretch xmlns:a="http://schemas.openxmlformats.org/drawingml/2006/main"/>
        </p:blipFill>
        <p:spPr>
          <a:xfrm xmlns:a="http://schemas.openxmlformats.org/drawingml/2006/main">
            <a:off x="1816" y="342900"/>
            <a:ext cx="10080168" cy="7556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41EBE-A8FC-4942-BE46-24C78C79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94650"/>
            <a:ext cx="884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B3D70-504C-4FBD-BC3B-CFC94327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7994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12 of 12</a:t>
            </a:r>
          </a:p>
        </p:txBody>
      </p:sp>
      <p:sp>
        <p:nvSpPr>
          <p:cNvPr id="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8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39344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WVU DSPIRA</dc:creator>
  <lastModifiedBy>WVU DSPIRA</lastModifiedBy>
  <dc:title>Rotation curves</dc:title>
  <dcterms:created xsi:type="dcterms:W3CDTF">2026-09-26T20:03:18.2660000Z</dcterms:created>
  <dcterms:modified xsi:type="dcterms:W3CDTF">2026-09-26T20:03:18.2660000Z</dcterms:modified>
</coreProperties>
</file>