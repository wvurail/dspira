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9d25bfbb4d4d4f" /><Relationship Type="http://schemas.openxmlformats.org/officeDocument/2006/relationships/extended-properties" Target="/docProps/app.xml" Id="Rffec36eef47d450f" /><Relationship Type="http://schemas.openxmlformats.org/officeDocument/2006/relationships/officeDocument" Target="/ppt/presentation.xml" Id="R8bd9f198c25e4d3f" /></Relationships>
</file>

<file path=ppt/presentation.xml><?xml version="1.0" encoding="utf-8"?>
<p:presentation xmlns:p="http://schemas.openxmlformats.org/presentationml/2006/main">
  <p:sldMasterIdLst>
    <p:sldMasterId xmlns:ns0="http://schemas.openxmlformats.org/officeDocument/2006/relationships" id="2147483648" ns0:id="rIdWvuMaster"/>
  </p:sldMasterIdLst>
  <p:notesMasterIdLst>
    <p:notesMasterId xmlns:r="http://schemas.openxmlformats.org/officeDocument/2006/relationships" r:id="R4bdb042f085d4873"/>
  </p:notesMasterIdLst>
  <p:sldIdLst>
    <p:sldId xmlns:r="http://schemas.openxmlformats.org/officeDocument/2006/relationships" id="256" r:id="R4b96d297dc9b48cd"/>
    <p:sldId xmlns:r="http://schemas.openxmlformats.org/officeDocument/2006/relationships" id="257" r:id="Rb50c00d1597346a9"/>
    <p:sldId xmlns:r="http://schemas.openxmlformats.org/officeDocument/2006/relationships" id="258" r:id="R4fc5293fe9b342f3"/>
    <p:sldId xmlns:r="http://schemas.openxmlformats.org/officeDocument/2006/relationships" id="259" r:id="Re97266a62dd64b30"/>
    <p:sldId xmlns:r="http://schemas.openxmlformats.org/officeDocument/2006/relationships" id="260" r:id="R1e304b5626e84604"/>
    <p:sldId xmlns:r="http://schemas.openxmlformats.org/officeDocument/2006/relationships" id="261" r:id="Rba585790f3ca4a05"/>
    <p:sldId xmlns:r="http://schemas.openxmlformats.org/officeDocument/2006/relationships" id="262" r:id="Rf5f210650f844bec"/>
    <p:sldId xmlns:r="http://schemas.openxmlformats.org/officeDocument/2006/relationships" id="263" r:id="R1a1a88cd55e64887"/>
    <p:sldId xmlns:r="http://schemas.openxmlformats.org/officeDocument/2006/relationships" id="264" r:id="R577424b5499448fe"/>
    <p:sldId xmlns:r="http://schemas.openxmlformats.org/officeDocument/2006/relationships" id="265" r:id="Ra90484649d0040a3"/>
    <p:sldId xmlns:r="http://schemas.openxmlformats.org/officeDocument/2006/relationships" id="266" r:id="R9464601007c54b82"/>
    <p:sldId xmlns:r="http://schemas.openxmlformats.org/officeDocument/2006/relationships" id="267" r:id="Rc16555cbfe3b449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67806a6d547543ef"/><Relationship Type="http://schemas.openxmlformats.org/officeDocument/2006/relationships/notesMaster" Target="/ppt/notesMasters/notesMaster1.xml" Id="R4bdb042f085d4873"/><Relationship Type="http://schemas.openxmlformats.org/officeDocument/2006/relationships/presProps" Target="/ppt/presProps.xml" Id="R0335e78926dc42e0"/><Relationship Type="http://schemas.openxmlformats.org/officeDocument/2006/relationships/tableStyles" Target="/ppt/tableStyles.xml" Id="R25218ac0b8924e96"/><Relationship Type="http://schemas.openxmlformats.org/officeDocument/2006/relationships/slide" Target="/ppt/slides/slide1.xml" Id="R4b96d297dc9b48cd"/><Relationship Type="http://schemas.openxmlformats.org/officeDocument/2006/relationships/slide" Target="/ppt/slides/slide2.xml" Id="Rb50c00d1597346a9"/><Relationship Type="http://schemas.openxmlformats.org/officeDocument/2006/relationships/slide" Target="/ppt/slides/slide3.xml" Id="R4fc5293fe9b342f3"/><Relationship Type="http://schemas.openxmlformats.org/officeDocument/2006/relationships/slide" Target="/ppt/slides/slide4.xml" Id="Re97266a62dd64b30"/><Relationship Type="http://schemas.openxmlformats.org/officeDocument/2006/relationships/slide" Target="/ppt/slides/slide5.xml" Id="R1e304b5626e84604"/><Relationship Type="http://schemas.openxmlformats.org/officeDocument/2006/relationships/slide" Target="/ppt/slides/slide6.xml" Id="Rba585790f3ca4a05"/><Relationship Type="http://schemas.openxmlformats.org/officeDocument/2006/relationships/slide" Target="/ppt/slides/slide7.xml" Id="Rf5f210650f844bec"/><Relationship Type="http://schemas.openxmlformats.org/officeDocument/2006/relationships/slide" Target="/ppt/slides/slide8.xml" Id="R1a1a88cd55e64887"/><Relationship Type="http://schemas.openxmlformats.org/officeDocument/2006/relationships/slide" Target="/ppt/slides/slide9.xml" Id="R577424b5499448fe"/><Relationship Type="http://schemas.openxmlformats.org/officeDocument/2006/relationships/slide" Target="/ppt/slides/slide10.xml" Id="Ra90484649d0040a3"/><Relationship Type="http://schemas.openxmlformats.org/officeDocument/2006/relationships/slide" Target="/ppt/slides/slide11.xml" Id="R9464601007c54b82"/><Relationship Type="http://schemas.openxmlformats.org/officeDocument/2006/relationships/slide" Target="/ppt/slides/slide12.xml" Id="Rc16555cbfe3b4490"/><Relationship Id="rIdWvuMaster" Type="http://schemas.openxmlformats.org/officeDocument/2006/relationships/slideMaster" Target="slideMasters/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1134c036214b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88a22f2dcc4b69" /><Relationship Type="http://schemas.openxmlformats.org/officeDocument/2006/relationships/notesMaster" Target="/ppt/notesMasters/notesMaster1.xml" Id="R6dcb46d13d9743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bba4b3ab964d26" /><Relationship Type="http://schemas.openxmlformats.org/officeDocument/2006/relationships/notesMaster" Target="/ppt/notesMasters/notesMaster1.xml" Id="Rb1c04b2d7d5e4f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91754c524d44b3" /><Relationship Type="http://schemas.openxmlformats.org/officeDocument/2006/relationships/notesMaster" Target="/ppt/notesMasters/notesMaster1.xml" Id="R91f5daf8827e440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77535dd852492d" /><Relationship Type="http://schemas.openxmlformats.org/officeDocument/2006/relationships/notesMaster" Target="/ppt/notesMasters/notesMaster1.xml" Id="Ra1303ef4b4a047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68b1fb10214c3a" /><Relationship Type="http://schemas.openxmlformats.org/officeDocument/2006/relationships/notesMaster" Target="/ppt/notesMasters/notesMaster1.xml" Id="R0eee4993476f43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0e264225124b66" /><Relationship Type="http://schemas.openxmlformats.org/officeDocument/2006/relationships/notesMaster" Target="/ppt/notesMasters/notesMaster1.xml" Id="R7de01851395d41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5d0c89fa23949ec" /><Relationship Type="http://schemas.openxmlformats.org/officeDocument/2006/relationships/notesMaster" Target="/ppt/notesMasters/notesMaster1.xml" Id="R8269594785e848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5de23af8649482e" /><Relationship Type="http://schemas.openxmlformats.org/officeDocument/2006/relationships/notesMaster" Target="/ppt/notesMasters/notesMaster1.xml" Id="R0ddf09057cd544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eb42e6ea8f448c" /><Relationship Type="http://schemas.openxmlformats.org/officeDocument/2006/relationships/notesMaster" Target="/ppt/notesMasters/notesMaster1.xml" Id="R8e5c34527a034e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fa86dc694e4bc1" /><Relationship Type="http://schemas.openxmlformats.org/officeDocument/2006/relationships/notesMaster" Target="/ppt/notesMasters/notesMaster1.xml" Id="R5d0e38293ec545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cf39814d11b431d" /><Relationship Type="http://schemas.openxmlformats.org/officeDocument/2006/relationships/notesMaster" Target="/ppt/notesMasters/notesMaster1.xml" Id="R5ba5cd3f6224471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5efa74f76d4758" /><Relationship Type="http://schemas.openxmlformats.org/officeDocument/2006/relationships/notesMaster" Target="/ppt/notesMasters/notesMaster1.xml" Id="R5e918f85304945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assets/lessons/lectures/astronomy/rotation-curves.pdf,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b436f6b93c34e9b"/><Relationship Type="http://schemas.openxmlformats.org/officeDocument/2006/relationships/image" Target="/ppt/media/image.png" Id="R57126195cf374c16"/><Relationship Type="http://schemas.openxmlformats.org/officeDocument/2006/relationships/notesSlide" Target="/ppt/notesSlides/notesSlide1.xml" Id="Rde323f57417d49ea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63866a6879f4275"/><Relationship Type="http://schemas.openxmlformats.org/officeDocument/2006/relationships/image" Target="/ppt/media/image2.png" Id="R81120349bddb41d1"/><Relationship Type="http://schemas.openxmlformats.org/officeDocument/2006/relationships/notesSlide" Target="/ppt/notesSlides/notesSlide2.xml" Id="Ra9ffa27f20f0496b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d2a8e1c8085477c"/><Relationship Type="http://schemas.openxmlformats.org/officeDocument/2006/relationships/image" Target="/ppt/media/image3.png" Id="R7dc63525c1cd4c68"/><Relationship Type="http://schemas.openxmlformats.org/officeDocument/2006/relationships/notesSlide" Target="/ppt/notesSlides/notesSlide3.xml" Id="R9881763277a946e5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e682e0765304528"/><Relationship Type="http://schemas.openxmlformats.org/officeDocument/2006/relationships/image" Target="/ppt/media/image4.png" Id="R93cf9f8eecb846f6"/><Relationship Type="http://schemas.openxmlformats.org/officeDocument/2006/relationships/notesSlide" Target="/ppt/notesSlides/notesSlide4.xml" Id="R3f70f286c3dd4f05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b0361ed61504918"/><Relationship Type="http://schemas.openxmlformats.org/officeDocument/2006/relationships/image" Target="/ppt/media/image5.png" Id="Rf5fd638c244943c2"/><Relationship Type="http://schemas.openxmlformats.org/officeDocument/2006/relationships/notesSlide" Target="/ppt/notesSlides/notesSlide5.xml" Id="R7eeeb693bb304ad9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2fbed8757c343a3"/><Relationship Type="http://schemas.openxmlformats.org/officeDocument/2006/relationships/image" Target="/ppt/media/image6.png" Id="Rd67a3e4df33140b8"/><Relationship Type="http://schemas.openxmlformats.org/officeDocument/2006/relationships/notesSlide" Target="/ppt/notesSlides/notesSlide6.xml" Id="Rd90e53edbc9c4333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caafdbd3ffe4458"/><Relationship Type="http://schemas.openxmlformats.org/officeDocument/2006/relationships/image" Target="/ppt/media/image7.png" Id="R26c3a19623de4b5d"/><Relationship Type="http://schemas.openxmlformats.org/officeDocument/2006/relationships/notesSlide" Target="/ppt/notesSlides/notesSlide7.xml" Id="Rc252bb34b12346d8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dce9d7143b14460"/><Relationship Type="http://schemas.openxmlformats.org/officeDocument/2006/relationships/image" Target="/ppt/media/image8.png" Id="R5d3ad7d307b64f87"/><Relationship Type="http://schemas.openxmlformats.org/officeDocument/2006/relationships/notesSlide" Target="/ppt/notesSlides/notesSlide8.xml" Id="Re39bac05e8734f1c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c04c7cdf8504f0a"/><Relationship Type="http://schemas.openxmlformats.org/officeDocument/2006/relationships/image" Target="/ppt/media/image9.png" Id="Re8b8915f84244e59"/><Relationship Type="http://schemas.openxmlformats.org/officeDocument/2006/relationships/notesSlide" Target="/ppt/notesSlides/notesSlide9.xml" Id="R7bb53a15db7e474e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cc03cb612bf4cac"/><Relationship Type="http://schemas.openxmlformats.org/officeDocument/2006/relationships/image" Target="/ppt/media/image10.png" Id="R967b0b89957c4f25"/><Relationship Type="http://schemas.openxmlformats.org/officeDocument/2006/relationships/notesSlide" Target="/ppt/notesSlides/notesSlide10.xml" Id="R2a4d8fa5638340bd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73f93faad514b0c"/><Relationship Type="http://schemas.openxmlformats.org/officeDocument/2006/relationships/image" Target="/ppt/media/image11.png" Id="Rc70652b1c7bf4a40"/><Relationship Type="http://schemas.openxmlformats.org/officeDocument/2006/relationships/notesSlide" Target="/ppt/notesSlides/notesSlide11.xml" Id="Rc962f06a0c40410b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b8e53e564f84708"/><Relationship Type="http://schemas.openxmlformats.org/officeDocument/2006/relationships/image" Target="/ppt/media/image12.png" Id="R84bf79f785084342"/><Relationship Type="http://schemas.openxmlformats.org/officeDocument/2006/relationships/notesSlide" Target="/ppt/notesSlides/notesSlide12.xml" Id="Rb1b7a78f38c34d9b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Rotation</a:t>
            </a:r>
          </a:p>
        </p:txBody>
      </p:sp>
    </p:spTree>
    <p:extLst>
      <p:ext uri="{BB962C8B-B14F-4D97-AF65-F5344CB8AC3E}">
        <p14:creationId xmlns:p14="http://schemas.microsoft.com/office/powerpoint/2010/main" val="1612429564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Coordinates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120349bddb41d1"/>
          <ns0:srcRect xmlns:ns0="http://schemas.openxmlformats.org/drawingml/2006/main" l="18273" r="18201" t="19002" b="4031"/>
          <a:stretch xmlns:a="http://schemas.openxmlformats.org/drawingml/2006/main"/>
        </p:blipFill>
        <p:spPr>
          <a:xfrm xmlns:a="http://schemas.openxmlformats.org/drawingml/2006/main">
            <a:off x="3858773" y="2095500"/>
            <a:ext cx="4474454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101262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Rotation curves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63525c1cd4c68"/>
          <a:stretch xmlns:a="http://schemas.openxmlformats.org/drawingml/2006/main"/>
        </p:blipFill>
        <p:spPr>
          <a:xfrm xmlns:a="http://schemas.openxmlformats.org/drawingml/2006/main">
            <a:off x="3385367" y="2095500"/>
            <a:ext cx="5421267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326737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Rotation curves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f9f8eecb846f6"/>
          <a:stretch xmlns:a="http://schemas.openxmlformats.org/drawingml/2006/main"/>
        </p:blipFill>
        <p:spPr>
          <a:xfrm xmlns:a="http://schemas.openxmlformats.org/drawingml/2006/main">
            <a:off x="3385367" y="2095500"/>
            <a:ext cx="5421267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934531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Rotation curves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fd638c244943c2"/>
          <a:stretch xmlns:a="http://schemas.openxmlformats.org/drawingml/2006/main"/>
        </p:blipFill>
        <p:spPr>
          <a:xfrm xmlns:a="http://schemas.openxmlformats.org/drawingml/2006/main">
            <a:off x="3385367" y="2095500"/>
            <a:ext cx="5421267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36A44B-A449-48F3-BCBA-CAEAB3AA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844" y="3250359"/>
            <a:ext cx="1174803" cy="185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4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14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Positive Latitudes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755E6-33BD-4C7F-A9B2-94A406DA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0754" y="4964342"/>
            <a:ext cx="1035887" cy="1967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6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Negative Latitudes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5F7C7-9102-4374-BBA4-ED6C9E9C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747" y="4080043"/>
            <a:ext cx="852364" cy="178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7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7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 deg. Longitude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F7E2E5-BCEE-4C70-A57C-02587E10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3742" y="3981688"/>
            <a:ext cx="454795" cy="178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7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7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180 deg.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4BE78-B5FB-4BDA-8A24-2946B306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3742" y="4106681"/>
            <a:ext cx="510350" cy="178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7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7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Longitude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7CD4E5-01AC-4A7C-B9EB-B268FF9C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885" y="3953001"/>
            <a:ext cx="455464" cy="178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7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7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180 deg.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B69872-BA3A-46E1-9103-A413B8B5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885" y="4077994"/>
            <a:ext cx="511131" cy="178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7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7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Longitude</a:t>
            </a:r>
          </a:p>
        </p:txBody>
      </p:sp>
    </p:spTree>
    <p:extLst>
      <p:ext uri="{BB962C8B-B14F-4D97-AF65-F5344CB8AC3E}">
        <p14:creationId xmlns:p14="http://schemas.microsoft.com/office/powerpoint/2010/main" val="2062150610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Rotation curves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7a3e4df33140b8"/>
          <a:stretch xmlns:a="http://schemas.openxmlformats.org/drawingml/2006/main"/>
        </p:blipFill>
        <p:spPr>
          <a:xfrm xmlns:a="http://schemas.openxmlformats.org/drawingml/2006/main">
            <a:off x="3385367" y="2095500"/>
            <a:ext cx="5421267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42708A-F7C1-4704-9F27-DE85C357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844" y="3643782"/>
            <a:ext cx="1174803" cy="185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4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14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Positive Latitudes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1228C-2042-4C7D-9EE0-27A056BE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2578" y="4953414"/>
            <a:ext cx="1036012" cy="1967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6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Negative Latitudes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F212A6-DF8E-4342-90DB-CC547979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549" y="4424288"/>
            <a:ext cx="853258" cy="178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7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7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 deg. Longitude</a:t>
            </a:r>
          </a:p>
        </p:txBody>
      </p:sp>
    </p:spTree>
    <p:extLst>
      <p:ext uri="{BB962C8B-B14F-4D97-AF65-F5344CB8AC3E}">
        <p14:creationId xmlns:p14="http://schemas.microsoft.com/office/powerpoint/2010/main" val="2146455706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Galactic Center Cylindrical Coordinates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c3a19623de4b5d"/>
          <ns0:srcRect xmlns:ns0="http://schemas.openxmlformats.org/drawingml/2006/main" l="8993" r="9209" t="23800" b="10557"/>
          <a:stretch xmlns:a="http://schemas.openxmlformats.org/drawingml/2006/main"/>
        </p:blipFill>
        <p:spPr>
          <a:xfrm xmlns:a="http://schemas.openxmlformats.org/drawingml/2006/main">
            <a:off x="2718246" y="2095500"/>
            <a:ext cx="6755509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166920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Rotation curves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ad7d307b64f87"/>
          <ns0:srcRect xmlns:ns0="http://schemas.openxmlformats.org/drawingml/2006/main" l="13813" r="13094" t="23512" b="10749"/>
          <a:stretch xmlns:a="http://schemas.openxmlformats.org/drawingml/2006/main"/>
        </p:blipFill>
        <p:spPr>
          <a:xfrm xmlns:a="http://schemas.openxmlformats.org/drawingml/2006/main">
            <a:off x="3592949" y="2784323"/>
            <a:ext cx="5006101" cy="33751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68124C-7403-4282-9B1A-9308A6C3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9058" y="2095500"/>
            <a:ext cx="2684825" cy="3009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Observations of Stars Show </a:t>
            </a:r>
          </a:p>
        </p:txBody>
      </p:sp>
    </p:spTree>
    <p:extLst>
      <p:ext uri="{BB962C8B-B14F-4D97-AF65-F5344CB8AC3E}">
        <p14:creationId xmlns:p14="http://schemas.microsoft.com/office/powerpoint/2010/main" val="815871517"/>
      </p:ext>
    </p:extLst>
  </p:cSld>
</p:sld>
</file>

<file path=ppt/slides/slide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Rotation curves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b8915f84244e59"/>
          <ns0:srcRect xmlns:ns0="http://schemas.openxmlformats.org/drawingml/2006/main" l="28201" r="31799" t="3263" b="384"/>
          <a:stretch xmlns:a="http://schemas.openxmlformats.org/drawingml/2006/main"/>
        </p:blipFill>
        <p:spPr>
          <a:xfrm xmlns:a="http://schemas.openxmlformats.org/drawingml/2006/main">
            <a:off x="5654356" y="2095500"/>
            <a:ext cx="2250582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53572F-C5D7-4252-8FBE-F3B12FDC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062" y="4730944"/>
            <a:ext cx="1115776" cy="22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Radial (solid) 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566B8-B2B0-49C1-BB8C-08857C37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062" y="4887605"/>
            <a:ext cx="1273113" cy="22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transverse (dashed)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8B0268-FC17-41C0-8667-89550677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062" y="5044268"/>
            <a:ext cx="905659" cy="22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velocities as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F4620D-0279-4B4F-970B-DFBA8882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062" y="5200221"/>
            <a:ext cx="709721" cy="22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function of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29406A-B2E0-4AE0-B4BA-31719439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6090" y="5200221"/>
            <a:ext cx="92005" cy="22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5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5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1EF06-72CF-4D7A-837A-64672D5F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062" y="5356882"/>
            <a:ext cx="1343156" cy="22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Dependence is sin (2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BC67C-F52A-4ED8-A59F-068A251B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9826" y="5356882"/>
            <a:ext cx="52426" cy="22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5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5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CDAAD5-C41B-4D73-9D03-48ACA60E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1726" y="5356882"/>
            <a:ext cx="68005" cy="22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46419846"/>
      </p:ext>
    </p:extLst>
  </p:cSld>
</p:sld>
</file>

<file path=ppt/slides/slide1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Rotation curves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7b0b89957c4f25"/>
          <ns0:srcRect xmlns:ns0="http://schemas.openxmlformats.org/drawingml/2006/main" l="20216" r="25827" t="1344" b="2207"/>
          <a:stretch xmlns:a="http://schemas.openxmlformats.org/drawingml/2006/main"/>
        </p:blipFill>
        <p:spPr>
          <a:xfrm xmlns:a="http://schemas.openxmlformats.org/drawingml/2006/main">
            <a:off x="5010854" y="2095500"/>
            <a:ext cx="3032836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38E9E-9249-4E1D-A0D7-240C67F9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310" y="3292294"/>
            <a:ext cx="655312" cy="224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Milky 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A00F9D-0DF2-486C-BDA4-7066FA82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4964" y="4809905"/>
            <a:ext cx="817543" cy="2243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galaxy</a:t>
            </a:r>
          </a:p>
        </p:txBody>
      </p:sp>
    </p:spTree>
    <p:extLst>
      <p:ext uri="{BB962C8B-B14F-4D97-AF65-F5344CB8AC3E}">
        <p14:creationId xmlns:p14="http://schemas.microsoft.com/office/powerpoint/2010/main" val="74134797"/>
      </p:ext>
    </p:extLst>
  </p:cSld>
</p:sld>
</file>

<file path=ppt/slides/slide1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Rotation curves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0652b1c7bf4a40"/>
          <ns0:srcRect xmlns:ns0="http://schemas.openxmlformats.org/drawingml/2006/main" l="5180" r="4820" t="27351" b="14683"/>
          <a:stretch xmlns:a="http://schemas.openxmlformats.org/drawingml/2006/main"/>
        </p:blipFill>
        <p:spPr>
          <a:xfrm xmlns:a="http://schemas.openxmlformats.org/drawingml/2006/main">
            <a:off x="1887338" y="2095500"/>
            <a:ext cx="8417324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973925"/>
      </p:ext>
    </p:extLst>
  </p:cSld>
</p:sld>
</file>

<file path=ppt/slides/slide1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Rotation curves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bf79f785084342"/>
          <ns0:srcRect xmlns:ns0="http://schemas.openxmlformats.org/drawingml/2006/main" l="35036" r="38993" t="21497" b="5854"/>
          <a:stretch xmlns:a="http://schemas.openxmlformats.org/drawingml/2006/main"/>
        </p:blipFill>
        <p:spPr>
          <a:xfrm xmlns:a="http://schemas.openxmlformats.org/drawingml/2006/main">
            <a:off x="5126975" y="2095500"/>
            <a:ext cx="193805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442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Rotation curves</dc:title>
  <dcterms:created xsi:type="dcterms:W3CDTF">2026-09-26T20:03:18.2660000Z</dcterms:created>
  <dcterms:modified xsi:type="dcterms:W3CDTF">2026-09-26T20:03:18.2660000Z</dcterms:modified>
</coreProperties>
</file>