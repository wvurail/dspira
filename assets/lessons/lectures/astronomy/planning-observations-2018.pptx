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DocumentProperties"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96" r:id="rId3"/>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7543800" cx="9144000"/>
  <p:notesSz cx="7772400" cy="10058400"/>
  <p:embeddedFontLst>
    <p:embeddedFont>
      <p:font typeface="Courgette"/>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ourgette-regular.fntdata"/><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2" name="Shape 232"/>
        <p:cNvGrpSpPr/>
        <p:nvPr/>
      </p:nvGrpSpPr>
      <p:grpSpPr>
        <a:xfrm>
          <a:off x="0" y="0"/>
          <a:ext cx="0" cy="0"/>
          <a:chOff x="0" y="0"/>
          <a:chExt cx="0" cy="0"/>
        </a:xfrm>
      </p:grpSpPr>
      <p:sp>
        <p:nvSpPr>
          <p:cNvPr id="233" name="Google Shape;233;p1: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234" name="Google Shape;234;p1: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g3d2c8daaa8_0_5: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40" name="Google Shape;240;g3d2c8daaa8_0_5: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5" name="Shape 245"/>
        <p:cNvGrpSpPr/>
        <p:nvPr/>
      </p:nvGrpSpPr>
      <p:grpSpPr>
        <a:xfrm>
          <a:off x="0" y="0"/>
          <a:ext cx="0" cy="0"/>
          <a:chOff x="0" y="0"/>
          <a:chExt cx="0" cy="0"/>
        </a:xfrm>
      </p:grpSpPr>
      <p:sp>
        <p:nvSpPr>
          <p:cNvPr id="246" name="Google Shape;246;g3d2c8daaa8_0_12: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47" name="Google Shape;247;g3d2c8daaa8_0_12: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3" name="Shape 253"/>
        <p:cNvGrpSpPr/>
        <p:nvPr/>
      </p:nvGrpSpPr>
      <p:grpSpPr>
        <a:xfrm>
          <a:off x="0" y="0"/>
          <a:ext cx="0" cy="0"/>
          <a:chOff x="0" y="0"/>
          <a:chExt cx="0" cy="0"/>
        </a:xfrm>
      </p:grpSpPr>
      <p:sp>
        <p:nvSpPr>
          <p:cNvPr id="254" name="Google Shape;254;g3d2c8daaa8_0_19: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55" name="Google Shape;255;g3d2c8daaa8_0_19: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g3d2c8daaa8_0_25: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62" name="Google Shape;262;g3d2c8daaa8_0_25: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8" name="Shape 268"/>
        <p:cNvGrpSpPr/>
        <p:nvPr/>
      </p:nvGrpSpPr>
      <p:grpSpPr>
        <a:xfrm>
          <a:off x="0" y="0"/>
          <a:ext cx="0" cy="0"/>
          <a:chOff x="0" y="0"/>
          <a:chExt cx="0" cy="0"/>
        </a:xfrm>
      </p:grpSpPr>
      <p:sp>
        <p:nvSpPr>
          <p:cNvPr id="269" name="Google Shape;269;g3d2c8daaa8_0_32: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70" name="Google Shape;270;g3d2c8daaa8_0_32: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Google Shape;276;g3d2c8daaa8_0_38: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77" name="Google Shape;277;g3d2c8daaa8_0_38: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Google Shape;283;g3d2c8daaa8_0_44: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84" name="Google Shape;284;g3d2c8daaa8_0_44: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8" name="Shape 288"/>
        <p:cNvGrpSpPr/>
        <p:nvPr/>
      </p:nvGrpSpPr>
      <p:grpSpPr>
        <a:xfrm>
          <a:off x="0" y="0"/>
          <a:ext cx="0" cy="0"/>
          <a:chOff x="0" y="0"/>
          <a:chExt cx="0" cy="0"/>
        </a:xfrm>
      </p:grpSpPr>
      <p:sp>
        <p:nvSpPr>
          <p:cNvPr id="289" name="Google Shape;289;g3d2c8daaa8_0_49: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90" name="Google Shape;290;g3d2c8daaa8_0_49: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g3d2c8daaa8_0_56: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298" name="Google Shape;298;g3d2c8daaa8_0_56: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Google Shape;304;g3d2c8daaa8_0_62: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305" name="Google Shape;305;g3d2c8daaa8_0_62: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0" name="Shape 310"/>
        <p:cNvGrpSpPr/>
        <p:nvPr/>
      </p:nvGrpSpPr>
      <p:grpSpPr>
        <a:xfrm>
          <a:off x="0" y="0"/>
          <a:ext cx="0" cy="0"/>
          <a:chOff x="0" y="0"/>
          <a:chExt cx="0" cy="0"/>
        </a:xfrm>
      </p:grpSpPr>
      <p:sp>
        <p:nvSpPr>
          <p:cNvPr id="311" name="Google Shape;311;g3d2c8daaa8_0_68: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312" name="Google Shape;312;g3d2c8daaa8_0_68: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8" name="Shape 318"/>
        <p:cNvGrpSpPr/>
        <p:nvPr/>
      </p:nvGrpSpPr>
      <p:grpSpPr>
        <a:xfrm>
          <a:off x="0" y="0"/>
          <a:ext cx="0" cy="0"/>
          <a:chOff x="0" y="0"/>
          <a:chExt cx="0" cy="0"/>
        </a:xfrm>
      </p:grpSpPr>
      <p:sp>
        <p:nvSpPr>
          <p:cNvPr id="319" name="Google Shape;319;g3d2c8daaa8_0_75: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320" name="Google Shape;320;g3d2c8daaa8_0_75: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5" name="Shape 325"/>
        <p:cNvGrpSpPr/>
        <p:nvPr/>
      </p:nvGrpSpPr>
      <p:grpSpPr>
        <a:xfrm>
          <a:off x="0" y="0"/>
          <a:ext cx="0" cy="0"/>
          <a:chOff x="0" y="0"/>
          <a:chExt cx="0" cy="0"/>
        </a:xfrm>
      </p:grpSpPr>
      <p:sp>
        <p:nvSpPr>
          <p:cNvPr id="326" name="Google Shape;326;g3d2c8daaa8_0_81: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d2c8daaa8_0_81:notes"/>
          <p:cNvSpPr txBox="1"/>
          <p:nvPr>
            <p:ph idx="1" type="body"/>
          </p:nvPr>
        </p:nvSpPr>
        <p:spPr>
          <a:xfrm>
            <a:off x="777240" y="4777740"/>
            <a:ext cx="6217800" cy="4526400"/>
          </a:xfrm>
          <a:prstGeom prst="rect">
            <a:avLst/>
          </a:prstGeom>
          <a:noFill/>
          <a:ln>
            <a:noFill/>
          </a:ln>
        </p:spPr>
        <p:txBody>
          <a:bodyPr anchorCtr="0" anchor="t" bIns="51275" lIns="102600" spcFirstLastPara="1" rIns="102600" wrap="square" tIns="51275">
            <a:noAutofit/>
          </a:bodyPr>
          <a:lstStyle/>
          <a:p>
            <a:pPr indent="0" lvl="0" marL="0" marR="0" rtl="0" algn="l">
              <a:spcBef>
                <a:spcPts val="0"/>
              </a:spcBef>
              <a:spcAft>
                <a:spcPts val="0"/>
              </a:spcAft>
              <a:buNone/>
            </a:pPr>
            <a:r>
              <a:t/>
            </a:r>
            <a:endParaRPr b="0" i="0" sz="1300" u="none" cap="none" strike="noStrike">
              <a:solidFill>
                <a:schemeClr val="dk1"/>
              </a:solidFill>
              <a:latin typeface="Calibri"/>
              <a:ea typeface="Calibri"/>
              <a:cs typeface="Calibri"/>
              <a:sym typeface="Calibri"/>
            </a:endParaRPr>
          </a:p>
        </p:txBody>
      </p:sp>
      <p:sp>
        <p:nvSpPr>
          <p:cNvPr id="328" name="Google Shape;328;g3d2c8daaa8_0_81:notes"/>
          <p:cNvSpPr txBox="1"/>
          <p:nvPr>
            <p:ph idx="12" type="sldNum"/>
          </p:nvPr>
        </p:nvSpPr>
        <p:spPr>
          <a:xfrm>
            <a:off x="4402561" y="9553735"/>
            <a:ext cx="3368100" cy="502800"/>
          </a:xfrm>
          <a:prstGeom prst="rect">
            <a:avLst/>
          </a:prstGeom>
          <a:noFill/>
          <a:ln>
            <a:noFill/>
          </a:ln>
        </p:spPr>
        <p:txBody>
          <a:bodyPr anchorCtr="0" anchor="b" bIns="51275" lIns="102600" spcFirstLastPara="1" rIns="102600" wrap="square" tIns="51275">
            <a:noAutofit/>
          </a:bodyPr>
          <a:lstStyle/>
          <a:p>
            <a:pPr indent="0" lvl="0" marL="0" marR="0" rtl="0" algn="r">
              <a:spcBef>
                <a:spcPts val="0"/>
              </a:spcBef>
              <a:spcAft>
                <a:spcPts val="0"/>
              </a:spcAft>
              <a:buNone/>
            </a:pPr>
            <a:fld id="{00000000-1234-1234-1234-123412341234}" type="slidenum">
              <a:rPr lang="en-US" sz="1300">
                <a:solidFill>
                  <a:schemeClr val="dk1"/>
                </a:solidFill>
                <a:latin typeface="Calibri"/>
                <a:ea typeface="Calibri"/>
                <a:cs typeface="Calibri"/>
                <a:sym typeface="Calibri"/>
              </a:rPr>
              <a:t>‹#›</a:t>
            </a:fld>
            <a:endParaRPr sz="13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g3d2c8daaa8_0_87: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334" name="Google Shape;334;g3d2c8daaa8_0_87:notes"/>
          <p:cNvSpPr/>
          <p:nvPr>
            <p:ph idx="2" type="sldImg"/>
          </p:nvPr>
        </p:nvSpPr>
        <p:spPr>
          <a:xfrm>
            <a:off x="1295400" y="754380"/>
            <a:ext cx="518160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9" name="Shape 339"/>
        <p:cNvGrpSpPr/>
        <p:nvPr/>
      </p:nvGrpSpPr>
      <p:grpSpPr>
        <a:xfrm>
          <a:off x="0" y="0"/>
          <a:ext cx="0" cy="0"/>
          <a:chOff x="0" y="0"/>
          <a:chExt cx="0" cy="0"/>
        </a:xfrm>
      </p:grpSpPr>
      <p:sp>
        <p:nvSpPr>
          <p:cNvPr id="340" name="Google Shape;340;p2: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41" name="Google Shape;341;p2: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6" name="Shape 346"/>
        <p:cNvGrpSpPr/>
        <p:nvPr/>
      </p:nvGrpSpPr>
      <p:grpSpPr>
        <a:xfrm>
          <a:off x="0" y="0"/>
          <a:ext cx="0" cy="0"/>
          <a:chOff x="0" y="0"/>
          <a:chExt cx="0" cy="0"/>
        </a:xfrm>
      </p:grpSpPr>
      <p:sp>
        <p:nvSpPr>
          <p:cNvPr id="347" name="Google Shape;347;p5: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48" name="Google Shape;348;p5: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3" name="Shape 353"/>
        <p:cNvGrpSpPr/>
        <p:nvPr/>
      </p:nvGrpSpPr>
      <p:grpSpPr>
        <a:xfrm>
          <a:off x="0" y="0"/>
          <a:ext cx="0" cy="0"/>
          <a:chOff x="0" y="0"/>
          <a:chExt cx="0" cy="0"/>
        </a:xfrm>
      </p:grpSpPr>
      <p:sp>
        <p:nvSpPr>
          <p:cNvPr id="354" name="Google Shape;354;p3: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55" name="Google Shape;355;p3: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1" name="Shape 361"/>
        <p:cNvGrpSpPr/>
        <p:nvPr/>
      </p:nvGrpSpPr>
      <p:grpSpPr>
        <a:xfrm>
          <a:off x="0" y="0"/>
          <a:ext cx="0" cy="0"/>
          <a:chOff x="0" y="0"/>
          <a:chExt cx="0" cy="0"/>
        </a:xfrm>
      </p:grpSpPr>
      <p:sp>
        <p:nvSpPr>
          <p:cNvPr id="362" name="Google Shape;362;p4: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63" name="Google Shape;363;p4: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8" name="Shape 368"/>
        <p:cNvGrpSpPr/>
        <p:nvPr/>
      </p:nvGrpSpPr>
      <p:grpSpPr>
        <a:xfrm>
          <a:off x="0" y="0"/>
          <a:ext cx="0" cy="0"/>
          <a:chOff x="0" y="0"/>
          <a:chExt cx="0" cy="0"/>
        </a:xfrm>
      </p:grpSpPr>
      <p:sp>
        <p:nvSpPr>
          <p:cNvPr id="369" name="Google Shape;369;p6: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70" name="Google Shape;370;p6: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5" name="Shape 375"/>
        <p:cNvGrpSpPr/>
        <p:nvPr/>
      </p:nvGrpSpPr>
      <p:grpSpPr>
        <a:xfrm>
          <a:off x="0" y="0"/>
          <a:ext cx="0" cy="0"/>
          <a:chOff x="0" y="0"/>
          <a:chExt cx="0" cy="0"/>
        </a:xfrm>
      </p:grpSpPr>
      <p:sp>
        <p:nvSpPr>
          <p:cNvPr id="376" name="Google Shape;376;p7: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77" name="Google Shape;377;p7: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2" name="Shape 382"/>
        <p:cNvGrpSpPr/>
        <p:nvPr/>
      </p:nvGrpSpPr>
      <p:grpSpPr>
        <a:xfrm>
          <a:off x="0" y="0"/>
          <a:ext cx="0" cy="0"/>
          <a:chOff x="0" y="0"/>
          <a:chExt cx="0" cy="0"/>
        </a:xfrm>
      </p:grpSpPr>
      <p:sp>
        <p:nvSpPr>
          <p:cNvPr id="383" name="Google Shape;383;p8: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84" name="Google Shape;384;p8: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8" name="Shape 388"/>
        <p:cNvGrpSpPr/>
        <p:nvPr/>
      </p:nvGrpSpPr>
      <p:grpSpPr>
        <a:xfrm>
          <a:off x="0" y="0"/>
          <a:ext cx="0" cy="0"/>
          <a:chOff x="0" y="0"/>
          <a:chExt cx="0" cy="0"/>
        </a:xfrm>
      </p:grpSpPr>
      <p:sp>
        <p:nvSpPr>
          <p:cNvPr id="389" name="Google Shape;389;p9: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90" name="Google Shape;390;p9:notes"/>
          <p:cNvSpPr/>
          <p:nvPr>
            <p:ph idx="2" type="sldImg"/>
          </p:nvPr>
        </p:nvSpPr>
        <p:spPr>
          <a:xfrm>
            <a:off x="1295650" y="754375"/>
            <a:ext cx="5181850" cy="37719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8" name="Shape 8"/>
        <p:cNvGrpSpPr/>
        <p:nvPr/>
      </p:nvGrpSpPr>
      <p:grpSpPr>
        <a:xfrm>
          <a:off x="0" y="0"/>
          <a:ext cx="0" cy="0"/>
          <a:chOff x="0" y="0"/>
          <a:chExt cx="0" cy="0"/>
        </a:xfrm>
      </p:grpSpPr>
      <p:sp>
        <p:nvSpPr>
          <p:cNvPr id="9" name="Google Shape;9;p2"/>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0" name="Google Shape;10;p2"/>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2" name="Shape 12"/>
        <p:cNvGrpSpPr/>
        <p:nvPr/>
      </p:nvGrpSpPr>
      <p:grpSpPr>
        <a:xfrm>
          <a:off x="0" y="0"/>
          <a:ext cx="0" cy="0"/>
          <a:chOff x="0" y="0"/>
          <a:chExt cx="0" cy="0"/>
        </a:xfrm>
      </p:grpSpPr>
      <p:sp>
        <p:nvSpPr>
          <p:cNvPr id="13" name="Google Shape;13;p4"/>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4" name="Google Shape;14;p4"/>
          <p:cNvSpPr txBox="1"/>
          <p:nvPr>
            <p:ph idx="1" type="subTitle"/>
          </p:nvPr>
        </p:nvSpPr>
        <p:spPr>
          <a:xfrm>
            <a:off x="457200" y="1947420"/>
            <a:ext cx="8229240" cy="397728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5" name="Shape 15"/>
        <p:cNvGrpSpPr/>
        <p:nvPr/>
      </p:nvGrpSpPr>
      <p:grpSpPr>
        <a:xfrm>
          <a:off x="0" y="0"/>
          <a:ext cx="0" cy="0"/>
          <a:chOff x="0" y="0"/>
          <a:chExt cx="0" cy="0"/>
        </a:xfrm>
      </p:grpSpPr>
      <p:sp>
        <p:nvSpPr>
          <p:cNvPr id="16" name="Google Shape;16;p5"/>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7" name="Google Shape;17;p5"/>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8" name="Google Shape;18;p5"/>
          <p:cNvSpPr txBox="1"/>
          <p:nvPr>
            <p:ph idx="2"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9" name="Shape 19"/>
        <p:cNvGrpSpPr/>
        <p:nvPr/>
      </p:nvGrpSpPr>
      <p:grpSpPr>
        <a:xfrm>
          <a:off x="0" y="0"/>
          <a:ext cx="0" cy="0"/>
          <a:chOff x="0" y="0"/>
          <a:chExt cx="0" cy="0"/>
        </a:xfrm>
      </p:grpSpPr>
      <p:sp>
        <p:nvSpPr>
          <p:cNvPr id="20" name="Google Shape;20;p6"/>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21" name="Shape 21"/>
        <p:cNvGrpSpPr/>
        <p:nvPr/>
      </p:nvGrpSpPr>
      <p:grpSpPr>
        <a:xfrm>
          <a:off x="0" y="0"/>
          <a:ext cx="0" cy="0"/>
          <a:chOff x="0" y="0"/>
          <a:chExt cx="0" cy="0"/>
        </a:xfrm>
      </p:grpSpPr>
      <p:sp>
        <p:nvSpPr>
          <p:cNvPr id="22" name="Google Shape;22;p7"/>
          <p:cNvSpPr txBox="1"/>
          <p:nvPr>
            <p:ph idx="1" type="subTitle"/>
          </p:nvPr>
        </p:nvSpPr>
        <p:spPr>
          <a:xfrm>
            <a:off x="457200" y="616500"/>
            <a:ext cx="8229240" cy="530784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8"/>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25" name="Google Shape;25;p8"/>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26" name="Google Shape;26;p8"/>
          <p:cNvSpPr txBox="1"/>
          <p:nvPr>
            <p:ph idx="2"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27" name="Google Shape;27;p8"/>
          <p:cNvSpPr txBox="1"/>
          <p:nvPr>
            <p:ph idx="3"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9"/>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30" name="Google Shape;30;p9"/>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1" name="Google Shape;31;p9"/>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2" name="Google Shape;32;p9"/>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10"/>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35" name="Google Shape;35;p10"/>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6" name="Google Shape;36;p10"/>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7" name="Google Shape;37;p10"/>
          <p:cNvSpPr txBox="1"/>
          <p:nvPr>
            <p:ph idx="3"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38" name="Shape 38"/>
        <p:cNvGrpSpPr/>
        <p:nvPr/>
      </p:nvGrpSpPr>
      <p:grpSpPr>
        <a:xfrm>
          <a:off x="0" y="0"/>
          <a:ext cx="0" cy="0"/>
          <a:chOff x="0" y="0"/>
          <a:chExt cx="0" cy="0"/>
        </a:xfrm>
      </p:grpSpPr>
      <p:sp>
        <p:nvSpPr>
          <p:cNvPr id="39" name="Google Shape;39;p11"/>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40" name="Google Shape;40;p11"/>
          <p:cNvSpPr txBox="1"/>
          <p:nvPr>
            <p:ph idx="1" type="body"/>
          </p:nvPr>
        </p:nvSpPr>
        <p:spPr>
          <a:xfrm>
            <a:off x="457200" y="194742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1" name="Google Shape;41;p11"/>
          <p:cNvSpPr txBox="1"/>
          <p:nvPr>
            <p:ph idx="2"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42" name="Shape 42"/>
        <p:cNvGrpSpPr/>
        <p:nvPr/>
      </p:nvGrpSpPr>
      <p:grpSpPr>
        <a:xfrm>
          <a:off x="0" y="0"/>
          <a:ext cx="0" cy="0"/>
          <a:chOff x="0" y="0"/>
          <a:chExt cx="0" cy="0"/>
        </a:xfrm>
      </p:grpSpPr>
      <p:sp>
        <p:nvSpPr>
          <p:cNvPr id="43" name="Google Shape;43;p12"/>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44" name="Google Shape;44;p12"/>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5" name="Google Shape;45;p12"/>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6" name="Google Shape;46;p12"/>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7" name="Google Shape;47;p12"/>
          <p:cNvSpPr txBox="1"/>
          <p:nvPr>
            <p:ph idx="4"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48" name="Shape 48"/>
        <p:cNvGrpSpPr/>
        <p:nvPr/>
      </p:nvGrpSpPr>
      <p:grpSpPr>
        <a:xfrm>
          <a:off x="0" y="0"/>
          <a:ext cx="0" cy="0"/>
          <a:chOff x="0" y="0"/>
          <a:chExt cx="0" cy="0"/>
        </a:xfrm>
      </p:grpSpPr>
      <p:sp>
        <p:nvSpPr>
          <p:cNvPr id="49" name="Google Shape;49;p13"/>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50" name="Google Shape;50;p13"/>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51" name="Google Shape;51;p13"/>
          <p:cNvSpPr txBox="1"/>
          <p:nvPr>
            <p:ph idx="2"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pic>
        <p:nvPicPr>
          <p:cNvPr id="52" name="Google Shape;52;p13"/>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pic>
        <p:nvPicPr>
          <p:cNvPr id="53" name="Google Shape;53;p13"/>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57" name="Shape 5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58" name="Shape 58"/>
        <p:cNvGrpSpPr/>
        <p:nvPr/>
      </p:nvGrpSpPr>
      <p:grpSpPr>
        <a:xfrm>
          <a:off x="0" y="0"/>
          <a:ext cx="0" cy="0"/>
          <a:chOff x="0" y="0"/>
          <a:chExt cx="0" cy="0"/>
        </a:xfrm>
      </p:grpSpPr>
      <p:sp>
        <p:nvSpPr>
          <p:cNvPr id="59" name="Google Shape;59;p16"/>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0" name="Google Shape;60;p16"/>
          <p:cNvSpPr txBox="1"/>
          <p:nvPr>
            <p:ph idx="1" type="subTitle"/>
          </p:nvPr>
        </p:nvSpPr>
        <p:spPr>
          <a:xfrm>
            <a:off x="457200" y="1947420"/>
            <a:ext cx="8229240" cy="397728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61" name="Shape 61"/>
        <p:cNvGrpSpPr/>
        <p:nvPr/>
      </p:nvGrpSpPr>
      <p:grpSpPr>
        <a:xfrm>
          <a:off x="0" y="0"/>
          <a:ext cx="0" cy="0"/>
          <a:chOff x="0" y="0"/>
          <a:chExt cx="0" cy="0"/>
        </a:xfrm>
      </p:grpSpPr>
      <p:sp>
        <p:nvSpPr>
          <p:cNvPr id="62" name="Google Shape;62;p17"/>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3" name="Google Shape;63;p17"/>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64" name="Shape 64"/>
        <p:cNvGrpSpPr/>
        <p:nvPr/>
      </p:nvGrpSpPr>
      <p:grpSpPr>
        <a:xfrm>
          <a:off x="0" y="0"/>
          <a:ext cx="0" cy="0"/>
          <a:chOff x="0" y="0"/>
          <a:chExt cx="0" cy="0"/>
        </a:xfrm>
      </p:grpSpPr>
      <p:sp>
        <p:nvSpPr>
          <p:cNvPr id="65" name="Google Shape;65;p18"/>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6" name="Google Shape;66;p18"/>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67" name="Google Shape;67;p18"/>
          <p:cNvSpPr txBox="1"/>
          <p:nvPr>
            <p:ph idx="2"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68" name="Shape 68"/>
        <p:cNvGrpSpPr/>
        <p:nvPr/>
      </p:nvGrpSpPr>
      <p:grpSpPr>
        <a:xfrm>
          <a:off x="0" y="0"/>
          <a:ext cx="0" cy="0"/>
          <a:chOff x="0" y="0"/>
          <a:chExt cx="0" cy="0"/>
        </a:xfrm>
      </p:grpSpPr>
      <p:sp>
        <p:nvSpPr>
          <p:cNvPr id="69" name="Google Shape;69;p19"/>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70" name="Shape 70"/>
        <p:cNvGrpSpPr/>
        <p:nvPr/>
      </p:nvGrpSpPr>
      <p:grpSpPr>
        <a:xfrm>
          <a:off x="0" y="0"/>
          <a:ext cx="0" cy="0"/>
          <a:chOff x="0" y="0"/>
          <a:chExt cx="0" cy="0"/>
        </a:xfrm>
      </p:grpSpPr>
      <p:sp>
        <p:nvSpPr>
          <p:cNvPr id="71" name="Google Shape;71;p20"/>
          <p:cNvSpPr txBox="1"/>
          <p:nvPr>
            <p:ph idx="1" type="subTitle"/>
          </p:nvPr>
        </p:nvSpPr>
        <p:spPr>
          <a:xfrm>
            <a:off x="457200" y="616500"/>
            <a:ext cx="8229240" cy="530784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72" name="Shape 72"/>
        <p:cNvGrpSpPr/>
        <p:nvPr/>
      </p:nvGrpSpPr>
      <p:grpSpPr>
        <a:xfrm>
          <a:off x="0" y="0"/>
          <a:ext cx="0" cy="0"/>
          <a:chOff x="0" y="0"/>
          <a:chExt cx="0" cy="0"/>
        </a:xfrm>
      </p:grpSpPr>
      <p:sp>
        <p:nvSpPr>
          <p:cNvPr id="73" name="Google Shape;73;p21"/>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74" name="Google Shape;74;p21"/>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75" name="Google Shape;75;p21"/>
          <p:cNvSpPr txBox="1"/>
          <p:nvPr>
            <p:ph idx="2"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76" name="Google Shape;76;p21"/>
          <p:cNvSpPr txBox="1"/>
          <p:nvPr>
            <p:ph idx="3"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77" name="Shape 77"/>
        <p:cNvGrpSpPr/>
        <p:nvPr/>
      </p:nvGrpSpPr>
      <p:grpSpPr>
        <a:xfrm>
          <a:off x="0" y="0"/>
          <a:ext cx="0" cy="0"/>
          <a:chOff x="0" y="0"/>
          <a:chExt cx="0" cy="0"/>
        </a:xfrm>
      </p:grpSpPr>
      <p:sp>
        <p:nvSpPr>
          <p:cNvPr id="78" name="Google Shape;78;p22"/>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79" name="Google Shape;79;p22"/>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0" name="Google Shape;80;p22"/>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1" name="Google Shape;81;p22"/>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82" name="Shape 82"/>
        <p:cNvGrpSpPr/>
        <p:nvPr/>
      </p:nvGrpSpPr>
      <p:grpSpPr>
        <a:xfrm>
          <a:off x="0" y="0"/>
          <a:ext cx="0" cy="0"/>
          <a:chOff x="0" y="0"/>
          <a:chExt cx="0" cy="0"/>
        </a:xfrm>
      </p:grpSpPr>
      <p:sp>
        <p:nvSpPr>
          <p:cNvPr id="83" name="Google Shape;83;p23"/>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84" name="Google Shape;84;p23"/>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5" name="Google Shape;85;p23"/>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6" name="Google Shape;86;p23"/>
          <p:cNvSpPr txBox="1"/>
          <p:nvPr>
            <p:ph idx="3"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87" name="Shape 87"/>
        <p:cNvGrpSpPr/>
        <p:nvPr/>
      </p:nvGrpSpPr>
      <p:grpSpPr>
        <a:xfrm>
          <a:off x="0" y="0"/>
          <a:ext cx="0" cy="0"/>
          <a:chOff x="0" y="0"/>
          <a:chExt cx="0" cy="0"/>
        </a:xfrm>
      </p:grpSpPr>
      <p:sp>
        <p:nvSpPr>
          <p:cNvPr id="88" name="Google Shape;88;p24"/>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89" name="Google Shape;89;p24"/>
          <p:cNvSpPr txBox="1"/>
          <p:nvPr>
            <p:ph idx="1" type="body"/>
          </p:nvPr>
        </p:nvSpPr>
        <p:spPr>
          <a:xfrm>
            <a:off x="457200" y="194742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0" name="Google Shape;90;p24"/>
          <p:cNvSpPr txBox="1"/>
          <p:nvPr>
            <p:ph idx="2"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91" name="Shape 91"/>
        <p:cNvGrpSpPr/>
        <p:nvPr/>
      </p:nvGrpSpPr>
      <p:grpSpPr>
        <a:xfrm>
          <a:off x="0" y="0"/>
          <a:ext cx="0" cy="0"/>
          <a:chOff x="0" y="0"/>
          <a:chExt cx="0" cy="0"/>
        </a:xfrm>
      </p:grpSpPr>
      <p:sp>
        <p:nvSpPr>
          <p:cNvPr id="92" name="Google Shape;92;p25"/>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93" name="Google Shape;93;p25"/>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4" name="Google Shape;94;p25"/>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5" name="Google Shape;95;p25"/>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6" name="Google Shape;96;p25"/>
          <p:cNvSpPr txBox="1"/>
          <p:nvPr>
            <p:ph idx="4"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97" name="Shape 97"/>
        <p:cNvGrpSpPr/>
        <p:nvPr/>
      </p:nvGrpSpPr>
      <p:grpSpPr>
        <a:xfrm>
          <a:off x="0" y="0"/>
          <a:ext cx="0" cy="0"/>
          <a:chOff x="0" y="0"/>
          <a:chExt cx="0" cy="0"/>
        </a:xfrm>
      </p:grpSpPr>
      <p:sp>
        <p:nvSpPr>
          <p:cNvPr id="98" name="Google Shape;98;p26"/>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99" name="Google Shape;99;p26"/>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00" name="Google Shape;100;p26"/>
          <p:cNvSpPr txBox="1"/>
          <p:nvPr>
            <p:ph idx="2"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pic>
        <p:nvPicPr>
          <p:cNvPr id="101" name="Google Shape;101;p26"/>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pic>
        <p:nvPicPr>
          <p:cNvPr id="102" name="Google Shape;102;p26"/>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06" name="Shape 106"/>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07" name="Shape 107"/>
        <p:cNvGrpSpPr/>
        <p:nvPr/>
      </p:nvGrpSpPr>
      <p:grpSpPr>
        <a:xfrm>
          <a:off x="0" y="0"/>
          <a:ext cx="0" cy="0"/>
          <a:chOff x="0" y="0"/>
          <a:chExt cx="0" cy="0"/>
        </a:xfrm>
      </p:grpSpPr>
      <p:sp>
        <p:nvSpPr>
          <p:cNvPr id="108" name="Google Shape;108;p29"/>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09" name="Google Shape;109;p29"/>
          <p:cNvSpPr txBox="1"/>
          <p:nvPr>
            <p:ph idx="1" type="subTitle"/>
          </p:nvPr>
        </p:nvSpPr>
        <p:spPr>
          <a:xfrm>
            <a:off x="457200" y="1947420"/>
            <a:ext cx="8229240" cy="397728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10" name="Shape 110"/>
        <p:cNvGrpSpPr/>
        <p:nvPr/>
      </p:nvGrpSpPr>
      <p:grpSpPr>
        <a:xfrm>
          <a:off x="0" y="0"/>
          <a:ext cx="0" cy="0"/>
          <a:chOff x="0" y="0"/>
          <a:chExt cx="0" cy="0"/>
        </a:xfrm>
      </p:grpSpPr>
      <p:sp>
        <p:nvSpPr>
          <p:cNvPr id="111" name="Google Shape;111;p30"/>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12" name="Google Shape;112;p30"/>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13" name="Shape 113"/>
        <p:cNvGrpSpPr/>
        <p:nvPr/>
      </p:nvGrpSpPr>
      <p:grpSpPr>
        <a:xfrm>
          <a:off x="0" y="0"/>
          <a:ext cx="0" cy="0"/>
          <a:chOff x="0" y="0"/>
          <a:chExt cx="0" cy="0"/>
        </a:xfrm>
      </p:grpSpPr>
      <p:sp>
        <p:nvSpPr>
          <p:cNvPr id="114" name="Google Shape;114;p31"/>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15" name="Google Shape;115;p31"/>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16" name="Google Shape;116;p31"/>
          <p:cNvSpPr txBox="1"/>
          <p:nvPr>
            <p:ph idx="2"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17" name="Shape 117"/>
        <p:cNvGrpSpPr/>
        <p:nvPr/>
      </p:nvGrpSpPr>
      <p:grpSpPr>
        <a:xfrm>
          <a:off x="0" y="0"/>
          <a:ext cx="0" cy="0"/>
          <a:chOff x="0" y="0"/>
          <a:chExt cx="0" cy="0"/>
        </a:xfrm>
      </p:grpSpPr>
      <p:sp>
        <p:nvSpPr>
          <p:cNvPr id="118" name="Google Shape;118;p32"/>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119" name="Shape 119"/>
        <p:cNvGrpSpPr/>
        <p:nvPr/>
      </p:nvGrpSpPr>
      <p:grpSpPr>
        <a:xfrm>
          <a:off x="0" y="0"/>
          <a:ext cx="0" cy="0"/>
          <a:chOff x="0" y="0"/>
          <a:chExt cx="0" cy="0"/>
        </a:xfrm>
      </p:grpSpPr>
      <p:sp>
        <p:nvSpPr>
          <p:cNvPr id="120" name="Google Shape;120;p33"/>
          <p:cNvSpPr txBox="1"/>
          <p:nvPr>
            <p:ph idx="1" type="subTitle"/>
          </p:nvPr>
        </p:nvSpPr>
        <p:spPr>
          <a:xfrm>
            <a:off x="457200" y="616500"/>
            <a:ext cx="8229240" cy="530784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121" name="Shape 121"/>
        <p:cNvGrpSpPr/>
        <p:nvPr/>
      </p:nvGrpSpPr>
      <p:grpSpPr>
        <a:xfrm>
          <a:off x="0" y="0"/>
          <a:ext cx="0" cy="0"/>
          <a:chOff x="0" y="0"/>
          <a:chExt cx="0" cy="0"/>
        </a:xfrm>
      </p:grpSpPr>
      <p:sp>
        <p:nvSpPr>
          <p:cNvPr id="122" name="Google Shape;122;p34"/>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23" name="Google Shape;123;p34"/>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24" name="Google Shape;124;p34"/>
          <p:cNvSpPr txBox="1"/>
          <p:nvPr>
            <p:ph idx="2"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25" name="Google Shape;125;p34"/>
          <p:cNvSpPr txBox="1"/>
          <p:nvPr>
            <p:ph idx="3" type="body"/>
          </p:nvPr>
        </p:nvSpPr>
        <p:spPr>
          <a:xfrm>
            <a:off x="467424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126" name="Shape 126"/>
        <p:cNvGrpSpPr/>
        <p:nvPr/>
      </p:nvGrpSpPr>
      <p:grpSpPr>
        <a:xfrm>
          <a:off x="0" y="0"/>
          <a:ext cx="0" cy="0"/>
          <a:chOff x="0" y="0"/>
          <a:chExt cx="0" cy="0"/>
        </a:xfrm>
      </p:grpSpPr>
      <p:sp>
        <p:nvSpPr>
          <p:cNvPr id="127" name="Google Shape;127;p35"/>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28" name="Google Shape;128;p35"/>
          <p:cNvSpPr txBox="1"/>
          <p:nvPr>
            <p:ph idx="1" type="body"/>
          </p:nvPr>
        </p:nvSpPr>
        <p:spPr>
          <a:xfrm>
            <a:off x="457200" y="1947420"/>
            <a:ext cx="401580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29" name="Google Shape;129;p35"/>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0" name="Google Shape;130;p35"/>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131" name="Shape 131"/>
        <p:cNvGrpSpPr/>
        <p:nvPr/>
      </p:nvGrpSpPr>
      <p:grpSpPr>
        <a:xfrm>
          <a:off x="0" y="0"/>
          <a:ext cx="0" cy="0"/>
          <a:chOff x="0" y="0"/>
          <a:chExt cx="0" cy="0"/>
        </a:xfrm>
      </p:grpSpPr>
      <p:sp>
        <p:nvSpPr>
          <p:cNvPr id="132" name="Google Shape;132;p36"/>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33" name="Google Shape;133;p36"/>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4" name="Google Shape;134;p36"/>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5" name="Google Shape;135;p36"/>
          <p:cNvSpPr txBox="1"/>
          <p:nvPr>
            <p:ph idx="3"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136" name="Shape 136"/>
        <p:cNvGrpSpPr/>
        <p:nvPr/>
      </p:nvGrpSpPr>
      <p:grpSpPr>
        <a:xfrm>
          <a:off x="0" y="0"/>
          <a:ext cx="0" cy="0"/>
          <a:chOff x="0" y="0"/>
          <a:chExt cx="0" cy="0"/>
        </a:xfrm>
      </p:grpSpPr>
      <p:sp>
        <p:nvSpPr>
          <p:cNvPr id="137" name="Google Shape;137;p37"/>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38" name="Google Shape;138;p37"/>
          <p:cNvSpPr txBox="1"/>
          <p:nvPr>
            <p:ph idx="1" type="body"/>
          </p:nvPr>
        </p:nvSpPr>
        <p:spPr>
          <a:xfrm>
            <a:off x="457200" y="194742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9" name="Google Shape;139;p37"/>
          <p:cNvSpPr txBox="1"/>
          <p:nvPr>
            <p:ph idx="2" type="body"/>
          </p:nvPr>
        </p:nvSpPr>
        <p:spPr>
          <a:xfrm>
            <a:off x="457200" y="4024980"/>
            <a:ext cx="822924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140" name="Shape 140"/>
        <p:cNvGrpSpPr/>
        <p:nvPr/>
      </p:nvGrpSpPr>
      <p:grpSpPr>
        <a:xfrm>
          <a:off x="0" y="0"/>
          <a:ext cx="0" cy="0"/>
          <a:chOff x="0" y="0"/>
          <a:chExt cx="0" cy="0"/>
        </a:xfrm>
      </p:grpSpPr>
      <p:sp>
        <p:nvSpPr>
          <p:cNvPr id="141" name="Google Shape;141;p38"/>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42" name="Google Shape;142;p38"/>
          <p:cNvSpPr txBox="1"/>
          <p:nvPr>
            <p:ph idx="1" type="body"/>
          </p:nvPr>
        </p:nvSpPr>
        <p:spPr>
          <a:xfrm>
            <a:off x="45720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3" name="Google Shape;143;p38"/>
          <p:cNvSpPr txBox="1"/>
          <p:nvPr>
            <p:ph idx="2" type="body"/>
          </p:nvPr>
        </p:nvSpPr>
        <p:spPr>
          <a:xfrm>
            <a:off x="4674240" y="194742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4" name="Google Shape;144;p38"/>
          <p:cNvSpPr txBox="1"/>
          <p:nvPr>
            <p:ph idx="3" type="body"/>
          </p:nvPr>
        </p:nvSpPr>
        <p:spPr>
          <a:xfrm>
            <a:off x="467424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5" name="Google Shape;145;p38"/>
          <p:cNvSpPr txBox="1"/>
          <p:nvPr>
            <p:ph idx="4" type="body"/>
          </p:nvPr>
        </p:nvSpPr>
        <p:spPr>
          <a:xfrm>
            <a:off x="457200" y="4024980"/>
            <a:ext cx="4015800" cy="189684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146" name="Shape 146"/>
        <p:cNvGrpSpPr/>
        <p:nvPr/>
      </p:nvGrpSpPr>
      <p:grpSpPr>
        <a:xfrm>
          <a:off x="0" y="0"/>
          <a:ext cx="0" cy="0"/>
          <a:chOff x="0" y="0"/>
          <a:chExt cx="0" cy="0"/>
        </a:xfrm>
      </p:grpSpPr>
      <p:sp>
        <p:nvSpPr>
          <p:cNvPr id="147" name="Google Shape;147;p39"/>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48" name="Google Shape;148;p39"/>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9" name="Google Shape;149;p39"/>
          <p:cNvSpPr txBox="1"/>
          <p:nvPr>
            <p:ph idx="2"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pic>
        <p:nvPicPr>
          <p:cNvPr id="150" name="Google Shape;150;p39"/>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pic>
        <p:nvPicPr>
          <p:cNvPr id="151" name="Google Shape;151;p39"/>
          <p:cNvPicPr preferRelativeResize="0"/>
          <p:nvPr/>
        </p:nvPicPr>
        <p:blipFill rotWithShape="1">
          <a:blip r:embed="rId2">
            <a:alphaModFix/>
          </a:blip>
          <a:srcRect b="0" l="0" r="0" t="0"/>
          <a:stretch/>
        </p:blipFill>
        <p:spPr>
          <a:xfrm>
            <a:off x="2079000" y="1947420"/>
            <a:ext cx="4984920" cy="397728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8" name="Shape 158"/>
        <p:cNvGrpSpPr/>
        <p:nvPr/>
      </p:nvGrpSpPr>
      <p:grpSpPr>
        <a:xfrm>
          <a:off x="0" y="0"/>
          <a:ext cx="0" cy="0"/>
          <a:chOff x="0" y="0"/>
          <a:chExt cx="0" cy="0"/>
        </a:xfrm>
      </p:grpSpPr>
      <p:sp>
        <p:nvSpPr>
          <p:cNvPr id="159" name="Google Shape;159;p41"/>
          <p:cNvSpPr txBox="1"/>
          <p:nvPr>
            <p:ph type="ctrTitle"/>
          </p:nvPr>
        </p:nvSpPr>
        <p:spPr>
          <a:xfrm>
            <a:off x="685800" y="2473325"/>
            <a:ext cx="7772400" cy="14700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60" name="Google Shape;160;p41"/>
          <p:cNvSpPr txBox="1"/>
          <p:nvPr>
            <p:ph idx="1" type="subTitle"/>
          </p:nvPr>
        </p:nvSpPr>
        <p:spPr>
          <a:xfrm>
            <a:off x="1371600" y="4229100"/>
            <a:ext cx="6400800" cy="1752600"/>
          </a:xfrm>
          <a:prstGeom prst="rect">
            <a:avLst/>
          </a:prstGeom>
          <a:noFill/>
          <a:ln>
            <a:noFill/>
          </a:ln>
        </p:spPr>
        <p:txBody>
          <a:bodyPr anchorCtr="0" anchor="t" bIns="45700" lIns="91425" spcFirstLastPara="1" rIns="91425" wrap="square" tIns="45700"/>
          <a:lstStyle>
            <a:lvl1pPr lvl="0" marR="0" rtl="0" algn="ctr">
              <a:spcBef>
                <a:spcPts val="640"/>
              </a:spcBef>
              <a:spcAft>
                <a:spcPts val="0"/>
              </a:spcAft>
              <a:buClr>
                <a:srgbClr val="888888"/>
              </a:buClr>
              <a:buSzPts val="3200"/>
              <a:buFont typeface="Arial"/>
              <a:buNone/>
              <a:defRPr b="0" i="0" sz="2560" u="none" cap="none" strike="noStrike">
                <a:solidFill>
                  <a:srgbClr val="888888"/>
                </a:solidFill>
                <a:latin typeface="Arial"/>
                <a:ea typeface="Calibri"/>
                <a:cs typeface="Calibri"/>
                <a:sym typeface="Calibri"/>
              </a:defRPr>
            </a:lvl1pPr>
            <a:lvl2pPr lvl="1" marR="0" rtl="0" algn="ctr">
              <a:spcBef>
                <a:spcPts val="560"/>
              </a:spcBef>
              <a:spcAft>
                <a:spcPts val="0"/>
              </a:spcAft>
              <a:buClr>
                <a:srgbClr val="888888"/>
              </a:buClr>
              <a:buSzPts val="2800"/>
              <a:buFont typeface="Arial"/>
              <a:buNone/>
              <a:defRPr b="0" i="0" sz="2240" u="none" cap="none" strike="noStrike">
                <a:solidFill>
                  <a:srgbClr val="888888"/>
                </a:solidFill>
                <a:latin typeface="Arial"/>
                <a:ea typeface="Calibri"/>
                <a:cs typeface="Calibri"/>
                <a:sym typeface="Calibri"/>
              </a:defRPr>
            </a:lvl2pPr>
            <a:lvl3pPr lvl="2" marR="0" rtl="0" algn="ctr">
              <a:spcBef>
                <a:spcPts val="480"/>
              </a:spcBef>
              <a:spcAft>
                <a:spcPts val="0"/>
              </a:spcAft>
              <a:buClr>
                <a:srgbClr val="888888"/>
              </a:buClr>
              <a:buSzPts val="2400"/>
              <a:buFont typeface="Arial"/>
              <a:buNone/>
              <a:defRPr b="0" i="0" sz="1920" u="none" cap="none" strike="noStrike">
                <a:solidFill>
                  <a:srgbClr val="888888"/>
                </a:solidFill>
                <a:latin typeface="Arial"/>
                <a:ea typeface="Calibri"/>
                <a:cs typeface="Calibri"/>
                <a:sym typeface="Calibri"/>
              </a:defRPr>
            </a:lvl3pPr>
            <a:lvl4pPr lvl="3"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4pPr>
            <a:lvl5pPr lvl="4"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5pPr>
            <a:lvl6pPr lvl="5"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6pPr>
            <a:lvl7pPr lvl="6"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7pPr>
            <a:lvl8pPr lvl="7"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8pPr>
            <a:lvl9pPr lvl="8" marR="0" rtl="0" algn="ctr">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9pPr>
          </a:lstStyle>
          <a:p/>
        </p:txBody>
      </p:sp>
      <p:sp>
        <p:nvSpPr>
          <p:cNvPr id="161" name="Google Shape;161;p41"/>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62" name="Google Shape;162;p41"/>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64" name="Shape 164"/>
        <p:cNvGrpSpPr/>
        <p:nvPr/>
      </p:nvGrpSpPr>
      <p:grpSpPr>
        <a:xfrm>
          <a:off x="0" y="0"/>
          <a:ext cx="0" cy="0"/>
          <a:chOff x="0" y="0"/>
          <a:chExt cx="0" cy="0"/>
        </a:xfrm>
      </p:grpSpPr>
      <p:sp>
        <p:nvSpPr>
          <p:cNvPr id="165" name="Google Shape;165;p42"/>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66" name="Google Shape;166;p42"/>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lstStyle>
            <a:lvl1pPr indent="-431800" lvl="0" marL="457200" marR="0" rtl="0" algn="l">
              <a:spcBef>
                <a:spcPts val="640"/>
              </a:spcBef>
              <a:spcAft>
                <a:spcPts val="0"/>
              </a:spcAft>
              <a:buClr>
                <a:schemeClr val="lt1"/>
              </a:buClr>
              <a:buSzPts val="3200"/>
              <a:buFont typeface="Arial"/>
              <a:buChar char="•"/>
              <a:defRPr b="0" i="0" sz="2560" u="none" cap="none" strike="noStrike">
                <a:solidFill>
                  <a:schemeClr val="lt1"/>
                </a:solidFill>
                <a:latin typeface="Arial"/>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9pPr>
          </a:lstStyle>
          <a:p/>
        </p:txBody>
      </p:sp>
      <p:sp>
        <p:nvSpPr>
          <p:cNvPr id="167" name="Google Shape;167;p42"/>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68" name="Google Shape;168;p42"/>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70" name="Shape 170"/>
        <p:cNvGrpSpPr/>
        <p:nvPr/>
      </p:nvGrpSpPr>
      <p:grpSpPr>
        <a:xfrm>
          <a:off x="0" y="0"/>
          <a:ext cx="0" cy="0"/>
          <a:chOff x="0" y="0"/>
          <a:chExt cx="0" cy="0"/>
        </a:xfrm>
      </p:grpSpPr>
      <p:sp>
        <p:nvSpPr>
          <p:cNvPr id="171" name="Google Shape;171;p43"/>
          <p:cNvSpPr txBox="1"/>
          <p:nvPr>
            <p:ph type="title"/>
          </p:nvPr>
        </p:nvSpPr>
        <p:spPr>
          <a:xfrm>
            <a:off x="722313" y="4749800"/>
            <a:ext cx="7772400" cy="1362000"/>
          </a:xfrm>
          <a:prstGeom prst="rect">
            <a:avLst/>
          </a:prstGeom>
          <a:noFill/>
          <a:ln>
            <a:noFill/>
          </a:ln>
        </p:spPr>
        <p:txBody>
          <a:bodyPr anchorCtr="0" anchor="t" bIns="45700" lIns="91425" spcFirstLastPara="1" rIns="91425" wrap="square" tIns="45700"/>
          <a:lstStyle>
            <a:lvl1pPr lvl="0" marR="0" rtl="0" algn="l">
              <a:spcBef>
                <a:spcPts val="0"/>
              </a:spcBef>
              <a:spcAft>
                <a:spcPts val="0"/>
              </a:spcAft>
              <a:buClr>
                <a:schemeClr val="lt1"/>
              </a:buClr>
              <a:buSzPts val="4000"/>
              <a:buFont typeface="Calibri"/>
              <a:buNone/>
              <a:defRPr b="1" i="0" sz="320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72" name="Google Shape;172;p43"/>
          <p:cNvSpPr txBox="1"/>
          <p:nvPr>
            <p:ph idx="1" type="body"/>
          </p:nvPr>
        </p:nvSpPr>
        <p:spPr>
          <a:xfrm>
            <a:off x="722313" y="3249613"/>
            <a:ext cx="7772400" cy="1500300"/>
          </a:xfrm>
          <a:prstGeom prst="rect">
            <a:avLst/>
          </a:prstGeom>
          <a:noFill/>
          <a:ln>
            <a:noFill/>
          </a:ln>
        </p:spPr>
        <p:txBody>
          <a:bodyPr anchorCtr="0" anchor="b" bIns="45700" lIns="91425" spcFirstLastPara="1" rIns="91425" wrap="square" tIns="45700"/>
          <a:lstStyle>
            <a:lvl1pPr indent="-228600" lvl="0" marL="457200" marR="0" rtl="0" algn="l">
              <a:spcBef>
                <a:spcPts val="400"/>
              </a:spcBef>
              <a:spcAft>
                <a:spcPts val="0"/>
              </a:spcAft>
              <a:buClr>
                <a:srgbClr val="888888"/>
              </a:buClr>
              <a:buSzPts val="2000"/>
              <a:buFont typeface="Arial"/>
              <a:buNone/>
              <a:defRPr b="0" i="0" sz="1600" u="none" cap="none" strike="noStrike">
                <a:solidFill>
                  <a:srgbClr val="888888"/>
                </a:solidFill>
                <a:latin typeface="Arial"/>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440" u="none" cap="none" strike="noStrike">
                <a:solidFill>
                  <a:srgbClr val="888888"/>
                </a:solidFill>
                <a:latin typeface="Arial"/>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280" u="none" cap="none" strike="noStrike">
                <a:solidFill>
                  <a:srgbClr val="888888"/>
                </a:solidFill>
                <a:latin typeface="Arial"/>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120" u="none" cap="none" strike="noStrike">
                <a:solidFill>
                  <a:srgbClr val="888888"/>
                </a:solidFill>
                <a:latin typeface="Arial"/>
                <a:ea typeface="Calibri"/>
                <a:cs typeface="Calibri"/>
                <a:sym typeface="Calibri"/>
              </a:defRPr>
            </a:lvl9pPr>
          </a:lstStyle>
          <a:p/>
        </p:txBody>
      </p:sp>
      <p:sp>
        <p:nvSpPr>
          <p:cNvPr id="173" name="Google Shape;173;p43"/>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74" name="Google Shape;174;p43"/>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176" name="Shape 176"/>
        <p:cNvGrpSpPr/>
        <p:nvPr/>
      </p:nvGrpSpPr>
      <p:grpSpPr>
        <a:xfrm>
          <a:off x="0" y="0"/>
          <a:ext cx="0" cy="0"/>
          <a:chOff x="0" y="0"/>
          <a:chExt cx="0" cy="0"/>
        </a:xfrm>
      </p:grpSpPr>
      <p:sp>
        <p:nvSpPr>
          <p:cNvPr id="177" name="Google Shape;177;p44"/>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78" name="Google Shape;178;p44"/>
          <p:cNvSpPr txBox="1"/>
          <p:nvPr>
            <p:ph idx="1" type="body"/>
          </p:nvPr>
        </p:nvSpPr>
        <p:spPr>
          <a:xfrm>
            <a:off x="457200" y="1943100"/>
            <a:ext cx="4038600" cy="4526100"/>
          </a:xfrm>
          <a:prstGeom prst="rect">
            <a:avLst/>
          </a:prstGeom>
          <a:noFill/>
          <a:ln>
            <a:noFill/>
          </a:ln>
        </p:spPr>
        <p:txBody>
          <a:bodyPr anchorCtr="0" anchor="t" bIns="45700" lIns="91425" spcFirstLastPara="1" rIns="91425" wrap="square" tIns="45700"/>
          <a:lstStyle>
            <a:lvl1pPr indent="-406400" lvl="0" marL="4572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1pPr>
            <a:lvl2pPr indent="-381000" lvl="1" marL="9144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2pPr>
            <a:lvl3pPr indent="-355600" lvl="2" marL="13716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3pPr>
            <a:lvl4pPr indent="-342900" lvl="3" marL="18288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4pPr>
            <a:lvl5pPr indent="-342900" lvl="4" marL="22860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9pPr>
          </a:lstStyle>
          <a:p/>
        </p:txBody>
      </p:sp>
      <p:sp>
        <p:nvSpPr>
          <p:cNvPr id="179" name="Google Shape;179;p44"/>
          <p:cNvSpPr txBox="1"/>
          <p:nvPr>
            <p:ph idx="2" type="body"/>
          </p:nvPr>
        </p:nvSpPr>
        <p:spPr>
          <a:xfrm>
            <a:off x="4648200" y="1943100"/>
            <a:ext cx="4038600" cy="4526100"/>
          </a:xfrm>
          <a:prstGeom prst="rect">
            <a:avLst/>
          </a:prstGeom>
          <a:noFill/>
          <a:ln>
            <a:noFill/>
          </a:ln>
        </p:spPr>
        <p:txBody>
          <a:bodyPr anchorCtr="0" anchor="t" bIns="45700" lIns="91425" spcFirstLastPara="1" rIns="91425" wrap="square" tIns="45700"/>
          <a:lstStyle>
            <a:lvl1pPr indent="-406400" lvl="0" marL="4572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1pPr>
            <a:lvl2pPr indent="-381000" lvl="1" marL="9144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2pPr>
            <a:lvl3pPr indent="-355600" lvl="2" marL="13716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3pPr>
            <a:lvl4pPr indent="-342900" lvl="3" marL="18288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4pPr>
            <a:lvl5pPr indent="-342900" lvl="4" marL="22860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440" u="none" cap="none" strike="noStrike">
                <a:solidFill>
                  <a:schemeClr val="dk1"/>
                </a:solidFill>
                <a:latin typeface="Arial"/>
                <a:ea typeface="Calibri"/>
                <a:cs typeface="Calibri"/>
                <a:sym typeface="Calibri"/>
              </a:defRPr>
            </a:lvl9pPr>
          </a:lstStyle>
          <a:p/>
        </p:txBody>
      </p:sp>
      <p:sp>
        <p:nvSpPr>
          <p:cNvPr id="180" name="Google Shape;180;p44"/>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81" name="Google Shape;181;p44"/>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183" name="Shape 183"/>
        <p:cNvGrpSpPr/>
        <p:nvPr/>
      </p:nvGrpSpPr>
      <p:grpSpPr>
        <a:xfrm>
          <a:off x="0" y="0"/>
          <a:ext cx="0" cy="0"/>
          <a:chOff x="0" y="0"/>
          <a:chExt cx="0" cy="0"/>
        </a:xfrm>
      </p:grpSpPr>
      <p:sp>
        <p:nvSpPr>
          <p:cNvPr id="184" name="Google Shape;184;p45"/>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85" name="Google Shape;185;p45"/>
          <p:cNvSpPr txBox="1"/>
          <p:nvPr>
            <p:ph idx="1" type="body"/>
          </p:nvPr>
        </p:nvSpPr>
        <p:spPr>
          <a:xfrm>
            <a:off x="457200" y="1878013"/>
            <a:ext cx="4040100" cy="639900"/>
          </a:xfrm>
          <a:prstGeom prst="rect">
            <a:avLst/>
          </a:prstGeom>
          <a:noFill/>
          <a:ln>
            <a:noFill/>
          </a:ln>
        </p:spPr>
        <p:txBody>
          <a:bodyPr anchorCtr="0" anchor="b" bIns="45700" lIns="91425" spcFirstLastPara="1" rIns="91425" wrap="square" tIns="45700"/>
          <a:lstStyle>
            <a:lvl1pPr indent="-228600" lvl="0" marL="457200" marR="0" rtl="0" algn="l">
              <a:spcBef>
                <a:spcPts val="480"/>
              </a:spcBef>
              <a:spcAft>
                <a:spcPts val="0"/>
              </a:spcAft>
              <a:buClr>
                <a:schemeClr val="lt1"/>
              </a:buClr>
              <a:buSzPts val="2400"/>
              <a:buFont typeface="Arial"/>
              <a:buNone/>
              <a:defRPr b="1" i="0" sz="1920" u="none" cap="none" strike="noStrike">
                <a:solidFill>
                  <a:schemeClr val="lt1"/>
                </a:solidFill>
                <a:latin typeface="Arial"/>
                <a:ea typeface="Calibri"/>
                <a:cs typeface="Calibri"/>
                <a:sym typeface="Calibri"/>
              </a:defRPr>
            </a:lvl1pPr>
            <a:lvl2pPr indent="-228600" lvl="1" marL="914400" marR="0" rtl="0" algn="l">
              <a:spcBef>
                <a:spcPts val="400"/>
              </a:spcBef>
              <a:spcAft>
                <a:spcPts val="0"/>
              </a:spcAft>
              <a:buClr>
                <a:schemeClr val="lt1"/>
              </a:buClr>
              <a:buSzPts val="2000"/>
              <a:buFont typeface="Arial"/>
              <a:buNone/>
              <a:defRPr b="1" i="0" sz="1600" u="none" cap="none" strike="noStrike">
                <a:solidFill>
                  <a:schemeClr val="lt1"/>
                </a:solidFill>
                <a:latin typeface="Arial"/>
                <a:ea typeface="Calibri"/>
                <a:cs typeface="Calibri"/>
                <a:sym typeface="Calibri"/>
              </a:defRPr>
            </a:lvl2pPr>
            <a:lvl3pPr indent="-228600" lvl="2" marL="1371600" marR="0" rtl="0" algn="l">
              <a:spcBef>
                <a:spcPts val="360"/>
              </a:spcBef>
              <a:spcAft>
                <a:spcPts val="0"/>
              </a:spcAft>
              <a:buClr>
                <a:schemeClr val="lt1"/>
              </a:buClr>
              <a:buSzPts val="1800"/>
              <a:buFont typeface="Arial"/>
              <a:buNone/>
              <a:defRPr b="1" i="0" sz="1440" u="none" cap="none" strike="noStrike">
                <a:solidFill>
                  <a:schemeClr val="lt1"/>
                </a:solidFill>
                <a:latin typeface="Arial"/>
                <a:ea typeface="Calibri"/>
                <a:cs typeface="Calibri"/>
                <a:sym typeface="Calibri"/>
              </a:defRPr>
            </a:lvl3pPr>
            <a:lvl4pPr indent="-228600" lvl="3" marL="1828800" marR="0" rtl="0" algn="l">
              <a:spcBef>
                <a:spcPts val="320"/>
              </a:spcBef>
              <a:spcAft>
                <a:spcPts val="0"/>
              </a:spcAft>
              <a:buClr>
                <a:schemeClr val="lt1"/>
              </a:buClr>
              <a:buSzPts val="1600"/>
              <a:buFont typeface="Arial"/>
              <a:buNone/>
              <a:defRPr b="1" i="0" sz="1280" u="none" cap="none" strike="noStrike">
                <a:solidFill>
                  <a:schemeClr val="lt1"/>
                </a:solidFill>
                <a:latin typeface="Arial"/>
                <a:ea typeface="Calibri"/>
                <a:cs typeface="Calibri"/>
                <a:sym typeface="Calibri"/>
              </a:defRPr>
            </a:lvl4pPr>
            <a:lvl5pPr indent="-228600" lvl="4" marL="2286000" marR="0" rtl="0" algn="l">
              <a:spcBef>
                <a:spcPts val="320"/>
              </a:spcBef>
              <a:spcAft>
                <a:spcPts val="0"/>
              </a:spcAft>
              <a:buClr>
                <a:schemeClr val="lt1"/>
              </a:buClr>
              <a:buSzPts val="1600"/>
              <a:buFont typeface="Arial"/>
              <a:buNone/>
              <a:defRPr b="1" i="0" sz="1280" u="none" cap="none" strike="noStrike">
                <a:solidFill>
                  <a:schemeClr val="lt1"/>
                </a:solidFill>
                <a:latin typeface="Arial"/>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9pPr>
          </a:lstStyle>
          <a:p/>
        </p:txBody>
      </p:sp>
      <p:sp>
        <p:nvSpPr>
          <p:cNvPr id="186" name="Google Shape;186;p45"/>
          <p:cNvSpPr txBox="1"/>
          <p:nvPr>
            <p:ph idx="2" type="body"/>
          </p:nvPr>
        </p:nvSpPr>
        <p:spPr>
          <a:xfrm>
            <a:off x="457200" y="2517775"/>
            <a:ext cx="4040100" cy="3951300"/>
          </a:xfrm>
          <a:prstGeom prst="rect">
            <a:avLst/>
          </a:prstGeom>
          <a:noFill/>
          <a:ln>
            <a:noFill/>
          </a:ln>
        </p:spPr>
        <p:txBody>
          <a:bodyPr anchorCtr="0" anchor="t" bIns="45700" lIns="91425" spcFirstLastPara="1" rIns="91425" wrap="square" tIns="45700"/>
          <a:lstStyle>
            <a:lvl1pPr indent="-381000" lvl="0" marL="4572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1pPr>
            <a:lvl2pPr indent="-355600" lvl="1" marL="9144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2pPr>
            <a:lvl3pPr indent="-342900" lvl="2" marL="13716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3pPr>
            <a:lvl4pPr indent="-330200" lvl="3" marL="1828800" marR="0" rtl="0" algn="l">
              <a:spcBef>
                <a:spcPts val="320"/>
              </a:spcBef>
              <a:spcAft>
                <a:spcPts val="0"/>
              </a:spcAft>
              <a:buClr>
                <a:schemeClr val="lt1"/>
              </a:buClr>
              <a:buSzPts val="1600"/>
              <a:buFont typeface="Arial"/>
              <a:buChar char="–"/>
              <a:defRPr b="0" i="0" sz="1280" u="none" cap="none" strike="noStrike">
                <a:solidFill>
                  <a:schemeClr val="lt1"/>
                </a:solidFill>
                <a:latin typeface="Arial"/>
                <a:ea typeface="Calibri"/>
                <a:cs typeface="Calibri"/>
                <a:sym typeface="Calibri"/>
              </a:defRPr>
            </a:lvl4pPr>
            <a:lvl5pPr indent="-330200" lvl="4" marL="2286000" marR="0" rtl="0" algn="l">
              <a:spcBef>
                <a:spcPts val="320"/>
              </a:spcBef>
              <a:spcAft>
                <a:spcPts val="0"/>
              </a:spcAft>
              <a:buClr>
                <a:schemeClr val="lt1"/>
              </a:buClr>
              <a:buSzPts val="1600"/>
              <a:buFont typeface="Arial"/>
              <a:buChar char="»"/>
              <a:defRPr b="0" i="0" sz="1280" u="none" cap="none" strike="noStrike">
                <a:solidFill>
                  <a:schemeClr val="lt1"/>
                </a:solidFill>
                <a:latin typeface="Arial"/>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9pPr>
          </a:lstStyle>
          <a:p/>
        </p:txBody>
      </p:sp>
      <p:sp>
        <p:nvSpPr>
          <p:cNvPr id="187" name="Google Shape;187;p45"/>
          <p:cNvSpPr txBox="1"/>
          <p:nvPr>
            <p:ph idx="3" type="body"/>
          </p:nvPr>
        </p:nvSpPr>
        <p:spPr>
          <a:xfrm>
            <a:off x="4645025" y="1878013"/>
            <a:ext cx="4041900" cy="639900"/>
          </a:xfrm>
          <a:prstGeom prst="rect">
            <a:avLst/>
          </a:prstGeom>
          <a:noFill/>
          <a:ln>
            <a:noFill/>
          </a:ln>
        </p:spPr>
        <p:txBody>
          <a:bodyPr anchorCtr="0" anchor="b" bIns="45700" lIns="91425" spcFirstLastPara="1" rIns="91425" wrap="square" tIns="45700"/>
          <a:lstStyle>
            <a:lvl1pPr indent="-228600" lvl="0" marL="457200" marR="0" rtl="0" algn="l">
              <a:spcBef>
                <a:spcPts val="480"/>
              </a:spcBef>
              <a:spcAft>
                <a:spcPts val="0"/>
              </a:spcAft>
              <a:buClr>
                <a:schemeClr val="lt1"/>
              </a:buClr>
              <a:buSzPts val="2400"/>
              <a:buFont typeface="Arial"/>
              <a:buNone/>
              <a:defRPr b="1" i="0" sz="1920" u="none" cap="none" strike="noStrike">
                <a:solidFill>
                  <a:schemeClr val="lt1"/>
                </a:solidFill>
                <a:latin typeface="Arial"/>
                <a:ea typeface="Calibri"/>
                <a:cs typeface="Calibri"/>
                <a:sym typeface="Calibri"/>
              </a:defRPr>
            </a:lvl1pPr>
            <a:lvl2pPr indent="-228600" lvl="1" marL="914400" marR="0" rtl="0" algn="l">
              <a:spcBef>
                <a:spcPts val="400"/>
              </a:spcBef>
              <a:spcAft>
                <a:spcPts val="0"/>
              </a:spcAft>
              <a:buClr>
                <a:schemeClr val="lt1"/>
              </a:buClr>
              <a:buSzPts val="2000"/>
              <a:buFont typeface="Arial"/>
              <a:buNone/>
              <a:defRPr b="1" i="0" sz="1600" u="none" cap="none" strike="noStrike">
                <a:solidFill>
                  <a:schemeClr val="lt1"/>
                </a:solidFill>
                <a:latin typeface="Arial"/>
                <a:ea typeface="Calibri"/>
                <a:cs typeface="Calibri"/>
                <a:sym typeface="Calibri"/>
              </a:defRPr>
            </a:lvl2pPr>
            <a:lvl3pPr indent="-228600" lvl="2" marL="1371600" marR="0" rtl="0" algn="l">
              <a:spcBef>
                <a:spcPts val="360"/>
              </a:spcBef>
              <a:spcAft>
                <a:spcPts val="0"/>
              </a:spcAft>
              <a:buClr>
                <a:schemeClr val="lt1"/>
              </a:buClr>
              <a:buSzPts val="1800"/>
              <a:buFont typeface="Arial"/>
              <a:buNone/>
              <a:defRPr b="1" i="0" sz="1440" u="none" cap="none" strike="noStrike">
                <a:solidFill>
                  <a:schemeClr val="lt1"/>
                </a:solidFill>
                <a:latin typeface="Arial"/>
                <a:ea typeface="Calibri"/>
                <a:cs typeface="Calibri"/>
                <a:sym typeface="Calibri"/>
              </a:defRPr>
            </a:lvl3pPr>
            <a:lvl4pPr indent="-228600" lvl="3" marL="1828800" marR="0" rtl="0" algn="l">
              <a:spcBef>
                <a:spcPts val="320"/>
              </a:spcBef>
              <a:spcAft>
                <a:spcPts val="0"/>
              </a:spcAft>
              <a:buClr>
                <a:schemeClr val="lt1"/>
              </a:buClr>
              <a:buSzPts val="1600"/>
              <a:buFont typeface="Arial"/>
              <a:buNone/>
              <a:defRPr b="1" i="0" sz="1280" u="none" cap="none" strike="noStrike">
                <a:solidFill>
                  <a:schemeClr val="lt1"/>
                </a:solidFill>
                <a:latin typeface="Arial"/>
                <a:ea typeface="Calibri"/>
                <a:cs typeface="Calibri"/>
                <a:sym typeface="Calibri"/>
              </a:defRPr>
            </a:lvl4pPr>
            <a:lvl5pPr indent="-228600" lvl="4" marL="2286000" marR="0" rtl="0" algn="l">
              <a:spcBef>
                <a:spcPts val="320"/>
              </a:spcBef>
              <a:spcAft>
                <a:spcPts val="0"/>
              </a:spcAft>
              <a:buClr>
                <a:schemeClr val="lt1"/>
              </a:buClr>
              <a:buSzPts val="1600"/>
              <a:buFont typeface="Arial"/>
              <a:buNone/>
              <a:defRPr b="1" i="0" sz="1280" u="none" cap="none" strike="noStrike">
                <a:solidFill>
                  <a:schemeClr val="lt1"/>
                </a:solidFill>
                <a:latin typeface="Arial"/>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280" u="none" cap="none" strike="noStrike">
                <a:solidFill>
                  <a:schemeClr val="dk1"/>
                </a:solidFill>
                <a:latin typeface="Arial"/>
                <a:ea typeface="Calibri"/>
                <a:cs typeface="Calibri"/>
                <a:sym typeface="Calibri"/>
              </a:defRPr>
            </a:lvl9pPr>
          </a:lstStyle>
          <a:p/>
        </p:txBody>
      </p:sp>
      <p:sp>
        <p:nvSpPr>
          <p:cNvPr id="188" name="Google Shape;188;p45"/>
          <p:cNvSpPr txBox="1"/>
          <p:nvPr>
            <p:ph idx="4" type="body"/>
          </p:nvPr>
        </p:nvSpPr>
        <p:spPr>
          <a:xfrm>
            <a:off x="4645025" y="2517775"/>
            <a:ext cx="4041900" cy="3951300"/>
          </a:xfrm>
          <a:prstGeom prst="rect">
            <a:avLst/>
          </a:prstGeom>
          <a:noFill/>
          <a:ln>
            <a:noFill/>
          </a:ln>
        </p:spPr>
        <p:txBody>
          <a:bodyPr anchorCtr="0" anchor="t" bIns="45700" lIns="91425" spcFirstLastPara="1" rIns="91425" wrap="square" tIns="45700"/>
          <a:lstStyle>
            <a:lvl1pPr indent="-381000" lvl="0" marL="4572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1pPr>
            <a:lvl2pPr indent="-355600" lvl="1" marL="9144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2pPr>
            <a:lvl3pPr indent="-342900" lvl="2" marL="1371600" marR="0" rtl="0" algn="l">
              <a:spcBef>
                <a:spcPts val="360"/>
              </a:spcBef>
              <a:spcAft>
                <a:spcPts val="0"/>
              </a:spcAft>
              <a:buClr>
                <a:schemeClr val="lt1"/>
              </a:buClr>
              <a:buSzPts val="1800"/>
              <a:buFont typeface="Arial"/>
              <a:buChar char="•"/>
              <a:defRPr b="0" i="0" sz="1440" u="none" cap="none" strike="noStrike">
                <a:solidFill>
                  <a:schemeClr val="lt1"/>
                </a:solidFill>
                <a:latin typeface="Arial"/>
                <a:ea typeface="Calibri"/>
                <a:cs typeface="Calibri"/>
                <a:sym typeface="Calibri"/>
              </a:defRPr>
            </a:lvl3pPr>
            <a:lvl4pPr indent="-330200" lvl="3" marL="1828800" marR="0" rtl="0" algn="l">
              <a:spcBef>
                <a:spcPts val="320"/>
              </a:spcBef>
              <a:spcAft>
                <a:spcPts val="0"/>
              </a:spcAft>
              <a:buClr>
                <a:schemeClr val="lt1"/>
              </a:buClr>
              <a:buSzPts val="1600"/>
              <a:buFont typeface="Arial"/>
              <a:buChar char="–"/>
              <a:defRPr b="0" i="0" sz="1280" u="none" cap="none" strike="noStrike">
                <a:solidFill>
                  <a:schemeClr val="lt1"/>
                </a:solidFill>
                <a:latin typeface="Arial"/>
                <a:ea typeface="Calibri"/>
                <a:cs typeface="Calibri"/>
                <a:sym typeface="Calibri"/>
              </a:defRPr>
            </a:lvl4pPr>
            <a:lvl5pPr indent="-330200" lvl="4" marL="2286000" marR="0" rtl="0" algn="l">
              <a:spcBef>
                <a:spcPts val="320"/>
              </a:spcBef>
              <a:spcAft>
                <a:spcPts val="0"/>
              </a:spcAft>
              <a:buClr>
                <a:schemeClr val="lt1"/>
              </a:buClr>
              <a:buSzPts val="1600"/>
              <a:buFont typeface="Arial"/>
              <a:buChar char="»"/>
              <a:defRPr b="0" i="0" sz="1280" u="none" cap="none" strike="noStrike">
                <a:solidFill>
                  <a:schemeClr val="lt1"/>
                </a:solidFill>
                <a:latin typeface="Arial"/>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280" u="none" cap="none" strike="noStrike">
                <a:solidFill>
                  <a:schemeClr val="dk1"/>
                </a:solidFill>
                <a:latin typeface="Arial"/>
                <a:ea typeface="Calibri"/>
                <a:cs typeface="Calibri"/>
                <a:sym typeface="Calibri"/>
              </a:defRPr>
            </a:lvl9pPr>
          </a:lstStyle>
          <a:p/>
        </p:txBody>
      </p:sp>
      <p:sp>
        <p:nvSpPr>
          <p:cNvPr id="189" name="Google Shape;189;p45"/>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90" name="Google Shape;190;p45"/>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92" name="Shape 192"/>
        <p:cNvGrpSpPr/>
        <p:nvPr/>
      </p:nvGrpSpPr>
      <p:grpSpPr>
        <a:xfrm>
          <a:off x="0" y="0"/>
          <a:ext cx="0" cy="0"/>
          <a:chOff x="0" y="0"/>
          <a:chExt cx="0" cy="0"/>
        </a:xfrm>
      </p:grpSpPr>
      <p:sp>
        <p:nvSpPr>
          <p:cNvPr id="193" name="Google Shape;193;p46"/>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94" name="Google Shape;194;p46"/>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95" name="Google Shape;195;p46"/>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97" name="Shape 197"/>
        <p:cNvGrpSpPr/>
        <p:nvPr/>
      </p:nvGrpSpPr>
      <p:grpSpPr>
        <a:xfrm>
          <a:off x="0" y="0"/>
          <a:ext cx="0" cy="0"/>
          <a:chOff x="0" y="0"/>
          <a:chExt cx="0" cy="0"/>
        </a:xfrm>
      </p:grpSpPr>
      <p:sp>
        <p:nvSpPr>
          <p:cNvPr id="198" name="Google Shape;198;p47"/>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99" name="Google Shape;199;p47"/>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201" name="Shape 201"/>
        <p:cNvGrpSpPr/>
        <p:nvPr/>
      </p:nvGrpSpPr>
      <p:grpSpPr>
        <a:xfrm>
          <a:off x="0" y="0"/>
          <a:ext cx="0" cy="0"/>
          <a:chOff x="0" y="0"/>
          <a:chExt cx="0" cy="0"/>
        </a:xfrm>
      </p:grpSpPr>
      <p:sp>
        <p:nvSpPr>
          <p:cNvPr id="202" name="Google Shape;202;p48"/>
          <p:cNvSpPr txBox="1"/>
          <p:nvPr>
            <p:ph type="title"/>
          </p:nvPr>
        </p:nvSpPr>
        <p:spPr>
          <a:xfrm>
            <a:off x="457200" y="615950"/>
            <a:ext cx="3008400" cy="1161900"/>
          </a:xfrm>
          <a:prstGeom prst="rect">
            <a:avLst/>
          </a:prstGeom>
          <a:noFill/>
          <a:ln>
            <a:noFill/>
          </a:ln>
        </p:spPr>
        <p:txBody>
          <a:bodyPr anchorCtr="0" anchor="b" bIns="45700" lIns="91425" spcFirstLastPara="1" rIns="91425" wrap="square" tIns="45700"/>
          <a:lstStyle>
            <a:lvl1pPr lvl="0" marR="0" rtl="0" algn="l">
              <a:spcBef>
                <a:spcPts val="0"/>
              </a:spcBef>
              <a:spcAft>
                <a:spcPts val="0"/>
              </a:spcAft>
              <a:buClr>
                <a:schemeClr val="lt1"/>
              </a:buClr>
              <a:buSzPts val="2000"/>
              <a:buFont typeface="Calibri"/>
              <a:buNone/>
              <a:defRPr b="1" i="0" sz="160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203" name="Google Shape;203;p48"/>
          <p:cNvSpPr txBox="1"/>
          <p:nvPr>
            <p:ph idx="1" type="body"/>
          </p:nvPr>
        </p:nvSpPr>
        <p:spPr>
          <a:xfrm>
            <a:off x="3575050" y="615950"/>
            <a:ext cx="5111700" cy="5853000"/>
          </a:xfrm>
          <a:prstGeom prst="rect">
            <a:avLst/>
          </a:prstGeom>
          <a:noFill/>
          <a:ln>
            <a:noFill/>
          </a:ln>
        </p:spPr>
        <p:txBody>
          <a:bodyPr anchorCtr="0" anchor="t" bIns="45700" lIns="91425" spcFirstLastPara="1" rIns="91425" wrap="square" tIns="45700"/>
          <a:lstStyle>
            <a:lvl1pPr indent="-431800" lvl="0" marL="457200" marR="0" rtl="0" algn="l">
              <a:spcBef>
                <a:spcPts val="640"/>
              </a:spcBef>
              <a:spcAft>
                <a:spcPts val="0"/>
              </a:spcAft>
              <a:buClr>
                <a:schemeClr val="lt1"/>
              </a:buClr>
              <a:buSzPts val="3200"/>
              <a:buFont typeface="Arial"/>
              <a:buChar char="•"/>
              <a:defRPr b="0" i="0" sz="2560" u="none" cap="none" strike="noStrike">
                <a:solidFill>
                  <a:schemeClr val="lt1"/>
                </a:solidFill>
                <a:latin typeface="Arial"/>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9pPr>
          </a:lstStyle>
          <a:p/>
        </p:txBody>
      </p:sp>
      <p:sp>
        <p:nvSpPr>
          <p:cNvPr id="204" name="Google Shape;204;p48"/>
          <p:cNvSpPr txBox="1"/>
          <p:nvPr>
            <p:ph idx="2" type="body"/>
          </p:nvPr>
        </p:nvSpPr>
        <p:spPr>
          <a:xfrm>
            <a:off x="457200" y="1778000"/>
            <a:ext cx="3008400" cy="4691100"/>
          </a:xfrm>
          <a:prstGeom prst="rect">
            <a:avLst/>
          </a:prstGeom>
          <a:noFill/>
          <a:ln>
            <a:noFill/>
          </a:ln>
        </p:spPr>
        <p:txBody>
          <a:bodyPr anchorCtr="0" anchor="t" bIns="45700" lIns="91425" spcFirstLastPara="1" rIns="91425" wrap="square" tIns="45700"/>
          <a:lstStyle>
            <a:lvl1pPr indent="-228600" lvl="0" marL="457200" marR="0" rtl="0" algn="l">
              <a:spcBef>
                <a:spcPts val="280"/>
              </a:spcBef>
              <a:spcAft>
                <a:spcPts val="0"/>
              </a:spcAft>
              <a:buClr>
                <a:schemeClr val="lt1"/>
              </a:buClr>
              <a:buSzPts val="1400"/>
              <a:buFont typeface="Arial"/>
              <a:buNone/>
              <a:defRPr b="0" i="0" sz="1120" u="none" cap="none" strike="noStrike">
                <a:solidFill>
                  <a:schemeClr val="lt1"/>
                </a:solidFill>
                <a:latin typeface="Arial"/>
                <a:ea typeface="Calibri"/>
                <a:cs typeface="Calibri"/>
                <a:sym typeface="Calibri"/>
              </a:defRPr>
            </a:lvl1pPr>
            <a:lvl2pPr indent="-228600" lvl="1" marL="914400" marR="0" rtl="0" algn="l">
              <a:spcBef>
                <a:spcPts val="240"/>
              </a:spcBef>
              <a:spcAft>
                <a:spcPts val="0"/>
              </a:spcAft>
              <a:buClr>
                <a:schemeClr val="lt1"/>
              </a:buClr>
              <a:buSzPts val="1200"/>
              <a:buFont typeface="Arial"/>
              <a:buNone/>
              <a:defRPr b="0" i="0" sz="960" u="none" cap="none" strike="noStrike">
                <a:solidFill>
                  <a:schemeClr val="lt1"/>
                </a:solidFill>
                <a:latin typeface="Arial"/>
                <a:ea typeface="Calibri"/>
                <a:cs typeface="Calibri"/>
                <a:sym typeface="Calibri"/>
              </a:defRPr>
            </a:lvl2pPr>
            <a:lvl3pPr indent="-228600" lvl="2" marL="1371600" marR="0" rtl="0" algn="l">
              <a:spcBef>
                <a:spcPts val="200"/>
              </a:spcBef>
              <a:spcAft>
                <a:spcPts val="0"/>
              </a:spcAft>
              <a:buClr>
                <a:schemeClr val="lt1"/>
              </a:buClr>
              <a:buSzPts val="1000"/>
              <a:buFont typeface="Arial"/>
              <a:buNone/>
              <a:defRPr b="0" i="0" sz="800" u="none" cap="none" strike="noStrike">
                <a:solidFill>
                  <a:schemeClr val="lt1"/>
                </a:solidFill>
                <a:latin typeface="Arial"/>
                <a:ea typeface="Calibri"/>
                <a:cs typeface="Calibri"/>
                <a:sym typeface="Calibri"/>
              </a:defRPr>
            </a:lvl3pPr>
            <a:lvl4pPr indent="-228600" lvl="3" marL="1828800" marR="0" rtl="0" algn="l">
              <a:spcBef>
                <a:spcPts val="180"/>
              </a:spcBef>
              <a:spcAft>
                <a:spcPts val="0"/>
              </a:spcAft>
              <a:buClr>
                <a:schemeClr val="lt1"/>
              </a:buClr>
              <a:buSzPts val="900"/>
              <a:buFont typeface="Arial"/>
              <a:buNone/>
              <a:defRPr b="0" i="0" sz="720" u="none" cap="none" strike="noStrike">
                <a:solidFill>
                  <a:schemeClr val="lt1"/>
                </a:solidFill>
                <a:latin typeface="Arial"/>
                <a:ea typeface="Calibri"/>
                <a:cs typeface="Calibri"/>
                <a:sym typeface="Calibri"/>
              </a:defRPr>
            </a:lvl4pPr>
            <a:lvl5pPr indent="-228600" lvl="4" marL="2286000" marR="0" rtl="0" algn="l">
              <a:spcBef>
                <a:spcPts val="180"/>
              </a:spcBef>
              <a:spcAft>
                <a:spcPts val="0"/>
              </a:spcAft>
              <a:buClr>
                <a:schemeClr val="lt1"/>
              </a:buClr>
              <a:buSzPts val="900"/>
              <a:buFont typeface="Arial"/>
              <a:buNone/>
              <a:defRPr b="0" i="0" sz="720" u="none" cap="none" strike="noStrike">
                <a:solidFill>
                  <a:schemeClr val="lt1"/>
                </a:solidFill>
                <a:latin typeface="Arial"/>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9pPr>
          </a:lstStyle>
          <a:p/>
        </p:txBody>
      </p:sp>
      <p:sp>
        <p:nvSpPr>
          <p:cNvPr id="205" name="Google Shape;205;p48"/>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206" name="Google Shape;206;p48"/>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208" name="Shape 208"/>
        <p:cNvGrpSpPr/>
        <p:nvPr/>
      </p:nvGrpSpPr>
      <p:grpSpPr>
        <a:xfrm>
          <a:off x="0" y="0"/>
          <a:ext cx="0" cy="0"/>
          <a:chOff x="0" y="0"/>
          <a:chExt cx="0" cy="0"/>
        </a:xfrm>
      </p:grpSpPr>
      <p:sp>
        <p:nvSpPr>
          <p:cNvPr id="209" name="Google Shape;209;p49"/>
          <p:cNvSpPr txBox="1"/>
          <p:nvPr>
            <p:ph type="title"/>
          </p:nvPr>
        </p:nvSpPr>
        <p:spPr>
          <a:xfrm>
            <a:off x="1792288" y="5143500"/>
            <a:ext cx="5486400" cy="566700"/>
          </a:xfrm>
          <a:prstGeom prst="rect">
            <a:avLst/>
          </a:prstGeom>
          <a:noFill/>
          <a:ln>
            <a:noFill/>
          </a:ln>
        </p:spPr>
        <p:txBody>
          <a:bodyPr anchorCtr="0" anchor="b" bIns="45700" lIns="91425" spcFirstLastPara="1" rIns="91425" wrap="square" tIns="45700"/>
          <a:lstStyle>
            <a:lvl1pPr lvl="0" marR="0" rtl="0" algn="l">
              <a:spcBef>
                <a:spcPts val="0"/>
              </a:spcBef>
              <a:spcAft>
                <a:spcPts val="0"/>
              </a:spcAft>
              <a:buClr>
                <a:schemeClr val="lt1"/>
              </a:buClr>
              <a:buSzPts val="2000"/>
              <a:buFont typeface="Calibri"/>
              <a:buNone/>
              <a:defRPr b="1" i="0" sz="160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210" name="Google Shape;210;p49"/>
          <p:cNvSpPr/>
          <p:nvPr>
            <p:ph idx="2" type="pic"/>
          </p:nvPr>
        </p:nvSpPr>
        <p:spPr>
          <a:xfrm>
            <a:off x="1792288" y="955675"/>
            <a:ext cx="5486400" cy="4114800"/>
          </a:xfrm>
          <a:prstGeom prst="rect">
            <a:avLst/>
          </a:prstGeom>
          <a:noFill/>
          <a:ln>
            <a:noFill/>
          </a:ln>
        </p:spPr>
        <p:txBody>
          <a:bodyPr anchorCtr="0" anchor="t" bIns="45700" lIns="91425" spcFirstLastPara="1" rIns="91425" wrap="square" tIns="45700"/>
          <a:lstStyle>
            <a:lvl1pPr lvl="0" marR="0" rtl="0" algn="l">
              <a:spcBef>
                <a:spcPts val="640"/>
              </a:spcBef>
              <a:spcAft>
                <a:spcPts val="0"/>
              </a:spcAft>
              <a:buClr>
                <a:schemeClr val="lt1"/>
              </a:buClr>
              <a:buSzPts val="3200"/>
              <a:buFont typeface="Arial"/>
              <a:buNone/>
              <a:defRPr b="0" i="0" sz="2560" u="none" cap="none" strike="noStrike">
                <a:solidFill>
                  <a:schemeClr val="lt1"/>
                </a:solidFill>
                <a:latin typeface="Arial"/>
                <a:ea typeface="Calibri"/>
                <a:cs typeface="Calibri"/>
                <a:sym typeface="Calibri"/>
              </a:defRPr>
            </a:lvl1pPr>
            <a:lvl2pPr lvl="1" marR="0" rtl="0" algn="l">
              <a:spcBef>
                <a:spcPts val="560"/>
              </a:spcBef>
              <a:spcAft>
                <a:spcPts val="0"/>
              </a:spcAft>
              <a:buClr>
                <a:schemeClr val="lt1"/>
              </a:buClr>
              <a:buSzPts val="2800"/>
              <a:buFont typeface="Arial"/>
              <a:buNone/>
              <a:defRPr b="0" i="0" sz="2240" u="none" cap="none" strike="noStrike">
                <a:solidFill>
                  <a:schemeClr val="lt1"/>
                </a:solidFill>
                <a:latin typeface="Arial"/>
                <a:ea typeface="Calibri"/>
                <a:cs typeface="Calibri"/>
                <a:sym typeface="Calibri"/>
              </a:defRPr>
            </a:lvl2pPr>
            <a:lvl3pPr lvl="2" marR="0" rtl="0" algn="l">
              <a:spcBef>
                <a:spcPts val="480"/>
              </a:spcBef>
              <a:spcAft>
                <a:spcPts val="0"/>
              </a:spcAft>
              <a:buClr>
                <a:schemeClr val="lt1"/>
              </a:buClr>
              <a:buSzPts val="2400"/>
              <a:buFont typeface="Arial"/>
              <a:buNone/>
              <a:defRPr b="0" i="0" sz="1920" u="none" cap="none" strike="noStrike">
                <a:solidFill>
                  <a:schemeClr val="lt1"/>
                </a:solidFill>
                <a:latin typeface="Arial"/>
                <a:ea typeface="Calibri"/>
                <a:cs typeface="Calibri"/>
                <a:sym typeface="Calibri"/>
              </a:defRPr>
            </a:lvl3pPr>
            <a:lvl4pPr lvl="3" marR="0" rtl="0" algn="l">
              <a:spcBef>
                <a:spcPts val="400"/>
              </a:spcBef>
              <a:spcAft>
                <a:spcPts val="0"/>
              </a:spcAft>
              <a:buClr>
                <a:schemeClr val="lt1"/>
              </a:buClr>
              <a:buSzPts val="2000"/>
              <a:buFont typeface="Arial"/>
              <a:buNone/>
              <a:defRPr b="0" i="0" sz="1600" u="none" cap="none" strike="noStrike">
                <a:solidFill>
                  <a:schemeClr val="lt1"/>
                </a:solidFill>
                <a:latin typeface="Arial"/>
                <a:ea typeface="Calibri"/>
                <a:cs typeface="Calibri"/>
                <a:sym typeface="Calibri"/>
              </a:defRPr>
            </a:lvl4pPr>
            <a:lvl5pPr lvl="4" marR="0" rtl="0" algn="l">
              <a:spcBef>
                <a:spcPts val="400"/>
              </a:spcBef>
              <a:spcAft>
                <a:spcPts val="0"/>
              </a:spcAft>
              <a:buClr>
                <a:schemeClr val="lt1"/>
              </a:buClr>
              <a:buSzPts val="2000"/>
              <a:buFont typeface="Arial"/>
              <a:buNone/>
              <a:defRPr b="0" i="0" sz="1600" u="none" cap="none" strike="noStrike">
                <a:solidFill>
                  <a:schemeClr val="lt1"/>
                </a:solidFill>
                <a:latin typeface="Arial"/>
                <a:ea typeface="Calibri"/>
                <a:cs typeface="Calibri"/>
                <a:sym typeface="Calibri"/>
              </a:defRPr>
            </a:lvl5pPr>
            <a:lvl6pPr lvl="5" marR="0" rtl="0" algn="l">
              <a:spcBef>
                <a:spcPts val="400"/>
              </a:spcBef>
              <a:spcAft>
                <a:spcPts val="0"/>
              </a:spcAft>
              <a:buClr>
                <a:schemeClr val="dk1"/>
              </a:buClr>
              <a:buSzPts val="2000"/>
              <a:buFont typeface="Arial"/>
              <a:buNone/>
              <a:defRPr b="0" i="0" sz="1600" u="none" cap="none" strike="noStrike">
                <a:solidFill>
                  <a:schemeClr val="dk1"/>
                </a:solidFill>
                <a:latin typeface="Arial"/>
                <a:ea typeface="Calibri"/>
                <a:cs typeface="Calibri"/>
                <a:sym typeface="Calibri"/>
              </a:defRPr>
            </a:lvl6pPr>
            <a:lvl7pPr lvl="6" marR="0" rtl="0" algn="l">
              <a:spcBef>
                <a:spcPts val="400"/>
              </a:spcBef>
              <a:spcAft>
                <a:spcPts val="0"/>
              </a:spcAft>
              <a:buClr>
                <a:schemeClr val="dk1"/>
              </a:buClr>
              <a:buSzPts val="2000"/>
              <a:buFont typeface="Arial"/>
              <a:buNone/>
              <a:defRPr b="0" i="0" sz="1600" u="none" cap="none" strike="noStrike">
                <a:solidFill>
                  <a:schemeClr val="dk1"/>
                </a:solidFill>
                <a:latin typeface="Arial"/>
                <a:ea typeface="Calibri"/>
                <a:cs typeface="Calibri"/>
                <a:sym typeface="Calibri"/>
              </a:defRPr>
            </a:lvl7pPr>
            <a:lvl8pPr lvl="7" marR="0" rtl="0" algn="l">
              <a:spcBef>
                <a:spcPts val="400"/>
              </a:spcBef>
              <a:spcAft>
                <a:spcPts val="0"/>
              </a:spcAft>
              <a:buClr>
                <a:schemeClr val="dk1"/>
              </a:buClr>
              <a:buSzPts val="2000"/>
              <a:buFont typeface="Arial"/>
              <a:buNone/>
              <a:defRPr b="0" i="0" sz="1600" u="none" cap="none" strike="noStrike">
                <a:solidFill>
                  <a:schemeClr val="dk1"/>
                </a:solidFill>
                <a:latin typeface="Arial"/>
                <a:ea typeface="Calibri"/>
                <a:cs typeface="Calibri"/>
                <a:sym typeface="Calibri"/>
              </a:defRPr>
            </a:lvl8pPr>
            <a:lvl9pPr lvl="8" marR="0" rtl="0" algn="l">
              <a:spcBef>
                <a:spcPts val="400"/>
              </a:spcBef>
              <a:spcAft>
                <a:spcPts val="0"/>
              </a:spcAft>
              <a:buClr>
                <a:schemeClr val="dk1"/>
              </a:buClr>
              <a:buSzPts val="2000"/>
              <a:buFont typeface="Arial"/>
              <a:buNone/>
              <a:defRPr b="0" i="0" sz="1600" u="none" cap="none" strike="noStrike">
                <a:solidFill>
                  <a:schemeClr val="dk1"/>
                </a:solidFill>
                <a:latin typeface="Arial"/>
                <a:ea typeface="Calibri"/>
                <a:cs typeface="Calibri"/>
                <a:sym typeface="Calibri"/>
              </a:defRPr>
            </a:lvl9pPr>
          </a:lstStyle>
          <a:p/>
        </p:txBody>
      </p:sp>
      <p:sp>
        <p:nvSpPr>
          <p:cNvPr id="211" name="Google Shape;211;p49"/>
          <p:cNvSpPr txBox="1"/>
          <p:nvPr>
            <p:ph idx="1" type="body"/>
          </p:nvPr>
        </p:nvSpPr>
        <p:spPr>
          <a:xfrm>
            <a:off x="1792288" y="5710238"/>
            <a:ext cx="5486400" cy="804900"/>
          </a:xfrm>
          <a:prstGeom prst="rect">
            <a:avLst/>
          </a:prstGeom>
          <a:noFill/>
          <a:ln>
            <a:noFill/>
          </a:ln>
        </p:spPr>
        <p:txBody>
          <a:bodyPr anchorCtr="0" anchor="t" bIns="45700" lIns="91425" spcFirstLastPara="1" rIns="91425" wrap="square" tIns="45700"/>
          <a:lstStyle>
            <a:lvl1pPr indent="-228600" lvl="0" marL="457200" marR="0" rtl="0" algn="l">
              <a:spcBef>
                <a:spcPts val="280"/>
              </a:spcBef>
              <a:spcAft>
                <a:spcPts val="0"/>
              </a:spcAft>
              <a:buClr>
                <a:schemeClr val="lt1"/>
              </a:buClr>
              <a:buSzPts val="1400"/>
              <a:buFont typeface="Arial"/>
              <a:buNone/>
              <a:defRPr b="0" i="0" sz="1120" u="none" cap="none" strike="noStrike">
                <a:solidFill>
                  <a:schemeClr val="lt1"/>
                </a:solidFill>
                <a:latin typeface="Arial"/>
                <a:ea typeface="Calibri"/>
                <a:cs typeface="Calibri"/>
                <a:sym typeface="Calibri"/>
              </a:defRPr>
            </a:lvl1pPr>
            <a:lvl2pPr indent="-228600" lvl="1" marL="914400" marR="0" rtl="0" algn="l">
              <a:spcBef>
                <a:spcPts val="240"/>
              </a:spcBef>
              <a:spcAft>
                <a:spcPts val="0"/>
              </a:spcAft>
              <a:buClr>
                <a:schemeClr val="lt1"/>
              </a:buClr>
              <a:buSzPts val="1200"/>
              <a:buFont typeface="Arial"/>
              <a:buNone/>
              <a:defRPr b="0" i="0" sz="960" u="none" cap="none" strike="noStrike">
                <a:solidFill>
                  <a:schemeClr val="lt1"/>
                </a:solidFill>
                <a:latin typeface="Arial"/>
                <a:ea typeface="Calibri"/>
                <a:cs typeface="Calibri"/>
                <a:sym typeface="Calibri"/>
              </a:defRPr>
            </a:lvl2pPr>
            <a:lvl3pPr indent="-228600" lvl="2" marL="1371600" marR="0" rtl="0" algn="l">
              <a:spcBef>
                <a:spcPts val="200"/>
              </a:spcBef>
              <a:spcAft>
                <a:spcPts val="0"/>
              </a:spcAft>
              <a:buClr>
                <a:schemeClr val="lt1"/>
              </a:buClr>
              <a:buSzPts val="1000"/>
              <a:buFont typeface="Arial"/>
              <a:buNone/>
              <a:defRPr b="0" i="0" sz="800" u="none" cap="none" strike="noStrike">
                <a:solidFill>
                  <a:schemeClr val="lt1"/>
                </a:solidFill>
                <a:latin typeface="Arial"/>
                <a:ea typeface="Calibri"/>
                <a:cs typeface="Calibri"/>
                <a:sym typeface="Calibri"/>
              </a:defRPr>
            </a:lvl3pPr>
            <a:lvl4pPr indent="-228600" lvl="3" marL="1828800" marR="0" rtl="0" algn="l">
              <a:spcBef>
                <a:spcPts val="180"/>
              </a:spcBef>
              <a:spcAft>
                <a:spcPts val="0"/>
              </a:spcAft>
              <a:buClr>
                <a:schemeClr val="lt1"/>
              </a:buClr>
              <a:buSzPts val="900"/>
              <a:buFont typeface="Arial"/>
              <a:buNone/>
              <a:defRPr b="0" i="0" sz="720" u="none" cap="none" strike="noStrike">
                <a:solidFill>
                  <a:schemeClr val="lt1"/>
                </a:solidFill>
                <a:latin typeface="Arial"/>
                <a:ea typeface="Calibri"/>
                <a:cs typeface="Calibri"/>
                <a:sym typeface="Calibri"/>
              </a:defRPr>
            </a:lvl4pPr>
            <a:lvl5pPr indent="-228600" lvl="4" marL="2286000" marR="0" rtl="0" algn="l">
              <a:spcBef>
                <a:spcPts val="180"/>
              </a:spcBef>
              <a:spcAft>
                <a:spcPts val="0"/>
              </a:spcAft>
              <a:buClr>
                <a:schemeClr val="lt1"/>
              </a:buClr>
              <a:buSzPts val="900"/>
              <a:buFont typeface="Arial"/>
              <a:buNone/>
              <a:defRPr b="0" i="0" sz="720" u="none" cap="none" strike="noStrike">
                <a:solidFill>
                  <a:schemeClr val="lt1"/>
                </a:solidFill>
                <a:latin typeface="Arial"/>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720" u="none" cap="none" strike="noStrike">
                <a:solidFill>
                  <a:schemeClr val="dk1"/>
                </a:solidFill>
                <a:latin typeface="Arial"/>
                <a:ea typeface="Calibri"/>
                <a:cs typeface="Calibri"/>
                <a:sym typeface="Calibri"/>
              </a:defRPr>
            </a:lvl9pPr>
          </a:lstStyle>
          <a:p/>
        </p:txBody>
      </p:sp>
      <p:sp>
        <p:nvSpPr>
          <p:cNvPr id="212" name="Google Shape;212;p49"/>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213" name="Google Shape;213;p49"/>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215" name="Shape 215"/>
        <p:cNvGrpSpPr/>
        <p:nvPr/>
      </p:nvGrpSpPr>
      <p:grpSpPr>
        <a:xfrm>
          <a:off x="0" y="0"/>
          <a:ext cx="0" cy="0"/>
          <a:chOff x="0" y="0"/>
          <a:chExt cx="0" cy="0"/>
        </a:xfrm>
      </p:grpSpPr>
      <p:sp>
        <p:nvSpPr>
          <p:cNvPr id="216" name="Google Shape;216;p50"/>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217" name="Google Shape;217;p50"/>
          <p:cNvSpPr txBox="1"/>
          <p:nvPr>
            <p:ph idx="1" type="body"/>
          </p:nvPr>
        </p:nvSpPr>
        <p:spPr>
          <a:xfrm rot="5400000">
            <a:off x="1981200" y="-114300"/>
            <a:ext cx="5181600" cy="8229600"/>
          </a:xfrm>
          <a:prstGeom prst="rect">
            <a:avLst/>
          </a:prstGeom>
          <a:noFill/>
          <a:ln>
            <a:noFill/>
          </a:ln>
        </p:spPr>
        <p:txBody>
          <a:bodyPr anchorCtr="0" anchor="t" bIns="45700" lIns="91425" spcFirstLastPara="1" rIns="91425" wrap="square" tIns="45700"/>
          <a:lstStyle>
            <a:lvl1pPr indent="-431800" lvl="0" marL="457200" marR="0" rtl="0" algn="l">
              <a:spcBef>
                <a:spcPts val="640"/>
              </a:spcBef>
              <a:spcAft>
                <a:spcPts val="0"/>
              </a:spcAft>
              <a:buClr>
                <a:schemeClr val="lt1"/>
              </a:buClr>
              <a:buSzPts val="3200"/>
              <a:buFont typeface="Arial"/>
              <a:buChar char="•"/>
              <a:defRPr b="0" i="0" sz="2560" u="none" cap="none" strike="noStrike">
                <a:solidFill>
                  <a:schemeClr val="lt1"/>
                </a:solidFill>
                <a:latin typeface="Arial"/>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9pPr>
          </a:lstStyle>
          <a:p/>
        </p:txBody>
      </p:sp>
      <p:sp>
        <p:nvSpPr>
          <p:cNvPr id="218" name="Google Shape;218;p50"/>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219" name="Google Shape;219;p50"/>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p:cSld name="Custom Layout">
    <p:spTree>
      <p:nvGrpSpPr>
        <p:cNvPr id="221" name="Shape 221"/>
        <p:cNvGrpSpPr/>
        <p:nvPr/>
      </p:nvGrpSpPr>
      <p:grpSpPr>
        <a:xfrm>
          <a:off x="0" y="0"/>
          <a:ext cx="0" cy="0"/>
          <a:chOff x="0" y="0"/>
          <a:chExt cx="0" cy="0"/>
        </a:xfrm>
      </p:grpSpPr>
      <p:sp>
        <p:nvSpPr>
          <p:cNvPr id="222" name="Google Shape;222;p51"/>
          <p:cNvSpPr txBox="1"/>
          <p:nvPr>
            <p:ph type="title"/>
          </p:nvPr>
        </p:nvSpPr>
        <p:spPr>
          <a:xfrm>
            <a:off x="457200" y="615950"/>
            <a:ext cx="8224800" cy="11397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223" name="Google Shape;223;p51"/>
          <p:cNvSpPr txBox="1"/>
          <p:nvPr>
            <p:ph idx="10" type="dt"/>
          </p:nvPr>
        </p:nvSpPr>
        <p:spPr>
          <a:xfrm>
            <a:off x="457200" y="6589713"/>
            <a:ext cx="2125800" cy="4683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224" name="Google Shape;224;p51"/>
          <p:cNvSpPr txBox="1"/>
          <p:nvPr>
            <p:ph idx="11" type="ftr"/>
          </p:nvPr>
        </p:nvSpPr>
        <p:spPr>
          <a:xfrm>
            <a:off x="3127375" y="6589713"/>
            <a:ext cx="2894100" cy="468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226" name="Shape 226"/>
        <p:cNvGrpSpPr/>
        <p:nvPr/>
      </p:nvGrpSpPr>
      <p:grpSpPr>
        <a:xfrm>
          <a:off x="0" y="0"/>
          <a:ext cx="0" cy="0"/>
          <a:chOff x="0" y="0"/>
          <a:chExt cx="0" cy="0"/>
        </a:xfrm>
      </p:grpSpPr>
      <p:sp>
        <p:nvSpPr>
          <p:cNvPr id="227" name="Google Shape;227;p52"/>
          <p:cNvSpPr txBox="1"/>
          <p:nvPr>
            <p:ph type="title"/>
          </p:nvPr>
        </p:nvSpPr>
        <p:spPr>
          <a:xfrm rot="5400000">
            <a:off x="4732350" y="2514588"/>
            <a:ext cx="5851500" cy="20574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228" name="Google Shape;228;p52"/>
          <p:cNvSpPr txBox="1"/>
          <p:nvPr>
            <p:ph idx="1" type="body"/>
          </p:nvPr>
        </p:nvSpPr>
        <p:spPr>
          <a:xfrm rot="5400000">
            <a:off x="541350" y="533388"/>
            <a:ext cx="5851500" cy="6019800"/>
          </a:xfrm>
          <a:prstGeom prst="rect">
            <a:avLst/>
          </a:prstGeom>
          <a:noFill/>
          <a:ln>
            <a:noFill/>
          </a:ln>
        </p:spPr>
        <p:txBody>
          <a:bodyPr anchorCtr="0" anchor="t" bIns="45700" lIns="91425" spcFirstLastPara="1" rIns="91425" wrap="square" tIns="45700"/>
          <a:lstStyle>
            <a:lvl1pPr indent="-431800" lvl="0" marL="457200" marR="0" rtl="0" algn="l">
              <a:spcBef>
                <a:spcPts val="640"/>
              </a:spcBef>
              <a:spcAft>
                <a:spcPts val="0"/>
              </a:spcAft>
              <a:buClr>
                <a:schemeClr val="lt1"/>
              </a:buClr>
              <a:buSzPts val="3200"/>
              <a:buFont typeface="Arial"/>
              <a:buChar char="•"/>
              <a:defRPr b="0" i="0" sz="2560" u="none" cap="none" strike="noStrike">
                <a:solidFill>
                  <a:schemeClr val="lt1"/>
                </a:solidFill>
                <a:latin typeface="Arial"/>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9pPr>
          </a:lstStyle>
          <a:p/>
        </p:txBody>
      </p:sp>
      <p:sp>
        <p:nvSpPr>
          <p:cNvPr id="229" name="Google Shape;229;p52"/>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230" name="Google Shape;230;p52"/>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960">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5.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2.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 name="Shape 5"/>
        <p:cNvGrpSpPr/>
        <p:nvPr/>
      </p:nvGrpSpPr>
      <p:grpSpPr>
        <a:xfrm>
          <a:off x="0" y="0"/>
          <a:ext cx="0" cy="0"/>
          <a:chOff x="0" y="0"/>
          <a:chExt cx="0" cy="0"/>
        </a:xfrm>
      </p:grpSpPr>
      <p:sp>
        <p:nvSpPr>
          <p:cNvPr id="6" name="Google Shape;6;p1"/>
          <p:cNvSpPr txBox="1"/>
          <p:nvPr>
            <p:ph type="title"/>
          </p:nvPr>
        </p:nvSpPr>
        <p:spPr>
          <a:xfrm>
            <a:off x="457200" y="465300"/>
            <a:ext cx="8228880" cy="79128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7" name="Google Shape;7;p1"/>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 name="Shape 54"/>
        <p:cNvGrpSpPr/>
        <p:nvPr/>
      </p:nvGrpSpPr>
      <p:grpSpPr>
        <a:xfrm>
          <a:off x="0" y="0"/>
          <a:ext cx="0" cy="0"/>
          <a:chOff x="0" y="0"/>
          <a:chExt cx="0" cy="0"/>
        </a:xfrm>
      </p:grpSpPr>
      <p:sp>
        <p:nvSpPr>
          <p:cNvPr id="55" name="Google Shape;55;p14"/>
          <p:cNvSpPr txBox="1"/>
          <p:nvPr>
            <p:ph type="title"/>
          </p:nvPr>
        </p:nvSpPr>
        <p:spPr>
          <a:xfrm>
            <a:off x="457200" y="465300"/>
            <a:ext cx="8228880" cy="79128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56" name="Google Shape;56;p14"/>
          <p:cNvSpPr txBox="1"/>
          <p:nvPr>
            <p:ph idx="1" type="body"/>
          </p:nvPr>
        </p:nvSpPr>
        <p:spPr>
          <a:xfrm>
            <a:off x="457200" y="1409580"/>
            <a:ext cx="8228880" cy="518076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27"/>
          <p:cNvSpPr txBox="1"/>
          <p:nvPr>
            <p:ph type="title"/>
          </p:nvPr>
        </p:nvSpPr>
        <p:spPr>
          <a:xfrm>
            <a:off x="457200" y="616500"/>
            <a:ext cx="8229240" cy="114480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05" name="Google Shape;105;p27"/>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595959"/>
            </a:gs>
            <a:gs pos="100000">
              <a:schemeClr val="dk1"/>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40"/>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Clr>
                <a:schemeClr val="lt1"/>
              </a:buClr>
              <a:buSzPts val="4400"/>
              <a:buFont typeface="Calibri"/>
              <a:buNone/>
              <a:defRPr b="0" i="0" sz="3520" u="none" cap="none" strike="noStrike">
                <a:solidFill>
                  <a:schemeClr val="lt1"/>
                </a:solidFill>
                <a:latin typeface="Arial"/>
                <a:ea typeface="Calibri"/>
                <a:cs typeface="Calibri"/>
                <a:sym typeface="Calibri"/>
              </a:defRPr>
            </a:lvl1pPr>
            <a:lvl2pPr lvl="1" rtl="0">
              <a:spcBef>
                <a:spcPts val="0"/>
              </a:spcBef>
              <a:spcAft>
                <a:spcPts val="0"/>
              </a:spcAft>
              <a:buSzPts val="1400"/>
              <a:buNone/>
              <a:defRPr sz="1440"/>
            </a:lvl2pPr>
            <a:lvl3pPr lvl="2" rtl="0">
              <a:spcBef>
                <a:spcPts val="0"/>
              </a:spcBef>
              <a:spcAft>
                <a:spcPts val="0"/>
              </a:spcAft>
              <a:buSzPts val="1400"/>
              <a:buNone/>
              <a:defRPr sz="1440"/>
            </a:lvl3pPr>
            <a:lvl4pPr lvl="3" rtl="0">
              <a:spcBef>
                <a:spcPts val="0"/>
              </a:spcBef>
              <a:spcAft>
                <a:spcPts val="0"/>
              </a:spcAft>
              <a:buSzPts val="1400"/>
              <a:buNone/>
              <a:defRPr sz="1440"/>
            </a:lvl4pPr>
            <a:lvl5pPr lvl="4" rtl="0">
              <a:spcBef>
                <a:spcPts val="0"/>
              </a:spcBef>
              <a:spcAft>
                <a:spcPts val="0"/>
              </a:spcAft>
              <a:buSzPts val="1400"/>
              <a:buNone/>
              <a:defRPr sz="1440"/>
            </a:lvl5pPr>
            <a:lvl6pPr lvl="5" rtl="0">
              <a:spcBef>
                <a:spcPts val="0"/>
              </a:spcBef>
              <a:spcAft>
                <a:spcPts val="0"/>
              </a:spcAft>
              <a:buSzPts val="1400"/>
              <a:buNone/>
              <a:defRPr sz="1440"/>
            </a:lvl6pPr>
            <a:lvl7pPr lvl="6" rtl="0">
              <a:spcBef>
                <a:spcPts val="0"/>
              </a:spcBef>
              <a:spcAft>
                <a:spcPts val="0"/>
              </a:spcAft>
              <a:buSzPts val="1400"/>
              <a:buNone/>
              <a:defRPr sz="1440"/>
            </a:lvl7pPr>
            <a:lvl8pPr lvl="7" rtl="0">
              <a:spcBef>
                <a:spcPts val="0"/>
              </a:spcBef>
              <a:spcAft>
                <a:spcPts val="0"/>
              </a:spcAft>
              <a:buSzPts val="1400"/>
              <a:buNone/>
              <a:defRPr sz="1440"/>
            </a:lvl8pPr>
            <a:lvl9pPr lvl="8" rtl="0">
              <a:spcBef>
                <a:spcPts val="0"/>
              </a:spcBef>
              <a:spcAft>
                <a:spcPts val="0"/>
              </a:spcAft>
              <a:buSzPts val="1400"/>
              <a:buNone/>
              <a:defRPr sz="1440"/>
            </a:lvl9pPr>
          </a:lstStyle>
          <a:p/>
        </p:txBody>
      </p:sp>
      <p:sp>
        <p:nvSpPr>
          <p:cNvPr id="154" name="Google Shape;154;p40"/>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lstStyle>
            <a:lvl1pPr indent="-431800" lvl="0" marL="457200" marR="0" rtl="0" algn="l">
              <a:spcBef>
                <a:spcPts val="640"/>
              </a:spcBef>
              <a:spcAft>
                <a:spcPts val="0"/>
              </a:spcAft>
              <a:buClr>
                <a:schemeClr val="lt1"/>
              </a:buClr>
              <a:buSzPts val="3200"/>
              <a:buFont typeface="Arial"/>
              <a:buChar char="•"/>
              <a:defRPr b="0" i="0" sz="2560" u="none" cap="none" strike="noStrike">
                <a:solidFill>
                  <a:schemeClr val="lt1"/>
                </a:solidFill>
                <a:latin typeface="Arial"/>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240" u="none" cap="none" strike="noStrike">
                <a:solidFill>
                  <a:schemeClr val="lt1"/>
                </a:solidFill>
                <a:latin typeface="Arial"/>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1920" u="none" cap="none" strike="noStrike">
                <a:solidFill>
                  <a:schemeClr val="lt1"/>
                </a:solidFill>
                <a:latin typeface="Arial"/>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1600" u="none" cap="none" strike="noStrike">
                <a:solidFill>
                  <a:schemeClr val="lt1"/>
                </a:solidFill>
                <a:latin typeface="Arial"/>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1600" u="none" cap="none" strike="noStrike">
                <a:solidFill>
                  <a:schemeClr val="dk1"/>
                </a:solidFill>
                <a:latin typeface="Arial"/>
                <a:ea typeface="Calibri"/>
                <a:cs typeface="Calibri"/>
                <a:sym typeface="Calibri"/>
              </a:defRPr>
            </a:lvl9pPr>
          </a:lstStyle>
          <a:p/>
        </p:txBody>
      </p:sp>
      <p:sp>
        <p:nvSpPr>
          <p:cNvPr id="155" name="Google Shape;155;p40"/>
          <p:cNvSpPr txBox="1"/>
          <p:nvPr>
            <p:ph idx="10" type="dt"/>
          </p:nvPr>
        </p:nvSpPr>
        <p:spPr>
          <a:xfrm>
            <a:off x="457200" y="6699250"/>
            <a:ext cx="2133600" cy="3651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
        <p:nvSpPr>
          <p:cNvPr id="156" name="Google Shape;156;p40"/>
          <p:cNvSpPr txBox="1"/>
          <p:nvPr>
            <p:ph idx="11" type="ftr"/>
          </p:nvPr>
        </p:nvSpPr>
        <p:spPr>
          <a:xfrm>
            <a:off x="3124200" y="6699250"/>
            <a:ext cx="2895600" cy="365100"/>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960" u="none" cap="none" strike="noStrike">
                <a:solidFill>
                  <a:srgbClr val="888888"/>
                </a:solidFill>
                <a:latin typeface="Arial"/>
                <a:ea typeface="Calibri"/>
                <a:cs typeface="Calibri"/>
                <a:sym typeface="Calibri"/>
              </a:defRPr>
            </a:lvl1pPr>
            <a:lvl2pPr lvl="1"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2pPr>
            <a:lvl3pPr lvl="2"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3pPr>
            <a:lvl4pPr lvl="3"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4pPr>
            <a:lvl5pPr lvl="4"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5pPr>
            <a:lvl6pPr lvl="5"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6pPr>
            <a:lvl7pPr lvl="6"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7pPr>
            <a:lvl8pPr lvl="7"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8pPr>
            <a:lvl9pPr lvl="8" marR="0" rtl="0" algn="l">
              <a:spcBef>
                <a:spcPts val="0"/>
              </a:spcBef>
              <a:spcAft>
                <a:spcPts val="0"/>
              </a:spcAft>
              <a:buSzPts val="1400"/>
              <a:buNone/>
              <a:defRPr b="0" i="0" sz="1440" u="none" cap="none" strike="noStrike">
                <a:solidFill>
                  <a:schemeClr val="dk1"/>
                </a:solidFill>
                <a:latin typeface="Arial"/>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 Id="rId3" Type="http://schemas.openxmlformats.org/officeDocument/2006/relationships/image" Target="../media/image12.gif"/><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 Id="rId3" Type="http://schemas.openxmlformats.org/officeDocument/2006/relationships/image" Target="../media/image7.gif"/><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 Id="rId3" Type="http://schemas.openxmlformats.org/officeDocument/2006/relationships/image" Target="../media/image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 Id="rId3" Type="http://schemas.openxmlformats.org/officeDocument/2006/relationships/image" Target="../media/image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2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 Id="rId3" Type="http://schemas.openxmlformats.org/officeDocument/2006/relationships/image" Target="../media/image8.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5.xml"/><Relationship Id="rId3" Type="http://schemas.openxmlformats.org/officeDocument/2006/relationships/image" Target="../media/image1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16.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25.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hyperlink" Target="https://aa.usno.navy.mil/data/siderealtim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Google Shape;236;p53"/>
          <p:cNvSpPr/>
          <p:nvPr/>
        </p:nvSpPr>
        <p:spPr>
          <a:xfrm>
            <a:off x="685800" y="2473380"/>
            <a:ext cx="7771680" cy="14691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Time</a:t>
            </a:r>
            <a:r>
              <a:rPr lang="en-US" sz="3520">
                <a:latin typeface="Arial"/>
                <a:ea typeface="Calibri"/>
                <a:cs typeface="Calibri"/>
                <a:sym typeface="Calibri"/>
              </a:rPr>
              <a:t>, </a:t>
            </a:r>
            <a:r>
              <a:rPr b="0" i="0" lang="en-US" sz="3520" u="none" cap="none" strike="noStrike">
                <a:solidFill>
                  <a:srgbClr val="000000"/>
                </a:solidFill>
                <a:latin typeface="Arial"/>
                <a:ea typeface="Calibri"/>
                <a:cs typeface="Calibri"/>
                <a:sym typeface="Calibri"/>
              </a:rPr>
              <a:t>Planning Observations, and Coordinate Systems</a:t>
            </a:r>
            <a:endParaRPr b="0" i="0" sz="1440" u="none" cap="none" strike="noStrike">
              <a:solidFill>
                <a:srgbClr val="000000"/>
              </a:solidFill>
              <a:latin typeface="Arial"/>
              <a:ea typeface="Arial"/>
              <a:cs typeface="Arial"/>
              <a:sym typeface="Arial"/>
            </a:endParaRPr>
          </a:p>
        </p:txBody>
      </p:sp>
      <p:sp>
        <p:nvSpPr>
          <p:cNvPr id="237" name="Google Shape;237;p53"/>
          <p:cNvSpPr/>
          <p:nvPr/>
        </p:nvSpPr>
        <p:spPr>
          <a:xfrm>
            <a:off x="1371600" y="4229100"/>
            <a:ext cx="6400080" cy="175176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39" name="DSPIRA 2"/>
          <p:cNvSpPr>
            <a:spLocks noGrp="1"/>
          </p:cNvSpPr>
          <p:nvPr/>
        </p:nvSpPr>
        <p:spPr>
          <a:xfrm>
            <a:off x="0" y="7200900"/>
            <a:ext cx="9144000" cy="342900"/>
          </a:xfrm>
          <a:prstGeom prst="rect">
            <a:avLst/>
          </a:prstGeom>
          <a:solidFill>
            <a:srgbClr val="FFFFFF"/>
          </a:solidFill>
          <a:ln w="0">
            <a:noFill/>
          </a:ln>
        </p:spPr>
      </p:sp>
      <p:sp>
        <p:nvSpPr>
          <p:cNvPr id="24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4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 of 20</a:t>
            </a:r>
          </a:p>
        </p:txBody>
      </p:sp>
      <p:sp>
        <p:nvSpPr>
          <p:cNvPr id="243" name="WVU DSPIRA navy band"/>
          <p:cNvSpPr>
            <a:spLocks noGrp="1"/>
          </p:cNvSpPr>
          <p:nvPr/>
        </p:nvSpPr>
        <p:spPr>
          <a:xfrm>
            <a:off x="0" y="0"/>
            <a:ext cx="9144000" cy="323850"/>
          </a:xfrm>
          <a:prstGeom prst="rect">
            <a:avLst/>
          </a:prstGeom>
          <a:solidFill>
            <a:srgbClr val="002855"/>
          </a:solidFill>
          <a:ln w="0">
            <a:noFill/>
          </a:ln>
        </p:spPr>
      </p:sp>
      <p:sp>
        <p:nvSpPr>
          <p:cNvPr id="244" name="WVU DSPIRA gold rule"/>
          <p:cNvSpPr>
            <a:spLocks noGrp="1"/>
          </p:cNvSpPr>
          <p:nvPr/>
        </p:nvSpPr>
        <p:spPr>
          <a:xfrm>
            <a:off x="0" y="323850"/>
            <a:ext cx="9144000" cy="19050"/>
          </a:xfrm>
          <a:prstGeom prst="rect">
            <a:avLst/>
          </a:prstGeom>
          <a:solidFill>
            <a:srgbClr val="EEAA00"/>
          </a:solidFill>
          <a:ln w="0">
            <a:noFill/>
          </a:ln>
        </p:spPr>
      </p:sp>
      <p:sp>
        <p:nvSpPr>
          <p:cNvPr id="24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4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41" name="Shape 241"/>
        <p:cNvGrpSpPr/>
        <p:nvPr/>
      </p:nvGrpSpPr>
      <p:grpSpPr>
        <a:xfrm>
          <a:off x="0" y="0"/>
          <a:ext cx="0" cy="0"/>
          <a:chOff x="0" y="0"/>
          <a:chExt cx="0" cy="0"/>
        </a:xfrm>
      </p:grpSpPr>
      <p:sp>
        <p:nvSpPr>
          <p:cNvPr id="242" name="Google Shape;242;p54"/>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Spherical Coordinate Systems</a:t>
            </a:r>
            <a:endParaRPr b="0" i="0" sz="3520" u="none" cap="none" strike="noStrike">
              <a:solidFill>
                <a:srgbClr val="000000"/>
              </a:solidFill>
              <a:latin typeface="Arial"/>
              <a:ea typeface="Calibri"/>
              <a:cs typeface="Calibri"/>
              <a:sym typeface="Calibri"/>
            </a:endParaRPr>
          </a:p>
        </p:txBody>
      </p:sp>
      <p:sp>
        <p:nvSpPr>
          <p:cNvPr id="243" name="Google Shape;243;p54"/>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3200"/>
              <a:buFont typeface="Arial"/>
              <a:buNone/>
            </a:pPr>
            <a:r>
              <a:rPr b="0" i="0" lang="en-US" sz="2560" u="none" cap="none" strike="noStrike">
                <a:solidFill>
                  <a:srgbClr val="000000"/>
                </a:solidFill>
                <a:latin typeface="Arial"/>
                <a:ea typeface="Calibri"/>
                <a:cs typeface="Calibri"/>
                <a:sym typeface="Calibri"/>
              </a:rPr>
              <a:t>Astronomers use spherical coordinate systems, but many different versions.</a:t>
            </a:r>
            <a:endParaRPr b="0" i="0" sz="2560" u="none" cap="none" strike="noStrike">
              <a:solidFill>
                <a:srgbClr val="000000"/>
              </a:solidFill>
              <a:latin typeface="Arial"/>
              <a:ea typeface="Calibri"/>
              <a:cs typeface="Calibri"/>
              <a:sym typeface="Calibri"/>
            </a:endParaRPr>
          </a:p>
        </p:txBody>
      </p:sp>
      <p:pic>
        <p:nvPicPr>
          <p:cNvPr descr="http://en.citizendium.org/images/thumb/2/2f/Spherical_polar.png/250px-Spherical_polar.png" id="244" name="Google Shape;244;p54"/>
          <p:cNvPicPr preferRelativeResize="0"/>
          <p:nvPr/>
        </p:nvPicPr>
        <p:blipFill rotWithShape="1">
          <a:blip r:embed="rId3">
            <a:alphaModFix/>
          </a:blip>
          <a:srcRect b="0" l="0" r="0" t="0"/>
          <a:stretch/>
        </p:blipFill>
        <p:spPr>
          <a:xfrm>
            <a:off x="609600" y="2781300"/>
            <a:ext cx="4038600" cy="3581400"/>
          </a:xfrm>
          <a:prstGeom prst="rect">
            <a:avLst/>
          </a:prstGeom>
          <a:noFill/>
          <a:ln>
            <a:noFill/>
          </a:ln>
        </p:spPr>
      </p:pic>
      <p:sp>
        <p:nvSpPr>
          <p:cNvPr id="246" name="DSPIRA 2"/>
          <p:cNvSpPr>
            <a:spLocks noGrp="1"/>
          </p:cNvSpPr>
          <p:nvPr/>
        </p:nvSpPr>
        <p:spPr>
          <a:xfrm>
            <a:off x="0" y="7200900"/>
            <a:ext cx="9144000" cy="342900"/>
          </a:xfrm>
          <a:prstGeom prst="rect">
            <a:avLst/>
          </a:prstGeom>
          <a:solidFill>
            <a:srgbClr val="FFFFFF"/>
          </a:solidFill>
          <a:ln w="0">
            <a:noFill/>
          </a:ln>
        </p:spPr>
      </p:sp>
      <p:sp>
        <p:nvSpPr>
          <p:cNvPr id="24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4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 of 20</a:t>
            </a:r>
          </a:p>
        </p:txBody>
      </p:sp>
      <p:sp>
        <p:nvSpPr>
          <p:cNvPr id="250" name="WVU DSPIRA navy band"/>
          <p:cNvSpPr>
            <a:spLocks noGrp="1"/>
          </p:cNvSpPr>
          <p:nvPr/>
        </p:nvSpPr>
        <p:spPr>
          <a:xfrm>
            <a:off x="0" y="0"/>
            <a:ext cx="9144000" cy="323850"/>
          </a:xfrm>
          <a:prstGeom prst="rect">
            <a:avLst/>
          </a:prstGeom>
          <a:solidFill>
            <a:srgbClr val="002855"/>
          </a:solidFill>
          <a:ln w="0">
            <a:noFill/>
          </a:ln>
        </p:spPr>
      </p:sp>
      <p:sp>
        <p:nvSpPr>
          <p:cNvPr id="251" name="WVU DSPIRA gold rule"/>
          <p:cNvSpPr>
            <a:spLocks noGrp="1"/>
          </p:cNvSpPr>
          <p:nvPr/>
        </p:nvSpPr>
        <p:spPr>
          <a:xfrm>
            <a:off x="0" y="323850"/>
            <a:ext cx="9144000" cy="19050"/>
          </a:xfrm>
          <a:prstGeom prst="rect">
            <a:avLst/>
          </a:prstGeom>
          <a:solidFill>
            <a:srgbClr val="EEAA00"/>
          </a:solidFill>
          <a:ln w="0">
            <a:noFill/>
          </a:ln>
        </p:spPr>
      </p:sp>
      <p:sp>
        <p:nvSpPr>
          <p:cNvPr id="25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5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48" name="Shape 248"/>
        <p:cNvGrpSpPr/>
        <p:nvPr/>
      </p:nvGrpSpPr>
      <p:grpSpPr>
        <a:xfrm>
          <a:off x="0" y="0"/>
          <a:ext cx="0" cy="0"/>
          <a:chOff x="0" y="0"/>
          <a:chExt cx="0" cy="0"/>
        </a:xfrm>
      </p:grpSpPr>
      <p:sp>
        <p:nvSpPr>
          <p:cNvPr id="249" name="Google Shape;249;p55"/>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1. Longitude + Latitude on Earth</a:t>
            </a:r>
            <a:endParaRPr b="0" i="0" sz="3520" u="none" cap="none" strike="noStrike">
              <a:solidFill>
                <a:srgbClr val="000000"/>
              </a:solidFill>
              <a:latin typeface="Arial"/>
              <a:ea typeface="Calibri"/>
              <a:cs typeface="Calibri"/>
              <a:sym typeface="Calibri"/>
            </a:endParaRPr>
          </a:p>
        </p:txBody>
      </p:sp>
      <p:sp>
        <p:nvSpPr>
          <p:cNvPr id="250" name="Google Shape;250;p55"/>
          <p:cNvSpPr txBox="1"/>
          <p:nvPr>
            <p:ph idx="1" type="body"/>
          </p:nvPr>
        </p:nvSpPr>
        <p:spPr>
          <a:xfrm>
            <a:off x="452718" y="4762500"/>
            <a:ext cx="8229600" cy="203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1600"/>
              <a:buFont typeface="Arial"/>
              <a:buNone/>
            </a:pPr>
            <a:r>
              <a:rPr b="0" i="0" lang="en-US" sz="1280" u="none" cap="none" strike="noStrike">
                <a:solidFill>
                  <a:srgbClr val="000000"/>
                </a:solidFill>
                <a:latin typeface="Arial"/>
                <a:ea typeface="Calibri"/>
                <a:cs typeface="Calibri"/>
                <a:sym typeface="Calibri"/>
              </a:rPr>
              <a:t>For this system:</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Longitude (longitude)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Latitude (latitude)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The Prime Meridian (0 longitude) (Grenwich, England) (increasing CCW from north pole)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The Equator (0 latitude)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Origin is the center of the Earth</a:t>
            </a:r>
            <a:endParaRPr>
              <a:solidFill>
                <a:srgbClr val="000000"/>
              </a:solidFill>
            </a:endParaRPr>
          </a:p>
          <a:p>
            <a:pPr indent="0" lvl="0" marL="0" marR="0" rtl="0" algn="l">
              <a:spcBef>
                <a:spcPts val="320"/>
              </a:spcBef>
              <a:spcAft>
                <a:spcPts val="0"/>
              </a:spcAft>
              <a:buClr>
                <a:schemeClr val="lt1"/>
              </a:buClr>
              <a:buSzPts val="1600"/>
              <a:buFont typeface="Arial"/>
              <a:buNone/>
            </a:pPr>
            <a:r>
              <a:rPr b="0" i="0" lang="en-US" sz="1280" u="none" cap="none" strike="noStrike">
                <a:solidFill>
                  <a:srgbClr val="000000"/>
                </a:solidFill>
                <a:latin typeface="Arial"/>
                <a:ea typeface="Calibri"/>
                <a:cs typeface="Calibri"/>
                <a:sym typeface="Calibri"/>
              </a:rPr>
              <a:t>Poles are north and south pole</a:t>
            </a:r>
            <a:endParaRPr b="0" i="0" sz="1280" u="none" cap="none" strike="noStrike">
              <a:solidFill>
                <a:srgbClr val="000000"/>
              </a:solidFill>
              <a:latin typeface="Arial"/>
              <a:ea typeface="Calibri"/>
              <a:cs typeface="Calibri"/>
              <a:sym typeface="Calibri"/>
            </a:endParaRPr>
          </a:p>
        </p:txBody>
      </p:sp>
      <p:pic>
        <p:nvPicPr>
          <p:cNvPr descr="http://www.geo.hunter.cuny.edu/aierulli/gis2/lectures/Lecture2/fig2-6_sherical_coordinate.gif" id="251" name="Google Shape;251;p55"/>
          <p:cNvPicPr preferRelativeResize="0"/>
          <p:nvPr/>
        </p:nvPicPr>
        <p:blipFill rotWithShape="1">
          <a:blip r:embed="rId3">
            <a:alphaModFix/>
          </a:blip>
          <a:srcRect b="0" l="0" r="0" t="17600"/>
          <a:stretch/>
        </p:blipFill>
        <p:spPr>
          <a:xfrm>
            <a:off x="5867400" y="1644426"/>
            <a:ext cx="3048000" cy="2959546"/>
          </a:xfrm>
          <a:prstGeom prst="rect">
            <a:avLst/>
          </a:prstGeom>
          <a:noFill/>
          <a:ln>
            <a:noFill/>
          </a:ln>
        </p:spPr>
      </p:pic>
      <p:pic>
        <p:nvPicPr>
          <p:cNvPr descr="File:Latitude and Longitude of the Earth.svg" id="252" name="Google Shape;252;p55"/>
          <p:cNvPicPr preferRelativeResize="0"/>
          <p:nvPr/>
        </p:nvPicPr>
        <p:blipFill rotWithShape="1">
          <a:blip r:embed="rId4">
            <a:alphaModFix/>
          </a:blip>
          <a:srcRect b="0" l="0" r="0" t="0"/>
          <a:stretch/>
        </p:blipFill>
        <p:spPr>
          <a:xfrm>
            <a:off x="268234" y="1644426"/>
            <a:ext cx="5675367" cy="2959548"/>
          </a:xfrm>
          <a:prstGeom prst="rect">
            <a:avLst/>
          </a:prstGeom>
          <a:solidFill>
            <a:schemeClr val="lt1"/>
          </a:solidFill>
          <a:ln>
            <a:noFill/>
          </a:ln>
        </p:spPr>
      </p:pic>
      <p:sp>
        <p:nvSpPr>
          <p:cNvPr id="254" name="DSPIRA 2"/>
          <p:cNvSpPr>
            <a:spLocks noGrp="1"/>
          </p:cNvSpPr>
          <p:nvPr/>
        </p:nvSpPr>
        <p:spPr>
          <a:xfrm>
            <a:off x="0" y="7200900"/>
            <a:ext cx="9144000" cy="342900"/>
          </a:xfrm>
          <a:prstGeom prst="rect">
            <a:avLst/>
          </a:prstGeom>
          <a:solidFill>
            <a:srgbClr val="FFFFFF"/>
          </a:solidFill>
          <a:ln w="0">
            <a:noFill/>
          </a:ln>
        </p:spPr>
      </p:sp>
      <p:sp>
        <p:nvSpPr>
          <p:cNvPr id="25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5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 of 20</a:t>
            </a:r>
          </a:p>
        </p:txBody>
      </p:sp>
      <p:sp>
        <p:nvSpPr>
          <p:cNvPr id="258" name="WVU DSPIRA navy band"/>
          <p:cNvSpPr>
            <a:spLocks noGrp="1"/>
          </p:cNvSpPr>
          <p:nvPr/>
        </p:nvSpPr>
        <p:spPr>
          <a:xfrm>
            <a:off x="0" y="0"/>
            <a:ext cx="9144000" cy="323850"/>
          </a:xfrm>
          <a:prstGeom prst="rect">
            <a:avLst/>
          </a:prstGeom>
          <a:solidFill>
            <a:srgbClr val="002855"/>
          </a:solidFill>
          <a:ln w="0">
            <a:noFill/>
          </a:ln>
        </p:spPr>
      </p:sp>
      <p:sp>
        <p:nvSpPr>
          <p:cNvPr id="259" name="WVU DSPIRA gold rule"/>
          <p:cNvSpPr>
            <a:spLocks noGrp="1"/>
          </p:cNvSpPr>
          <p:nvPr/>
        </p:nvSpPr>
        <p:spPr>
          <a:xfrm>
            <a:off x="0" y="323850"/>
            <a:ext cx="9144000" cy="19050"/>
          </a:xfrm>
          <a:prstGeom prst="rect">
            <a:avLst/>
          </a:prstGeom>
          <a:solidFill>
            <a:srgbClr val="EEAA00"/>
          </a:solidFill>
          <a:ln w="0">
            <a:noFill/>
          </a:ln>
        </p:spPr>
      </p:sp>
      <p:sp>
        <p:nvSpPr>
          <p:cNvPr id="26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6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56" name="Shape 256"/>
        <p:cNvGrpSpPr/>
        <p:nvPr/>
      </p:nvGrpSpPr>
      <p:grpSpPr>
        <a:xfrm>
          <a:off x="0" y="0"/>
          <a:ext cx="0" cy="0"/>
          <a:chOff x="0" y="0"/>
          <a:chExt cx="0" cy="0"/>
        </a:xfrm>
      </p:grpSpPr>
      <p:sp>
        <p:nvSpPr>
          <p:cNvPr id="257" name="Google Shape;257;p56"/>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2. Horizontal or Alt/Az or El/Az</a:t>
            </a:r>
            <a:endParaRPr b="0" i="0" sz="3520" u="none" cap="none" strike="noStrike">
              <a:solidFill>
                <a:srgbClr val="000000"/>
              </a:solidFill>
              <a:latin typeface="Arial"/>
              <a:ea typeface="Calibri"/>
              <a:cs typeface="Calibri"/>
              <a:sym typeface="Calibri"/>
            </a:endParaRPr>
          </a:p>
        </p:txBody>
      </p:sp>
      <p:sp>
        <p:nvSpPr>
          <p:cNvPr id="258" name="Google Shape;258;p56"/>
          <p:cNvSpPr txBox="1"/>
          <p:nvPr>
            <p:ph idx="1" type="body"/>
          </p:nvPr>
        </p:nvSpPr>
        <p:spPr>
          <a:xfrm>
            <a:off x="452718" y="4762500"/>
            <a:ext cx="8229600" cy="203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1600"/>
              <a:buFont typeface="Arial"/>
              <a:buNone/>
            </a:pPr>
            <a:r>
              <a:rPr b="0" i="0" lang="en-US" sz="1280" u="none" cap="none" strike="noStrike">
                <a:solidFill>
                  <a:srgbClr val="000000"/>
                </a:solidFill>
                <a:latin typeface="Arial"/>
                <a:ea typeface="Calibri"/>
                <a:cs typeface="Calibri"/>
                <a:sym typeface="Calibri"/>
              </a:rPr>
              <a:t>For this system:</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Azimuth (A) (longitude)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Altitude (a) (latitude)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North (0 longitude) (increasing CW from zenith)</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The horizon (0 latitude)</a:t>
            </a:r>
            <a:endParaRPr>
              <a:solidFill>
                <a:srgbClr val="000000"/>
              </a:solidFill>
            </a:endParaRPr>
          </a:p>
          <a:p>
            <a:pPr indent="-514350" lvl="0" marL="514350" marR="0" rtl="0" algn="l">
              <a:spcBef>
                <a:spcPts val="320"/>
              </a:spcBef>
              <a:spcAft>
                <a:spcPts val="0"/>
              </a:spcAft>
              <a:buClr>
                <a:srgbClr val="000000"/>
              </a:buClr>
              <a:buSzPts val="1600"/>
              <a:buFont typeface="Arial"/>
              <a:buAutoNum type="arabicParenR"/>
            </a:pPr>
            <a:r>
              <a:rPr b="0" i="0" lang="en-US" sz="1280" u="none" cap="none" strike="noStrike">
                <a:solidFill>
                  <a:srgbClr val="000000"/>
                </a:solidFill>
                <a:latin typeface="Arial"/>
                <a:ea typeface="Calibri"/>
                <a:cs typeface="Calibri"/>
                <a:sym typeface="Calibri"/>
              </a:rPr>
              <a:t>Origin is the observer</a:t>
            </a:r>
            <a:endParaRPr>
              <a:solidFill>
                <a:srgbClr val="000000"/>
              </a:solidFill>
            </a:endParaRPr>
          </a:p>
          <a:p>
            <a:pPr indent="0" lvl="0" marL="0" marR="0" rtl="0" algn="l">
              <a:spcBef>
                <a:spcPts val="320"/>
              </a:spcBef>
              <a:spcAft>
                <a:spcPts val="0"/>
              </a:spcAft>
              <a:buClr>
                <a:schemeClr val="lt1"/>
              </a:buClr>
              <a:buSzPts val="1600"/>
              <a:buFont typeface="Arial"/>
              <a:buNone/>
            </a:pPr>
            <a:r>
              <a:rPr b="0" i="0" lang="en-US" sz="1280" u="none" cap="none" strike="noStrike">
                <a:solidFill>
                  <a:srgbClr val="000000"/>
                </a:solidFill>
                <a:latin typeface="Arial"/>
                <a:ea typeface="Calibri"/>
                <a:cs typeface="Calibri"/>
                <a:sym typeface="Calibri"/>
              </a:rPr>
              <a:t>Poles are zenith and nadir</a:t>
            </a:r>
            <a:endParaRPr>
              <a:solidFill>
                <a:srgbClr val="000000"/>
              </a:solidFill>
            </a:endParaRPr>
          </a:p>
          <a:p>
            <a:pPr indent="0" lvl="0" marL="0" marR="0" rtl="0" algn="ctr">
              <a:spcBef>
                <a:spcPts val="320"/>
              </a:spcBef>
              <a:spcAft>
                <a:spcPts val="0"/>
              </a:spcAft>
              <a:buClr>
                <a:schemeClr val="lt1"/>
              </a:buClr>
              <a:buSzPts val="1600"/>
              <a:buFont typeface="Arial"/>
              <a:buNone/>
            </a:pPr>
            <a:r>
              <a:rPr b="0" i="0" lang="en-US" sz="1280" u="none" cap="none" strike="noStrike">
                <a:solidFill>
                  <a:srgbClr val="000000"/>
                </a:solidFill>
                <a:latin typeface="Arial"/>
                <a:ea typeface="Calibri"/>
                <a:cs typeface="Calibri"/>
                <a:sym typeface="Calibri"/>
              </a:rPr>
              <a:t>Zenith distance is 90 - altitude</a:t>
            </a:r>
            <a:endParaRPr b="0" i="0" sz="1280" u="none" cap="none" strike="noStrike">
              <a:solidFill>
                <a:srgbClr val="000000"/>
              </a:solidFill>
              <a:latin typeface="Arial"/>
              <a:ea typeface="Calibri"/>
              <a:cs typeface="Calibri"/>
              <a:sym typeface="Calibri"/>
            </a:endParaRPr>
          </a:p>
        </p:txBody>
      </p:sp>
      <p:pic>
        <p:nvPicPr>
          <p:cNvPr descr="http://upload.wikimedia.org/wikipedia/commons/thumb/f/f7/Azimuth-Altitude_schematic.svg/1000px-Azimuth-Altitude_schematic.svg.png" id="259" name="Google Shape;259;p56"/>
          <p:cNvPicPr preferRelativeResize="0"/>
          <p:nvPr/>
        </p:nvPicPr>
        <p:blipFill rotWithShape="1">
          <a:blip r:embed="rId3">
            <a:alphaModFix/>
          </a:blip>
          <a:srcRect b="0" l="0" r="0" t="0"/>
          <a:stretch/>
        </p:blipFill>
        <p:spPr>
          <a:xfrm>
            <a:off x="3048000" y="1562100"/>
            <a:ext cx="3048001" cy="2935223"/>
          </a:xfrm>
          <a:prstGeom prst="rect">
            <a:avLst/>
          </a:prstGeom>
          <a:noFill/>
          <a:ln>
            <a:noFill/>
          </a:ln>
        </p:spPr>
      </p:pic>
      <p:sp>
        <p:nvSpPr>
          <p:cNvPr id="261" name="DSPIRA 2"/>
          <p:cNvSpPr>
            <a:spLocks noGrp="1"/>
          </p:cNvSpPr>
          <p:nvPr/>
        </p:nvSpPr>
        <p:spPr>
          <a:xfrm>
            <a:off x="0" y="7200900"/>
            <a:ext cx="9144000" cy="342900"/>
          </a:xfrm>
          <a:prstGeom prst="rect">
            <a:avLst/>
          </a:prstGeom>
          <a:solidFill>
            <a:srgbClr val="FFFFFF"/>
          </a:solidFill>
          <a:ln w="0">
            <a:noFill/>
          </a:ln>
        </p:spPr>
      </p:sp>
      <p:sp>
        <p:nvSpPr>
          <p:cNvPr id="263"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64"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4 of 20</a:t>
            </a:r>
          </a:p>
        </p:txBody>
      </p:sp>
      <p:sp>
        <p:nvSpPr>
          <p:cNvPr id="265" name="WVU DSPIRA navy band"/>
          <p:cNvSpPr>
            <a:spLocks noGrp="1"/>
          </p:cNvSpPr>
          <p:nvPr/>
        </p:nvSpPr>
        <p:spPr>
          <a:xfrm>
            <a:off x="0" y="0"/>
            <a:ext cx="9144000" cy="323850"/>
          </a:xfrm>
          <a:prstGeom prst="rect">
            <a:avLst/>
          </a:prstGeom>
          <a:solidFill>
            <a:srgbClr val="002855"/>
          </a:solidFill>
          <a:ln w="0">
            <a:noFill/>
          </a:ln>
        </p:spPr>
      </p:sp>
      <p:sp>
        <p:nvSpPr>
          <p:cNvPr id="266" name="WVU DSPIRA gold rule"/>
          <p:cNvSpPr>
            <a:spLocks noGrp="1"/>
          </p:cNvSpPr>
          <p:nvPr/>
        </p:nvSpPr>
        <p:spPr>
          <a:xfrm>
            <a:off x="0" y="323850"/>
            <a:ext cx="9144000" cy="19050"/>
          </a:xfrm>
          <a:prstGeom prst="rect">
            <a:avLst/>
          </a:prstGeom>
          <a:solidFill>
            <a:srgbClr val="EEAA00"/>
          </a:solidFill>
          <a:ln w="0">
            <a:noFill/>
          </a:ln>
        </p:spPr>
      </p:sp>
      <p:sp>
        <p:nvSpPr>
          <p:cNvPr id="267"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68"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63" name="Shape 263"/>
        <p:cNvGrpSpPr/>
        <p:nvPr/>
      </p:nvGrpSpPr>
      <p:grpSpPr>
        <a:xfrm>
          <a:off x="0" y="0"/>
          <a:ext cx="0" cy="0"/>
          <a:chOff x="0" y="0"/>
          <a:chExt cx="0" cy="0"/>
        </a:xfrm>
      </p:grpSpPr>
      <p:sp>
        <p:nvSpPr>
          <p:cNvPr id="264" name="Google Shape;264;p57"/>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3. Galactic</a:t>
            </a:r>
            <a:endParaRPr b="0" i="0" sz="3520" u="none" cap="none" strike="noStrike">
              <a:solidFill>
                <a:srgbClr val="000000"/>
              </a:solidFill>
              <a:latin typeface="Arial"/>
              <a:ea typeface="Calibri"/>
              <a:cs typeface="Calibri"/>
              <a:sym typeface="Calibri"/>
            </a:endParaRPr>
          </a:p>
        </p:txBody>
      </p:sp>
      <p:sp>
        <p:nvSpPr>
          <p:cNvPr id="265" name="Google Shape;265;p57"/>
          <p:cNvSpPr txBox="1"/>
          <p:nvPr>
            <p:ph idx="1" type="body"/>
          </p:nvPr>
        </p:nvSpPr>
        <p:spPr>
          <a:xfrm>
            <a:off x="452718" y="4762500"/>
            <a:ext cx="8229600" cy="20343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For this system:</a:t>
            </a:r>
            <a:endParaRPr>
              <a:solidFill>
                <a:srgbClr val="000000"/>
              </a:solidFill>
            </a:endParaRPr>
          </a:p>
          <a:p>
            <a:pPr indent="-514350" lvl="0" marL="514350" marR="0" rtl="0" algn="l">
              <a:lnSpc>
                <a:spcPct val="80000"/>
              </a:lnSpc>
              <a:spcBef>
                <a:spcPts val="352"/>
              </a:spcBef>
              <a:spcAft>
                <a:spcPts val="0"/>
              </a:spcAft>
              <a:buClr>
                <a:srgbClr val="000000"/>
              </a:buClr>
              <a:buSzPts val="1760"/>
              <a:buFont typeface="Arial"/>
              <a:buAutoNum type="arabicParenR"/>
            </a:pPr>
            <a:r>
              <a:rPr b="0" i="0" lang="en-US" sz="1408" u="none" cap="none" strike="noStrike">
                <a:solidFill>
                  <a:srgbClr val="000000"/>
                </a:solidFill>
                <a:latin typeface="Arial"/>
                <a:ea typeface="Calibri"/>
                <a:cs typeface="Calibri"/>
                <a:sym typeface="Calibri"/>
              </a:rPr>
              <a:t>Galactic longitude (</a:t>
            </a:r>
            <a:r>
              <a:rPr b="0" i="1" lang="en-US" sz="1408" u="none" cap="none" strike="noStrike">
                <a:solidFill>
                  <a:srgbClr val="000000"/>
                </a:solidFill>
                <a:latin typeface="Arial"/>
                <a:ea typeface="Courgette"/>
                <a:cs typeface="Courgette"/>
                <a:sym typeface="Courgette"/>
              </a:rPr>
              <a:t>l</a:t>
            </a:r>
            <a:r>
              <a:rPr b="0" i="0" lang="en-US" sz="1408" u="none" cap="none" strike="noStrike">
                <a:solidFill>
                  <a:srgbClr val="000000"/>
                </a:solidFill>
                <a:latin typeface="Arial"/>
                <a:ea typeface="Calibri"/>
                <a:cs typeface="Calibri"/>
                <a:sym typeface="Calibri"/>
              </a:rPr>
              <a:t>) (longitude) (increases CW from north Galactic pole)</a:t>
            </a:r>
            <a:endParaRPr>
              <a:solidFill>
                <a:srgbClr val="000000"/>
              </a:solidFill>
            </a:endParaRPr>
          </a:p>
          <a:p>
            <a:pPr indent="-514350" lvl="0" marL="514350" marR="0" rtl="0" algn="l">
              <a:lnSpc>
                <a:spcPct val="80000"/>
              </a:lnSpc>
              <a:spcBef>
                <a:spcPts val="352"/>
              </a:spcBef>
              <a:spcAft>
                <a:spcPts val="0"/>
              </a:spcAft>
              <a:buClr>
                <a:srgbClr val="000000"/>
              </a:buClr>
              <a:buSzPts val="1760"/>
              <a:buFont typeface="Arial"/>
              <a:buAutoNum type="arabicParenR"/>
            </a:pPr>
            <a:r>
              <a:rPr b="0" i="0" lang="en-US" sz="1408" u="none" cap="none" strike="noStrike">
                <a:solidFill>
                  <a:srgbClr val="000000"/>
                </a:solidFill>
                <a:latin typeface="Arial"/>
                <a:ea typeface="Calibri"/>
                <a:cs typeface="Calibri"/>
                <a:sym typeface="Calibri"/>
              </a:rPr>
              <a:t>Galatic latitude (</a:t>
            </a:r>
            <a:r>
              <a:rPr b="0" i="1" lang="en-US" sz="1408" u="none" cap="none" strike="noStrike">
                <a:solidFill>
                  <a:srgbClr val="000000"/>
                </a:solidFill>
                <a:latin typeface="Arial"/>
                <a:ea typeface="Calibri"/>
                <a:cs typeface="Calibri"/>
                <a:sym typeface="Calibri"/>
              </a:rPr>
              <a:t>b</a:t>
            </a:r>
            <a:r>
              <a:rPr b="0" i="0" lang="en-US" sz="1408" u="none" cap="none" strike="noStrike">
                <a:solidFill>
                  <a:srgbClr val="000000"/>
                </a:solidFill>
                <a:latin typeface="Arial"/>
                <a:ea typeface="Calibri"/>
                <a:cs typeface="Calibri"/>
                <a:sym typeface="Calibri"/>
              </a:rPr>
              <a:t>) (latitude)</a:t>
            </a:r>
            <a:endParaRPr b="0" i="0" sz="1408" u="none" cap="none" strike="noStrike">
              <a:solidFill>
                <a:srgbClr val="000000"/>
              </a:solidFill>
              <a:latin typeface="Arial"/>
              <a:ea typeface="Calibri"/>
              <a:cs typeface="Calibri"/>
              <a:sym typeface="Calibri"/>
            </a:endParaRPr>
          </a:p>
          <a:p>
            <a:pPr indent="-514350" lvl="0" marL="514350" marR="0" rtl="0" algn="l">
              <a:lnSpc>
                <a:spcPct val="80000"/>
              </a:lnSpc>
              <a:spcBef>
                <a:spcPts val="352"/>
              </a:spcBef>
              <a:spcAft>
                <a:spcPts val="0"/>
              </a:spcAft>
              <a:buClr>
                <a:srgbClr val="000000"/>
              </a:buClr>
              <a:buSzPts val="1760"/>
              <a:buFont typeface="Arial"/>
              <a:buAutoNum type="arabicParenR"/>
            </a:pPr>
            <a:r>
              <a:rPr b="0" i="0" lang="en-US" sz="1408" u="none" cap="none" strike="noStrike">
                <a:solidFill>
                  <a:srgbClr val="000000"/>
                </a:solidFill>
                <a:latin typeface="Arial"/>
                <a:ea typeface="Calibri"/>
                <a:cs typeface="Calibri"/>
                <a:sym typeface="Calibri"/>
              </a:rPr>
              <a:t>The Galactic center (0 longitude)</a:t>
            </a:r>
            <a:endParaRPr>
              <a:solidFill>
                <a:srgbClr val="000000"/>
              </a:solidFill>
            </a:endParaRPr>
          </a:p>
          <a:p>
            <a:pPr indent="-514350" lvl="0" marL="514350" marR="0" rtl="0" algn="l">
              <a:lnSpc>
                <a:spcPct val="80000"/>
              </a:lnSpc>
              <a:spcBef>
                <a:spcPts val="352"/>
              </a:spcBef>
              <a:spcAft>
                <a:spcPts val="0"/>
              </a:spcAft>
              <a:buClr>
                <a:srgbClr val="000000"/>
              </a:buClr>
              <a:buSzPts val="1760"/>
              <a:buFont typeface="Arial"/>
              <a:buAutoNum type="arabicParenR"/>
            </a:pPr>
            <a:r>
              <a:rPr b="0" i="0" lang="en-US" sz="1408" u="none" cap="none" strike="noStrike">
                <a:solidFill>
                  <a:srgbClr val="000000"/>
                </a:solidFill>
                <a:latin typeface="Arial"/>
                <a:ea typeface="Calibri"/>
                <a:cs typeface="Calibri"/>
                <a:sym typeface="Calibri"/>
              </a:rPr>
              <a:t>The Galactic plane (0 latitude)</a:t>
            </a:r>
            <a:endParaRPr>
              <a:solidFill>
                <a:srgbClr val="000000"/>
              </a:solidFill>
            </a:endParaRPr>
          </a:p>
          <a:p>
            <a:pPr indent="-514350" lvl="0" marL="514350" marR="0" rtl="0" algn="l">
              <a:lnSpc>
                <a:spcPct val="80000"/>
              </a:lnSpc>
              <a:spcBef>
                <a:spcPts val="352"/>
              </a:spcBef>
              <a:spcAft>
                <a:spcPts val="0"/>
              </a:spcAft>
              <a:buClr>
                <a:srgbClr val="000000"/>
              </a:buClr>
              <a:buSzPts val="1760"/>
              <a:buFont typeface="Arial"/>
              <a:buAutoNum type="arabicParenR"/>
            </a:pPr>
            <a:r>
              <a:rPr b="0" i="0" lang="en-US" sz="1408" u="none" cap="none" strike="noStrike">
                <a:solidFill>
                  <a:srgbClr val="000000"/>
                </a:solidFill>
                <a:latin typeface="Arial"/>
                <a:ea typeface="Calibri"/>
                <a:cs typeface="Calibri"/>
                <a:sym typeface="Calibri"/>
              </a:rPr>
              <a:t>Center of the Sun</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Poles are north and south Galactic poles</a:t>
            </a:r>
            <a:endParaRPr b="0" i="0" sz="1408" u="none" cap="none" strike="noStrike">
              <a:solidFill>
                <a:srgbClr val="000000"/>
              </a:solidFill>
              <a:latin typeface="Arial"/>
              <a:ea typeface="Calibri"/>
              <a:cs typeface="Calibri"/>
              <a:sym typeface="Calibri"/>
            </a:endParaRPr>
          </a:p>
        </p:txBody>
      </p:sp>
      <p:pic>
        <p:nvPicPr>
          <p:cNvPr descr="http://www.thinkastronomy.com/M13/Manual/common/galactic_coords_files/page1_1.jpg" id="266" name="Google Shape;266;p57"/>
          <p:cNvPicPr preferRelativeResize="0"/>
          <p:nvPr/>
        </p:nvPicPr>
        <p:blipFill rotWithShape="1">
          <a:blip r:embed="rId3">
            <a:alphaModFix/>
          </a:blip>
          <a:srcRect b="0" l="0" r="0" t="0"/>
          <a:stretch/>
        </p:blipFill>
        <p:spPr>
          <a:xfrm>
            <a:off x="1222375" y="1632851"/>
            <a:ext cx="3197225" cy="2898248"/>
          </a:xfrm>
          <a:prstGeom prst="rect">
            <a:avLst/>
          </a:prstGeom>
          <a:noFill/>
          <a:ln>
            <a:noFill/>
          </a:ln>
        </p:spPr>
      </p:pic>
      <p:pic>
        <p:nvPicPr>
          <p:cNvPr descr="http://www.daviddarling.info/images/galactic_coordinates.jpg" id="267" name="Google Shape;267;p57"/>
          <p:cNvPicPr preferRelativeResize="0"/>
          <p:nvPr/>
        </p:nvPicPr>
        <p:blipFill rotWithShape="1">
          <a:blip r:embed="rId4">
            <a:alphaModFix/>
          </a:blip>
          <a:srcRect b="0" l="0" r="0" t="0"/>
          <a:stretch/>
        </p:blipFill>
        <p:spPr>
          <a:xfrm>
            <a:off x="4686300" y="1632851"/>
            <a:ext cx="2781300" cy="2897188"/>
          </a:xfrm>
          <a:prstGeom prst="rect">
            <a:avLst/>
          </a:prstGeom>
          <a:noFill/>
          <a:ln>
            <a:noFill/>
          </a:ln>
        </p:spPr>
      </p:pic>
      <p:sp>
        <p:nvSpPr>
          <p:cNvPr id="269" name="DSPIRA 2"/>
          <p:cNvSpPr>
            <a:spLocks noGrp="1"/>
          </p:cNvSpPr>
          <p:nvPr/>
        </p:nvSpPr>
        <p:spPr>
          <a:xfrm>
            <a:off x="0" y="7200900"/>
            <a:ext cx="9144000" cy="342900"/>
          </a:xfrm>
          <a:prstGeom prst="rect">
            <a:avLst/>
          </a:prstGeom>
          <a:solidFill>
            <a:srgbClr val="FFFFFF"/>
          </a:solidFill>
          <a:ln w="0">
            <a:noFill/>
          </a:ln>
        </p:spPr>
      </p:sp>
      <p:sp>
        <p:nvSpPr>
          <p:cNvPr id="27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7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5 of 20</a:t>
            </a:r>
          </a:p>
        </p:txBody>
      </p:sp>
      <p:sp>
        <p:nvSpPr>
          <p:cNvPr id="273" name="WVU DSPIRA navy band"/>
          <p:cNvSpPr>
            <a:spLocks noGrp="1"/>
          </p:cNvSpPr>
          <p:nvPr/>
        </p:nvSpPr>
        <p:spPr>
          <a:xfrm>
            <a:off x="0" y="0"/>
            <a:ext cx="9144000" cy="323850"/>
          </a:xfrm>
          <a:prstGeom prst="rect">
            <a:avLst/>
          </a:prstGeom>
          <a:solidFill>
            <a:srgbClr val="002855"/>
          </a:solidFill>
          <a:ln w="0">
            <a:noFill/>
          </a:ln>
        </p:spPr>
      </p:sp>
      <p:sp>
        <p:nvSpPr>
          <p:cNvPr id="274" name="WVU DSPIRA gold rule"/>
          <p:cNvSpPr>
            <a:spLocks noGrp="1"/>
          </p:cNvSpPr>
          <p:nvPr/>
        </p:nvSpPr>
        <p:spPr>
          <a:xfrm>
            <a:off x="0" y="323850"/>
            <a:ext cx="9144000" cy="19050"/>
          </a:xfrm>
          <a:prstGeom prst="rect">
            <a:avLst/>
          </a:prstGeom>
          <a:solidFill>
            <a:srgbClr val="EEAA00"/>
          </a:solidFill>
          <a:ln w="0">
            <a:noFill/>
          </a:ln>
        </p:spPr>
      </p:sp>
      <p:sp>
        <p:nvSpPr>
          <p:cNvPr id="27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7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71" name="Shape 271"/>
        <p:cNvGrpSpPr/>
        <p:nvPr/>
      </p:nvGrpSpPr>
      <p:grpSpPr>
        <a:xfrm>
          <a:off x="0" y="0"/>
          <a:ext cx="0" cy="0"/>
          <a:chOff x="0" y="0"/>
          <a:chExt cx="0" cy="0"/>
        </a:xfrm>
      </p:grpSpPr>
      <p:sp>
        <p:nvSpPr>
          <p:cNvPr id="272" name="Google Shape;272;p58"/>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t/>
            </a:r>
            <a:endParaRPr b="0" i="0" sz="3520" u="none" cap="none" strike="noStrike">
              <a:solidFill>
                <a:schemeClr val="lt1"/>
              </a:solidFill>
              <a:latin typeface="Arial"/>
              <a:ea typeface="Calibri"/>
              <a:cs typeface="Calibri"/>
              <a:sym typeface="Calibri"/>
            </a:endParaRPr>
          </a:p>
        </p:txBody>
      </p:sp>
      <p:sp>
        <p:nvSpPr>
          <p:cNvPr id="273" name="Google Shape;273;p58"/>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lt1"/>
              </a:buClr>
              <a:buSzPts val="3200"/>
              <a:buFont typeface="Arial"/>
              <a:buNone/>
            </a:pPr>
            <a:r>
              <a:t/>
            </a:r>
            <a:endParaRPr b="0" i="0" sz="2560" u="none" cap="none" strike="noStrike">
              <a:solidFill>
                <a:schemeClr val="lt1"/>
              </a:solidFill>
              <a:latin typeface="Arial"/>
              <a:ea typeface="Calibri"/>
              <a:cs typeface="Calibri"/>
              <a:sym typeface="Calibri"/>
            </a:endParaRPr>
          </a:p>
        </p:txBody>
      </p:sp>
      <p:pic>
        <p:nvPicPr>
          <p:cNvPr descr="http://upload.wikimedia.org/wikipedia/commons/thumb/8/89/236084main_MilkyWay-full-annotated.jpg/768px-236084main_MilkyWay-full-annotated.jpg" id="274" name="Google Shape;274;p58"/>
          <p:cNvPicPr preferRelativeResize="0"/>
          <p:nvPr/>
        </p:nvPicPr>
        <p:blipFill rotWithShape="1">
          <a:blip r:embed="rId3">
            <a:alphaModFix/>
          </a:blip>
          <a:srcRect b="0" l="0" r="0" t="0"/>
          <a:stretch/>
        </p:blipFill>
        <p:spPr>
          <a:xfrm>
            <a:off x="914400" y="342900"/>
            <a:ext cx="7315200" cy="6858000"/>
          </a:xfrm>
          <a:prstGeom prst="rect">
            <a:avLst/>
          </a:prstGeom>
          <a:noFill/>
          <a:ln>
            <a:noFill/>
          </a:ln>
        </p:spPr>
      </p:pic>
      <p:sp>
        <p:nvSpPr>
          <p:cNvPr id="276" name="DSPIRA 2"/>
          <p:cNvSpPr>
            <a:spLocks noGrp="1"/>
          </p:cNvSpPr>
          <p:nvPr/>
        </p:nvSpPr>
        <p:spPr>
          <a:xfrm>
            <a:off x="0" y="7200900"/>
            <a:ext cx="9144000" cy="342900"/>
          </a:xfrm>
          <a:prstGeom prst="rect">
            <a:avLst/>
          </a:prstGeom>
          <a:solidFill>
            <a:srgbClr val="FFFFFF"/>
          </a:solidFill>
          <a:ln w="0">
            <a:noFill/>
          </a:ln>
        </p:spPr>
      </p:sp>
      <p:sp>
        <p:nvSpPr>
          <p:cNvPr id="27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7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6 of 20</a:t>
            </a:r>
          </a:p>
        </p:txBody>
      </p:sp>
      <p:sp>
        <p:nvSpPr>
          <p:cNvPr id="280" name="WVU DSPIRA navy band"/>
          <p:cNvSpPr>
            <a:spLocks noGrp="1"/>
          </p:cNvSpPr>
          <p:nvPr/>
        </p:nvSpPr>
        <p:spPr>
          <a:xfrm>
            <a:off x="0" y="0"/>
            <a:ext cx="9144000" cy="323850"/>
          </a:xfrm>
          <a:prstGeom prst="rect">
            <a:avLst/>
          </a:prstGeom>
          <a:solidFill>
            <a:srgbClr val="002855"/>
          </a:solidFill>
          <a:ln w="0">
            <a:noFill/>
          </a:ln>
        </p:spPr>
      </p:sp>
      <p:sp>
        <p:nvSpPr>
          <p:cNvPr id="281" name="WVU DSPIRA gold rule"/>
          <p:cNvSpPr>
            <a:spLocks noGrp="1"/>
          </p:cNvSpPr>
          <p:nvPr/>
        </p:nvSpPr>
        <p:spPr>
          <a:xfrm>
            <a:off x="0" y="323850"/>
            <a:ext cx="9144000" cy="19050"/>
          </a:xfrm>
          <a:prstGeom prst="rect">
            <a:avLst/>
          </a:prstGeom>
          <a:solidFill>
            <a:srgbClr val="EEAA00"/>
          </a:solidFill>
          <a:ln w="0">
            <a:noFill/>
          </a:ln>
        </p:spPr>
      </p:sp>
      <p:sp>
        <p:nvSpPr>
          <p:cNvPr id="28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8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78" name="Shape 278"/>
        <p:cNvGrpSpPr/>
        <p:nvPr/>
      </p:nvGrpSpPr>
      <p:grpSpPr>
        <a:xfrm>
          <a:off x="0" y="0"/>
          <a:ext cx="0" cy="0"/>
          <a:chOff x="0" y="0"/>
          <a:chExt cx="0" cy="0"/>
        </a:xfrm>
      </p:grpSpPr>
      <p:sp>
        <p:nvSpPr>
          <p:cNvPr id="279" name="Google Shape;279;p59"/>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t/>
            </a:r>
            <a:endParaRPr b="0" i="0" sz="3520" u="none" cap="none" strike="noStrike">
              <a:solidFill>
                <a:schemeClr val="lt1"/>
              </a:solidFill>
              <a:latin typeface="Arial"/>
              <a:ea typeface="Calibri"/>
              <a:cs typeface="Calibri"/>
              <a:sym typeface="Calibri"/>
            </a:endParaRPr>
          </a:p>
        </p:txBody>
      </p:sp>
      <p:sp>
        <p:nvSpPr>
          <p:cNvPr id="280" name="Google Shape;280;p59"/>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lt1"/>
              </a:buClr>
              <a:buSzPts val="3200"/>
              <a:buFont typeface="Arial"/>
              <a:buNone/>
            </a:pPr>
            <a:r>
              <a:t/>
            </a:r>
            <a:endParaRPr b="0" i="0" sz="2560" u="none" cap="none" strike="noStrike">
              <a:solidFill>
                <a:schemeClr val="lt1"/>
              </a:solidFill>
              <a:latin typeface="Arial"/>
              <a:ea typeface="Calibri"/>
              <a:cs typeface="Calibri"/>
              <a:sym typeface="Calibri"/>
            </a:endParaRPr>
          </a:p>
        </p:txBody>
      </p:sp>
      <p:pic>
        <p:nvPicPr>
          <p:cNvPr descr="http://upload.wikimedia.org/wikipedia/commons/e/e4/Milky_Way_infrared.jpg" id="281" name="Google Shape;281;p59"/>
          <p:cNvPicPr preferRelativeResize="0"/>
          <p:nvPr/>
        </p:nvPicPr>
        <p:blipFill rotWithShape="1">
          <a:blip r:embed="rId3">
            <a:alphaModFix/>
          </a:blip>
          <a:srcRect b="0" l="0" r="0" t="0"/>
          <a:stretch/>
        </p:blipFill>
        <p:spPr>
          <a:xfrm>
            <a:off x="16412" y="1790700"/>
            <a:ext cx="9127586" cy="4697666"/>
          </a:xfrm>
          <a:prstGeom prst="rect">
            <a:avLst/>
          </a:prstGeom>
          <a:noFill/>
          <a:ln>
            <a:noFill/>
          </a:ln>
        </p:spPr>
      </p:pic>
      <p:sp>
        <p:nvSpPr>
          <p:cNvPr id="283" name="DSPIRA 2"/>
          <p:cNvSpPr>
            <a:spLocks noGrp="1"/>
          </p:cNvSpPr>
          <p:nvPr/>
        </p:nvSpPr>
        <p:spPr>
          <a:xfrm>
            <a:off x="0" y="7200900"/>
            <a:ext cx="9144000" cy="342900"/>
          </a:xfrm>
          <a:prstGeom prst="rect">
            <a:avLst/>
          </a:prstGeom>
          <a:solidFill>
            <a:srgbClr val="FFFFFF"/>
          </a:solidFill>
          <a:ln w="0">
            <a:noFill/>
          </a:ln>
        </p:spPr>
      </p:sp>
      <p:sp>
        <p:nvSpPr>
          <p:cNvPr id="28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8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7 of 20</a:t>
            </a:r>
          </a:p>
        </p:txBody>
      </p:sp>
      <p:sp>
        <p:nvSpPr>
          <p:cNvPr id="287" name="WVU DSPIRA navy band"/>
          <p:cNvSpPr>
            <a:spLocks noGrp="1"/>
          </p:cNvSpPr>
          <p:nvPr/>
        </p:nvSpPr>
        <p:spPr>
          <a:xfrm>
            <a:off x="0" y="0"/>
            <a:ext cx="9144000" cy="323850"/>
          </a:xfrm>
          <a:prstGeom prst="rect">
            <a:avLst/>
          </a:prstGeom>
          <a:solidFill>
            <a:srgbClr val="002855"/>
          </a:solidFill>
          <a:ln w="0">
            <a:noFill/>
          </a:ln>
        </p:spPr>
      </p:sp>
      <p:sp>
        <p:nvSpPr>
          <p:cNvPr id="288" name="WVU DSPIRA gold rule"/>
          <p:cNvSpPr>
            <a:spLocks noGrp="1"/>
          </p:cNvSpPr>
          <p:nvPr/>
        </p:nvSpPr>
        <p:spPr>
          <a:xfrm>
            <a:off x="0" y="323850"/>
            <a:ext cx="9144000" cy="19050"/>
          </a:xfrm>
          <a:prstGeom prst="rect">
            <a:avLst/>
          </a:prstGeom>
          <a:solidFill>
            <a:srgbClr val="EEAA00"/>
          </a:solidFill>
          <a:ln w="0">
            <a:noFill/>
          </a:ln>
        </p:spPr>
      </p:sp>
      <p:sp>
        <p:nvSpPr>
          <p:cNvPr id="28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9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bg>
      <p:bgPr>
        <a:solidFill>
          <a:srgbClr val="FFFFFF"/>
        </a:solidFill>
      </p:bgPr>
    </p:bg>
    <p:spTree>
      <p:nvGrpSpPr>
        <p:cNvPr id="285" name="Shape 285"/>
        <p:cNvGrpSpPr/>
        <p:nvPr/>
      </p:nvGrpSpPr>
      <p:grpSpPr>
        <a:xfrm>
          <a:off x="0" y="0"/>
          <a:ext cx="0" cy="0"/>
          <a:chOff x="0" y="0"/>
          <a:chExt cx="0" cy="0"/>
        </a:xfrm>
      </p:grpSpPr>
      <p:sp>
        <p:nvSpPr>
          <p:cNvPr id="286" name="Google Shape;286;p60"/>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chemeClr val="lt1"/>
                </a:solidFill>
                <a:latin typeface="Arial"/>
                <a:ea typeface="Calibri"/>
                <a:cs typeface="Calibri"/>
                <a:sym typeface="Calibri"/>
              </a:rPr>
              <a:t>4. Ecliptic</a:t>
            </a:r>
            <a:endParaRPr b="0" i="0" sz="3520" u="none" cap="none" strike="noStrike">
              <a:solidFill>
                <a:schemeClr val="lt1"/>
              </a:solidFill>
              <a:latin typeface="Arial"/>
              <a:ea typeface="Calibri"/>
              <a:cs typeface="Calibri"/>
              <a:sym typeface="Calibri"/>
            </a:endParaRPr>
          </a:p>
        </p:txBody>
      </p:sp>
      <p:sp>
        <p:nvSpPr>
          <p:cNvPr id="287" name="Google Shape;287;p60"/>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3200"/>
              <a:buFont typeface="Arial"/>
              <a:buNone/>
            </a:pPr>
            <a:r>
              <a:rPr b="0" i="0" lang="en-US" sz="2560" u="none" cap="none" strike="noStrike">
                <a:solidFill>
                  <a:schemeClr val="lt1"/>
                </a:solidFill>
                <a:latin typeface="Arial"/>
                <a:ea typeface="Calibri"/>
                <a:cs typeface="Calibri"/>
                <a:sym typeface="Calibri"/>
              </a:rPr>
              <a:t>I’ve never seen it used – maybe for Solar astronomy?</a:t>
            </a:r>
            <a:endParaRPr b="0" i="0" sz="2560" u="none" cap="none" strike="noStrike">
              <a:solidFill>
                <a:schemeClr val="lt1"/>
              </a:solidFill>
              <a:latin typeface="Arial"/>
              <a:ea typeface="Calibri"/>
              <a:cs typeface="Calibri"/>
              <a:sym typeface="Calibri"/>
            </a:endParaRPr>
          </a:p>
        </p:txBody>
      </p:sp>
      <p:sp>
        <p:nvSpPr>
          <p:cNvPr id="289" name="DSPIRA 2"/>
          <p:cNvSpPr>
            <a:spLocks noGrp="1"/>
          </p:cNvSpPr>
          <p:nvPr/>
        </p:nvSpPr>
        <p:spPr>
          <a:xfrm>
            <a:off x="0" y="7200900"/>
            <a:ext cx="9144000" cy="342900"/>
          </a:xfrm>
          <a:prstGeom prst="rect">
            <a:avLst/>
          </a:prstGeom>
          <a:solidFill>
            <a:srgbClr val="FFFFFF"/>
          </a:solidFill>
          <a:ln w="0">
            <a:noFill/>
          </a:ln>
        </p:spPr>
      </p:sp>
      <p:sp>
        <p:nvSpPr>
          <p:cNvPr id="29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9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Supplemental</a:t>
            </a:r>
          </a:p>
        </p:txBody>
      </p:sp>
      <p:sp>
        <p:nvSpPr>
          <p:cNvPr id="293" name="WVU DSPIRA navy band"/>
          <p:cNvSpPr>
            <a:spLocks noGrp="1"/>
          </p:cNvSpPr>
          <p:nvPr/>
        </p:nvSpPr>
        <p:spPr>
          <a:xfrm>
            <a:off x="0" y="0"/>
            <a:ext cx="9144000" cy="323850"/>
          </a:xfrm>
          <a:prstGeom prst="rect">
            <a:avLst/>
          </a:prstGeom>
          <a:solidFill>
            <a:srgbClr val="002855"/>
          </a:solidFill>
          <a:ln w="0">
            <a:noFill/>
          </a:ln>
        </p:spPr>
      </p:sp>
      <p:sp>
        <p:nvSpPr>
          <p:cNvPr id="294" name="WVU DSPIRA gold rule"/>
          <p:cNvSpPr>
            <a:spLocks noGrp="1"/>
          </p:cNvSpPr>
          <p:nvPr/>
        </p:nvSpPr>
        <p:spPr>
          <a:xfrm>
            <a:off x="0" y="323850"/>
            <a:ext cx="9144000" cy="19050"/>
          </a:xfrm>
          <a:prstGeom prst="rect">
            <a:avLst/>
          </a:prstGeom>
          <a:solidFill>
            <a:srgbClr val="EEAA00"/>
          </a:solidFill>
          <a:ln w="0">
            <a:noFill/>
          </a:ln>
        </p:spPr>
      </p:sp>
      <p:sp>
        <p:nvSpPr>
          <p:cNvPr id="29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9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91" name="Shape 291"/>
        <p:cNvGrpSpPr/>
        <p:nvPr/>
      </p:nvGrpSpPr>
      <p:grpSpPr>
        <a:xfrm>
          <a:off x="0" y="0"/>
          <a:ext cx="0" cy="0"/>
          <a:chOff x="0" y="0"/>
          <a:chExt cx="0" cy="0"/>
        </a:xfrm>
      </p:grpSpPr>
      <p:sp>
        <p:nvSpPr>
          <p:cNvPr id="292" name="Google Shape;292;p61"/>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lang="en-US">
                <a:solidFill>
                  <a:srgbClr val="000000"/>
                </a:solidFill>
              </a:rPr>
              <a:t>4</a:t>
            </a:r>
            <a:r>
              <a:rPr b="0" i="0" lang="en-US" sz="3520" u="none" cap="none" strike="noStrike">
                <a:solidFill>
                  <a:srgbClr val="000000"/>
                </a:solidFill>
                <a:latin typeface="Arial"/>
                <a:ea typeface="Calibri"/>
                <a:cs typeface="Calibri"/>
                <a:sym typeface="Calibri"/>
              </a:rPr>
              <a:t>. Equatorial</a:t>
            </a:r>
            <a:endParaRPr b="0" i="0" sz="3520" u="none" cap="none" strike="noStrike">
              <a:solidFill>
                <a:srgbClr val="000000"/>
              </a:solidFill>
              <a:latin typeface="Arial"/>
              <a:ea typeface="Calibri"/>
              <a:cs typeface="Calibri"/>
              <a:sym typeface="Calibri"/>
            </a:endParaRPr>
          </a:p>
        </p:txBody>
      </p:sp>
      <p:sp>
        <p:nvSpPr>
          <p:cNvPr id="293" name="Google Shape;293;p61"/>
          <p:cNvSpPr txBox="1"/>
          <p:nvPr/>
        </p:nvSpPr>
        <p:spPr>
          <a:xfrm>
            <a:off x="452718" y="4762500"/>
            <a:ext cx="8229600" cy="20343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lt1"/>
              </a:buClr>
              <a:buSzPts val="1760"/>
              <a:buFont typeface="Arial"/>
              <a:buNone/>
            </a:pPr>
            <a:r>
              <a:rPr lang="en-US" sz="1408">
                <a:latin typeface="Arial"/>
                <a:ea typeface="Calibri"/>
                <a:cs typeface="Calibri"/>
                <a:sym typeface="Calibri"/>
              </a:rPr>
              <a:t>For this system:</a:t>
            </a:r>
            <a:endParaRPr/>
          </a:p>
          <a:p>
            <a:pPr indent="-514350" lvl="0" marL="514350" marR="0" rtl="0" algn="l">
              <a:lnSpc>
                <a:spcPct val="80000"/>
              </a:lnSpc>
              <a:spcBef>
                <a:spcPts val="352"/>
              </a:spcBef>
              <a:spcAft>
                <a:spcPts val="0"/>
              </a:spcAft>
              <a:buClr>
                <a:srgbClr val="000000"/>
              </a:buClr>
              <a:buSzPts val="1760"/>
              <a:buFont typeface="Arial"/>
              <a:buAutoNum type="arabicParenR"/>
            </a:pPr>
            <a:r>
              <a:rPr lang="en-US" sz="1408">
                <a:latin typeface="Arial"/>
                <a:ea typeface="Calibri"/>
                <a:cs typeface="Calibri"/>
                <a:sym typeface="Calibri"/>
              </a:rPr>
              <a:t>Right Ascention (longitude) (RA, α) (increases CCW from NCP)</a:t>
            </a:r>
            <a:endParaRPr sz="1408">
              <a:latin typeface="Arial"/>
              <a:ea typeface="Calibri"/>
              <a:cs typeface="Calibri"/>
              <a:sym typeface="Calibri"/>
            </a:endParaRPr>
          </a:p>
          <a:p>
            <a:pPr indent="-514350" lvl="0" marL="514350" marR="0" rtl="0" algn="l">
              <a:lnSpc>
                <a:spcPct val="80000"/>
              </a:lnSpc>
              <a:spcBef>
                <a:spcPts val="352"/>
              </a:spcBef>
              <a:spcAft>
                <a:spcPts val="0"/>
              </a:spcAft>
              <a:buClr>
                <a:srgbClr val="000000"/>
              </a:buClr>
              <a:buSzPts val="1760"/>
              <a:buFont typeface="Arial"/>
              <a:buAutoNum type="arabicParenR"/>
            </a:pPr>
            <a:r>
              <a:rPr lang="en-US" sz="1408">
                <a:latin typeface="Arial"/>
                <a:ea typeface="Calibri"/>
                <a:cs typeface="Calibri"/>
                <a:sym typeface="Calibri"/>
              </a:rPr>
              <a:t>Declination (latitude) (Dec., δ)</a:t>
            </a:r>
            <a:endParaRPr sz="1408">
              <a:latin typeface="Arial"/>
              <a:ea typeface="Calibri"/>
              <a:cs typeface="Calibri"/>
              <a:sym typeface="Calibri"/>
            </a:endParaRPr>
          </a:p>
          <a:p>
            <a:pPr indent="-514350" lvl="0" marL="514350" marR="0" rtl="0" algn="l">
              <a:lnSpc>
                <a:spcPct val="80000"/>
              </a:lnSpc>
              <a:spcBef>
                <a:spcPts val="352"/>
              </a:spcBef>
              <a:spcAft>
                <a:spcPts val="0"/>
              </a:spcAft>
              <a:buClr>
                <a:srgbClr val="000000"/>
              </a:buClr>
              <a:buSzPts val="1760"/>
              <a:buFont typeface="Arial"/>
              <a:buAutoNum type="arabicParenR"/>
            </a:pPr>
            <a:r>
              <a:rPr lang="en-US" sz="1408">
                <a:latin typeface="Arial"/>
                <a:ea typeface="Calibri"/>
                <a:cs typeface="Calibri"/>
                <a:sym typeface="Calibri"/>
              </a:rPr>
              <a:t>The Vernal Equinox (ϒ) defines the “prime meridian” (0 longitude)</a:t>
            </a:r>
            <a:endParaRPr sz="1408">
              <a:latin typeface="Arial"/>
              <a:ea typeface="Calibri"/>
              <a:cs typeface="Calibri"/>
              <a:sym typeface="Calibri"/>
            </a:endParaRPr>
          </a:p>
          <a:p>
            <a:pPr indent="-514350" lvl="0" marL="514350" marR="0" rtl="0" algn="l">
              <a:lnSpc>
                <a:spcPct val="80000"/>
              </a:lnSpc>
              <a:spcBef>
                <a:spcPts val="352"/>
              </a:spcBef>
              <a:spcAft>
                <a:spcPts val="0"/>
              </a:spcAft>
              <a:buClr>
                <a:srgbClr val="000000"/>
              </a:buClr>
              <a:buSzPts val="1760"/>
              <a:buFont typeface="Arial"/>
              <a:buAutoNum type="arabicParenR"/>
            </a:pPr>
            <a:r>
              <a:rPr lang="en-US" sz="1408">
                <a:latin typeface="Arial"/>
                <a:ea typeface="Calibri"/>
                <a:cs typeface="Calibri"/>
                <a:sym typeface="Calibri"/>
              </a:rPr>
              <a:t>The Celestial Equator (0 latitude)</a:t>
            </a:r>
            <a:endParaRPr/>
          </a:p>
          <a:p>
            <a:pPr indent="-514350" lvl="0" marL="514350" marR="0" rtl="0" algn="l">
              <a:lnSpc>
                <a:spcPct val="80000"/>
              </a:lnSpc>
              <a:spcBef>
                <a:spcPts val="352"/>
              </a:spcBef>
              <a:spcAft>
                <a:spcPts val="0"/>
              </a:spcAft>
              <a:buClr>
                <a:srgbClr val="000000"/>
              </a:buClr>
              <a:buSzPts val="1760"/>
              <a:buFont typeface="Arial"/>
              <a:buAutoNum type="arabicParenR"/>
            </a:pPr>
            <a:r>
              <a:rPr lang="en-US" sz="1408">
                <a:latin typeface="Arial"/>
                <a:ea typeface="Calibri"/>
                <a:cs typeface="Calibri"/>
                <a:sym typeface="Calibri"/>
              </a:rPr>
              <a:t>Center of the Earth OR Center of the Sun</a:t>
            </a:r>
            <a:endParaRPr/>
          </a:p>
          <a:p>
            <a:pPr indent="0" lvl="0" marL="0" marR="0" rtl="0" algn="l">
              <a:lnSpc>
                <a:spcPct val="80000"/>
              </a:lnSpc>
              <a:spcBef>
                <a:spcPts val="352"/>
              </a:spcBef>
              <a:spcAft>
                <a:spcPts val="0"/>
              </a:spcAft>
              <a:buClr>
                <a:schemeClr val="lt1"/>
              </a:buClr>
              <a:buSzPts val="1760"/>
              <a:buFont typeface="Arial"/>
              <a:buNone/>
            </a:pPr>
            <a:r>
              <a:rPr lang="en-US" sz="1408">
                <a:latin typeface="Arial"/>
                <a:ea typeface="Calibri"/>
                <a:cs typeface="Calibri"/>
                <a:sym typeface="Calibri"/>
              </a:rPr>
              <a:t>Poles are north (+90 deg. Dec.) and south (-90 deg. Dec.) celestial poles (NCP, SCP)</a:t>
            </a:r>
            <a:endParaRPr sz="1408">
              <a:latin typeface="Arial"/>
              <a:ea typeface="Calibri"/>
              <a:cs typeface="Calibri"/>
              <a:sym typeface="Calibri"/>
            </a:endParaRPr>
          </a:p>
        </p:txBody>
      </p:sp>
      <p:pic>
        <p:nvPicPr>
          <p:cNvPr descr="http://star-www.st-and.ac.uk/~fv/webnotes/RADEC.GIF" id="294" name="Google Shape;294;p61"/>
          <p:cNvPicPr preferRelativeResize="0"/>
          <p:nvPr/>
        </p:nvPicPr>
        <p:blipFill rotWithShape="1">
          <a:blip r:embed="rId3">
            <a:alphaModFix/>
          </a:blip>
          <a:srcRect b="0" l="0" r="0" t="0"/>
          <a:stretch/>
        </p:blipFill>
        <p:spPr>
          <a:xfrm>
            <a:off x="1371600" y="1661639"/>
            <a:ext cx="3124199" cy="3087415"/>
          </a:xfrm>
          <a:prstGeom prst="rect">
            <a:avLst/>
          </a:prstGeom>
          <a:noFill/>
          <a:ln>
            <a:noFill/>
          </a:ln>
        </p:spPr>
      </p:pic>
      <p:pic>
        <p:nvPicPr>
          <p:cNvPr descr="http://burro.cwru.edu/academics/Astr306/Coords/I08-20-celestialsphere.jpg" id="295" name="Google Shape;295;p61"/>
          <p:cNvPicPr preferRelativeResize="0"/>
          <p:nvPr/>
        </p:nvPicPr>
        <p:blipFill rotWithShape="1">
          <a:blip r:embed="rId4">
            <a:alphaModFix/>
          </a:blip>
          <a:srcRect b="0" l="0" r="0" t="0"/>
          <a:stretch/>
        </p:blipFill>
        <p:spPr>
          <a:xfrm>
            <a:off x="4876800" y="1661639"/>
            <a:ext cx="2948740" cy="3022626"/>
          </a:xfrm>
          <a:prstGeom prst="rect">
            <a:avLst/>
          </a:prstGeom>
          <a:noFill/>
          <a:ln>
            <a:noFill/>
          </a:ln>
        </p:spPr>
      </p:pic>
      <p:sp>
        <p:nvSpPr>
          <p:cNvPr id="297" name="DSPIRA 2"/>
          <p:cNvSpPr>
            <a:spLocks noGrp="1"/>
          </p:cNvSpPr>
          <p:nvPr/>
        </p:nvSpPr>
        <p:spPr>
          <a:xfrm>
            <a:off x="0" y="7200900"/>
            <a:ext cx="9144000" cy="342900"/>
          </a:xfrm>
          <a:prstGeom prst="rect">
            <a:avLst/>
          </a:prstGeom>
          <a:solidFill>
            <a:srgbClr val="FFFFFF"/>
          </a:solidFill>
          <a:ln w="0">
            <a:noFill/>
          </a:ln>
        </p:spPr>
      </p:sp>
      <p:sp>
        <p:nvSpPr>
          <p:cNvPr id="299"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00"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8 of 20</a:t>
            </a:r>
          </a:p>
        </p:txBody>
      </p:sp>
      <p:sp>
        <p:nvSpPr>
          <p:cNvPr id="301" name="WVU DSPIRA navy band"/>
          <p:cNvSpPr>
            <a:spLocks noGrp="1"/>
          </p:cNvSpPr>
          <p:nvPr/>
        </p:nvSpPr>
        <p:spPr>
          <a:xfrm>
            <a:off x="0" y="0"/>
            <a:ext cx="9144000" cy="323850"/>
          </a:xfrm>
          <a:prstGeom prst="rect">
            <a:avLst/>
          </a:prstGeom>
          <a:solidFill>
            <a:srgbClr val="002855"/>
          </a:solidFill>
          <a:ln w="0">
            <a:noFill/>
          </a:ln>
        </p:spPr>
      </p:sp>
      <p:sp>
        <p:nvSpPr>
          <p:cNvPr id="302" name="WVU DSPIRA gold rule"/>
          <p:cNvSpPr>
            <a:spLocks noGrp="1"/>
          </p:cNvSpPr>
          <p:nvPr/>
        </p:nvSpPr>
        <p:spPr>
          <a:xfrm>
            <a:off x="0" y="323850"/>
            <a:ext cx="9144000" cy="19050"/>
          </a:xfrm>
          <a:prstGeom prst="rect">
            <a:avLst/>
          </a:prstGeom>
          <a:solidFill>
            <a:srgbClr val="EEAA00"/>
          </a:solidFill>
          <a:ln w="0">
            <a:noFill/>
          </a:ln>
        </p:spPr>
      </p:sp>
      <p:sp>
        <p:nvSpPr>
          <p:cNvPr id="303"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04"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99" name="Shape 299"/>
        <p:cNvGrpSpPr/>
        <p:nvPr/>
      </p:nvGrpSpPr>
      <p:grpSpPr>
        <a:xfrm>
          <a:off x="0" y="0"/>
          <a:ext cx="0" cy="0"/>
          <a:chOff x="0" y="0"/>
          <a:chExt cx="0" cy="0"/>
        </a:xfrm>
      </p:grpSpPr>
      <p:sp>
        <p:nvSpPr>
          <p:cNvPr id="300" name="Google Shape;300;p62"/>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Declination</a:t>
            </a:r>
            <a:endParaRPr b="0" i="0" sz="3520" u="none" cap="none" strike="noStrike">
              <a:solidFill>
                <a:srgbClr val="000000"/>
              </a:solidFill>
              <a:latin typeface="Arial"/>
              <a:ea typeface="Calibri"/>
              <a:cs typeface="Calibri"/>
              <a:sym typeface="Calibri"/>
            </a:endParaRPr>
          </a:p>
        </p:txBody>
      </p:sp>
      <p:sp>
        <p:nvSpPr>
          <p:cNvPr id="301" name="Google Shape;301;p62"/>
          <p:cNvSpPr txBox="1"/>
          <p:nvPr>
            <p:ph idx="1" type="body"/>
          </p:nvPr>
        </p:nvSpPr>
        <p:spPr>
          <a:xfrm>
            <a:off x="457200" y="4418700"/>
            <a:ext cx="8229600" cy="2468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The declination measures angular distance from the NCP or SCP</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For northern hemisphere:</a:t>
            </a:r>
            <a:endParaRPr>
              <a:solidFill>
                <a:srgbClr val="000000"/>
              </a:solidFill>
            </a:endParaRPr>
          </a:p>
          <a:p>
            <a:pPr indent="-342900" lvl="0" marL="342900" marR="0" rtl="0" algn="l">
              <a:lnSpc>
                <a:spcPct val="80000"/>
              </a:lnSpc>
              <a:spcBef>
                <a:spcPts val="352"/>
              </a:spcBef>
              <a:spcAft>
                <a:spcPts val="0"/>
              </a:spcAft>
              <a:buClr>
                <a:srgbClr val="000000"/>
              </a:buClr>
              <a:buSzPts val="1760"/>
              <a:buFont typeface="Arial"/>
              <a:buChar char="•"/>
            </a:pPr>
            <a:r>
              <a:rPr b="0" i="0" lang="en-US" sz="1408" u="none" cap="none" strike="noStrike">
                <a:solidFill>
                  <a:srgbClr val="000000"/>
                </a:solidFill>
                <a:latin typeface="Arial"/>
                <a:ea typeface="Calibri"/>
                <a:cs typeface="Calibri"/>
                <a:sym typeface="Calibri"/>
              </a:rPr>
              <a:t>Sources with dec &gt; 90 – lat are always visible (circumpolar – never visible in south for same lat)</a:t>
            </a:r>
            <a:endParaRPr>
              <a:solidFill>
                <a:srgbClr val="000000"/>
              </a:solidFill>
            </a:endParaRPr>
          </a:p>
          <a:p>
            <a:pPr indent="-342900" lvl="0" marL="342900" marR="0" rtl="0" algn="l">
              <a:lnSpc>
                <a:spcPct val="80000"/>
              </a:lnSpc>
              <a:spcBef>
                <a:spcPts val="352"/>
              </a:spcBef>
              <a:spcAft>
                <a:spcPts val="0"/>
              </a:spcAft>
              <a:buClr>
                <a:srgbClr val="000000"/>
              </a:buClr>
              <a:buSzPts val="1760"/>
              <a:buFont typeface="Arial"/>
              <a:buChar char="•"/>
            </a:pPr>
            <a:r>
              <a:rPr b="0" i="0" lang="en-US" sz="1408" u="none" cap="none" strike="noStrike">
                <a:solidFill>
                  <a:srgbClr val="000000"/>
                </a:solidFill>
                <a:latin typeface="Arial"/>
                <a:ea typeface="Calibri"/>
                <a:cs typeface="Calibri"/>
                <a:sym typeface="Calibri"/>
              </a:rPr>
              <a:t>Sources with dec &lt; lat – 90 are never visible (circumpolar in south for same lat)</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t/>
            </a:r>
            <a:endParaRPr b="0" i="0" sz="1408" u="none" cap="none" strike="noStrike">
              <a:solidFill>
                <a:srgbClr val="000000"/>
              </a:solidFill>
              <a:latin typeface="Arial"/>
              <a:ea typeface="Calibri"/>
              <a:cs typeface="Calibri"/>
              <a:sym typeface="Calibri"/>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For southern hemisphere (lat is absolute value here):</a:t>
            </a:r>
            <a:endParaRPr b="0" i="0" sz="1408" u="none" cap="none" strike="noStrike">
              <a:solidFill>
                <a:srgbClr val="000000"/>
              </a:solidFill>
              <a:latin typeface="Arial"/>
              <a:ea typeface="Calibri"/>
              <a:cs typeface="Calibri"/>
              <a:sym typeface="Calibri"/>
            </a:endParaRPr>
          </a:p>
          <a:p>
            <a:pPr indent="-342900" lvl="0" marL="342900" marR="0" rtl="0" algn="l">
              <a:lnSpc>
                <a:spcPct val="80000"/>
              </a:lnSpc>
              <a:spcBef>
                <a:spcPts val="352"/>
              </a:spcBef>
              <a:spcAft>
                <a:spcPts val="0"/>
              </a:spcAft>
              <a:buClr>
                <a:srgbClr val="000000"/>
              </a:buClr>
              <a:buSzPts val="1760"/>
              <a:buFont typeface="Arial"/>
              <a:buChar char="•"/>
            </a:pPr>
            <a:r>
              <a:rPr b="0" i="0" lang="en-US" sz="1408" u="none" cap="none" strike="noStrike">
                <a:solidFill>
                  <a:srgbClr val="000000"/>
                </a:solidFill>
                <a:latin typeface="Arial"/>
                <a:ea typeface="Calibri"/>
                <a:cs typeface="Calibri"/>
                <a:sym typeface="Calibri"/>
              </a:rPr>
              <a:t>Sources with dec &lt; lat – 90 are always visible (circumpolar)</a:t>
            </a:r>
            <a:endParaRPr>
              <a:solidFill>
                <a:srgbClr val="000000"/>
              </a:solidFill>
            </a:endParaRPr>
          </a:p>
          <a:p>
            <a:pPr indent="-342900" lvl="0" marL="342900" marR="0" rtl="0" algn="l">
              <a:lnSpc>
                <a:spcPct val="80000"/>
              </a:lnSpc>
              <a:spcBef>
                <a:spcPts val="352"/>
              </a:spcBef>
              <a:spcAft>
                <a:spcPts val="0"/>
              </a:spcAft>
              <a:buClr>
                <a:srgbClr val="000000"/>
              </a:buClr>
              <a:buSzPts val="1760"/>
              <a:buFont typeface="Arial"/>
              <a:buChar char="•"/>
            </a:pPr>
            <a:r>
              <a:rPr b="0" i="0" lang="en-US" sz="1408" u="none" cap="none" strike="noStrike">
                <a:solidFill>
                  <a:srgbClr val="000000"/>
                </a:solidFill>
                <a:latin typeface="Arial"/>
                <a:ea typeface="Calibri"/>
                <a:cs typeface="Calibri"/>
                <a:sym typeface="Calibri"/>
              </a:rPr>
              <a:t>Sources with dec &gt; 90 – lat are never visible</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t/>
            </a:r>
            <a:endParaRPr b="0" i="0" sz="1408" u="none" cap="none" strike="noStrike">
              <a:solidFill>
                <a:srgbClr val="000000"/>
              </a:solidFill>
              <a:latin typeface="Arial"/>
              <a:ea typeface="Calibri"/>
              <a:cs typeface="Calibri"/>
              <a:sym typeface="Calibri"/>
            </a:endParaRPr>
          </a:p>
        </p:txBody>
      </p:sp>
      <p:pic>
        <p:nvPicPr>
          <p:cNvPr descr="https://dept.astro.lsa.umich.edu/ugactivities/Labs/coords/coord_transit.gif" id="302" name="Google Shape;302;p62"/>
          <p:cNvPicPr preferRelativeResize="0"/>
          <p:nvPr/>
        </p:nvPicPr>
        <p:blipFill rotWithShape="1">
          <a:blip r:embed="rId3">
            <a:alphaModFix/>
          </a:blip>
          <a:srcRect b="0" l="0" r="0" t="0"/>
          <a:stretch/>
        </p:blipFill>
        <p:spPr>
          <a:xfrm>
            <a:off x="2438400" y="1409700"/>
            <a:ext cx="4191000" cy="3030141"/>
          </a:xfrm>
          <a:prstGeom prst="rect">
            <a:avLst/>
          </a:prstGeom>
          <a:noFill/>
          <a:ln>
            <a:noFill/>
          </a:ln>
        </p:spPr>
      </p:pic>
      <p:sp>
        <p:nvSpPr>
          <p:cNvPr id="304" name="DSPIRA 2"/>
          <p:cNvSpPr>
            <a:spLocks noGrp="1"/>
          </p:cNvSpPr>
          <p:nvPr/>
        </p:nvSpPr>
        <p:spPr>
          <a:xfrm>
            <a:off x="0" y="7200900"/>
            <a:ext cx="9144000" cy="342900"/>
          </a:xfrm>
          <a:prstGeom prst="rect">
            <a:avLst/>
          </a:prstGeom>
          <a:solidFill>
            <a:srgbClr val="FFFFFF"/>
          </a:solidFill>
          <a:ln w="0">
            <a:noFill/>
          </a:ln>
        </p:spPr>
      </p:sp>
      <p:sp>
        <p:nvSpPr>
          <p:cNvPr id="30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0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9 of 20</a:t>
            </a:r>
          </a:p>
        </p:txBody>
      </p:sp>
      <p:sp>
        <p:nvSpPr>
          <p:cNvPr id="308" name="WVU DSPIRA navy band"/>
          <p:cNvSpPr>
            <a:spLocks noGrp="1"/>
          </p:cNvSpPr>
          <p:nvPr/>
        </p:nvSpPr>
        <p:spPr>
          <a:xfrm>
            <a:off x="0" y="0"/>
            <a:ext cx="9144000" cy="323850"/>
          </a:xfrm>
          <a:prstGeom prst="rect">
            <a:avLst/>
          </a:prstGeom>
          <a:solidFill>
            <a:srgbClr val="002855"/>
          </a:solidFill>
          <a:ln w="0">
            <a:noFill/>
          </a:ln>
        </p:spPr>
      </p:sp>
      <p:sp>
        <p:nvSpPr>
          <p:cNvPr id="309" name="WVU DSPIRA gold rule"/>
          <p:cNvSpPr>
            <a:spLocks noGrp="1"/>
          </p:cNvSpPr>
          <p:nvPr/>
        </p:nvSpPr>
        <p:spPr>
          <a:xfrm>
            <a:off x="0" y="323850"/>
            <a:ext cx="9144000" cy="19050"/>
          </a:xfrm>
          <a:prstGeom prst="rect">
            <a:avLst/>
          </a:prstGeom>
          <a:solidFill>
            <a:srgbClr val="EEAA00"/>
          </a:solidFill>
          <a:ln w="0">
            <a:noFill/>
          </a:ln>
        </p:spPr>
      </p:sp>
      <p:sp>
        <p:nvSpPr>
          <p:cNvPr id="31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1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06" name="Shape 306"/>
        <p:cNvGrpSpPr/>
        <p:nvPr/>
      </p:nvGrpSpPr>
      <p:grpSpPr>
        <a:xfrm>
          <a:off x="0" y="0"/>
          <a:ext cx="0" cy="0"/>
          <a:chOff x="0" y="0"/>
          <a:chExt cx="0" cy="0"/>
        </a:xfrm>
      </p:grpSpPr>
      <p:sp>
        <p:nvSpPr>
          <p:cNvPr id="307" name="Google Shape;307;p63"/>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Right Ascension and Hour Angle</a:t>
            </a:r>
            <a:endParaRPr b="0" i="0" sz="3520" u="none" cap="none" strike="noStrike">
              <a:solidFill>
                <a:srgbClr val="000000"/>
              </a:solidFill>
              <a:latin typeface="Arial"/>
              <a:ea typeface="Calibri"/>
              <a:cs typeface="Calibri"/>
              <a:sym typeface="Calibri"/>
            </a:endParaRPr>
          </a:p>
        </p:txBody>
      </p:sp>
      <p:sp>
        <p:nvSpPr>
          <p:cNvPr id="308" name="Google Shape;308;p63"/>
          <p:cNvSpPr txBox="1"/>
          <p:nvPr>
            <p:ph idx="1" type="body"/>
          </p:nvPr>
        </p:nvSpPr>
        <p:spPr>
          <a:xfrm>
            <a:off x="457200" y="4686300"/>
            <a:ext cx="8229600" cy="20574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Hour Angle (HA) is the angle between the celestial meridian (from horizontal system) to the object’s RA</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	If an object is transiting, the HA is zero</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	Objects before transit have negative HA</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	Objects after transit have positive HA</a:t>
            </a:r>
            <a:endParaRPr b="0" i="0" sz="1408" u="none" cap="none" strike="noStrike">
              <a:solidFill>
                <a:srgbClr val="000000"/>
              </a:solidFill>
              <a:latin typeface="Arial"/>
              <a:ea typeface="Calibri"/>
              <a:cs typeface="Calibri"/>
              <a:sym typeface="Calibri"/>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	As time passes, the HA increases</a:t>
            </a:r>
            <a:endParaRPr>
              <a:solidFill>
                <a:srgbClr val="000000"/>
              </a:solidFill>
            </a:endParaRPr>
          </a:p>
          <a:p>
            <a:pPr indent="0" lvl="0" marL="0" marR="0" rtl="0" algn="l">
              <a:lnSpc>
                <a:spcPct val="80000"/>
              </a:lnSpc>
              <a:spcBef>
                <a:spcPts val="352"/>
              </a:spcBef>
              <a:spcAft>
                <a:spcPts val="0"/>
              </a:spcAft>
              <a:buClr>
                <a:schemeClr val="lt1"/>
              </a:buClr>
              <a:buSzPts val="1760"/>
              <a:buFont typeface="Arial"/>
              <a:buNone/>
            </a:pPr>
            <a:r>
              <a:rPr b="0" i="0" lang="en-US" sz="1408" u="none" cap="none" strike="noStrike">
                <a:solidFill>
                  <a:srgbClr val="000000"/>
                </a:solidFill>
                <a:latin typeface="Arial"/>
                <a:ea typeface="Calibri"/>
                <a:cs typeface="Calibri"/>
                <a:sym typeface="Calibri"/>
              </a:rPr>
              <a:t>	When will on object with HA = -2h transit?</a:t>
            </a:r>
            <a:endParaRPr b="0" i="0" sz="1408" u="none" cap="none" strike="noStrike">
              <a:solidFill>
                <a:srgbClr val="000000"/>
              </a:solidFill>
              <a:latin typeface="Arial"/>
              <a:ea typeface="Calibri"/>
              <a:cs typeface="Calibri"/>
              <a:sym typeface="Calibri"/>
            </a:endParaRPr>
          </a:p>
          <a:p>
            <a:pPr indent="-231140" lvl="0" marL="342900" marR="0" rtl="0" algn="l">
              <a:lnSpc>
                <a:spcPct val="80000"/>
              </a:lnSpc>
              <a:spcBef>
                <a:spcPts val="352"/>
              </a:spcBef>
              <a:spcAft>
                <a:spcPts val="0"/>
              </a:spcAft>
              <a:buClr>
                <a:schemeClr val="lt1"/>
              </a:buClr>
              <a:buSzPts val="1760"/>
              <a:buFont typeface="Arial"/>
              <a:buNone/>
            </a:pPr>
            <a:r>
              <a:t/>
            </a:r>
            <a:endParaRPr b="0" i="0" sz="1408" u="none" cap="none" strike="noStrike">
              <a:solidFill>
                <a:srgbClr val="000000"/>
              </a:solidFill>
              <a:latin typeface="Arial"/>
              <a:ea typeface="Calibri"/>
              <a:cs typeface="Calibri"/>
              <a:sym typeface="Calibri"/>
            </a:endParaRPr>
          </a:p>
        </p:txBody>
      </p:sp>
      <p:pic>
        <p:nvPicPr>
          <p:cNvPr descr="https://dept.astro.lsa.umich.edu/ugactivities/Labs/coords/coord_transit.gif" id="309" name="Google Shape;309;p63"/>
          <p:cNvPicPr preferRelativeResize="0"/>
          <p:nvPr/>
        </p:nvPicPr>
        <p:blipFill rotWithShape="1">
          <a:blip r:embed="rId3">
            <a:alphaModFix/>
          </a:blip>
          <a:srcRect b="0" l="0" r="0" t="0"/>
          <a:stretch/>
        </p:blipFill>
        <p:spPr>
          <a:xfrm>
            <a:off x="2438400" y="1638300"/>
            <a:ext cx="4191000" cy="3030141"/>
          </a:xfrm>
          <a:prstGeom prst="rect">
            <a:avLst/>
          </a:prstGeom>
          <a:noFill/>
          <a:ln>
            <a:noFill/>
          </a:ln>
        </p:spPr>
      </p:pic>
      <p:sp>
        <p:nvSpPr>
          <p:cNvPr id="311" name="DSPIRA 2"/>
          <p:cNvSpPr>
            <a:spLocks noGrp="1"/>
          </p:cNvSpPr>
          <p:nvPr/>
        </p:nvSpPr>
        <p:spPr>
          <a:xfrm>
            <a:off x="0" y="7200900"/>
            <a:ext cx="9144000" cy="342900"/>
          </a:xfrm>
          <a:prstGeom prst="rect">
            <a:avLst/>
          </a:prstGeom>
          <a:solidFill>
            <a:srgbClr val="FFFFFF"/>
          </a:solidFill>
          <a:ln w="0">
            <a:noFill/>
          </a:ln>
        </p:spPr>
      </p:sp>
      <p:sp>
        <p:nvSpPr>
          <p:cNvPr id="313"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14"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10 of 20</a:t>
            </a:r>
          </a:p>
        </p:txBody>
      </p:sp>
      <p:sp>
        <p:nvSpPr>
          <p:cNvPr id="315" name="WVU DSPIRA navy band"/>
          <p:cNvSpPr>
            <a:spLocks noGrp="1"/>
          </p:cNvSpPr>
          <p:nvPr/>
        </p:nvSpPr>
        <p:spPr>
          <a:xfrm>
            <a:off x="0" y="0"/>
            <a:ext cx="9144000" cy="323850"/>
          </a:xfrm>
          <a:prstGeom prst="rect">
            <a:avLst/>
          </a:prstGeom>
          <a:solidFill>
            <a:srgbClr val="002855"/>
          </a:solidFill>
          <a:ln w="0">
            <a:noFill/>
          </a:ln>
        </p:spPr>
      </p:sp>
      <p:sp>
        <p:nvSpPr>
          <p:cNvPr id="316" name="WVU DSPIRA gold rule"/>
          <p:cNvSpPr>
            <a:spLocks noGrp="1"/>
          </p:cNvSpPr>
          <p:nvPr/>
        </p:nvSpPr>
        <p:spPr>
          <a:xfrm>
            <a:off x="0" y="323850"/>
            <a:ext cx="9144000" cy="19050"/>
          </a:xfrm>
          <a:prstGeom prst="rect">
            <a:avLst/>
          </a:prstGeom>
          <a:solidFill>
            <a:srgbClr val="EEAA00"/>
          </a:solidFill>
          <a:ln w="0">
            <a:noFill/>
          </a:ln>
        </p:spPr>
      </p:sp>
      <p:sp>
        <p:nvSpPr>
          <p:cNvPr id="317"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18"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13" name="Shape 313"/>
        <p:cNvGrpSpPr/>
        <p:nvPr/>
      </p:nvGrpSpPr>
      <p:grpSpPr>
        <a:xfrm>
          <a:off x="0" y="0"/>
          <a:ext cx="0" cy="0"/>
          <a:chOff x="0" y="0"/>
          <a:chExt cx="0" cy="0"/>
        </a:xfrm>
      </p:grpSpPr>
      <p:sp>
        <p:nvSpPr>
          <p:cNvPr id="314" name="Google Shape;314;p64"/>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rPr b="0" i="0" lang="en-US" sz="3520" u="none" cap="none" strike="noStrike">
                <a:solidFill>
                  <a:srgbClr val="000000"/>
                </a:solidFill>
                <a:latin typeface="Arial"/>
                <a:ea typeface="Calibri"/>
                <a:cs typeface="Calibri"/>
                <a:sym typeface="Calibri"/>
              </a:rPr>
              <a:t>Right Ascension and Precession</a:t>
            </a:r>
            <a:endParaRPr b="0" i="0" sz="3520" u="none" cap="none" strike="noStrike">
              <a:solidFill>
                <a:srgbClr val="000000"/>
              </a:solidFill>
              <a:latin typeface="Arial"/>
              <a:ea typeface="Calibri"/>
              <a:cs typeface="Calibri"/>
              <a:sym typeface="Calibri"/>
            </a:endParaRPr>
          </a:p>
        </p:txBody>
      </p:sp>
      <p:sp>
        <p:nvSpPr>
          <p:cNvPr id="315" name="Google Shape;315;p64"/>
          <p:cNvSpPr txBox="1"/>
          <p:nvPr>
            <p:ph idx="1" type="body"/>
          </p:nvPr>
        </p:nvSpPr>
        <p:spPr>
          <a:xfrm>
            <a:off x="457200" y="5067300"/>
            <a:ext cx="8229600" cy="19050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lt1"/>
              </a:buClr>
              <a:buSzPts val="2240"/>
              <a:buFont typeface="Arial"/>
              <a:buNone/>
            </a:pPr>
            <a:r>
              <a:rPr b="0" i="0" lang="en-US" sz="1792" u="none" cap="none" strike="noStrike">
                <a:solidFill>
                  <a:srgbClr val="000000"/>
                </a:solidFill>
                <a:latin typeface="Arial"/>
                <a:ea typeface="Calibri"/>
                <a:cs typeface="Calibri"/>
                <a:sym typeface="Calibri"/>
              </a:rPr>
              <a:t>The Equitorial system needs an “Equinox,” which specifies the location of the pole (and vernal equinox) for a given year.</a:t>
            </a:r>
            <a:endParaRPr>
              <a:solidFill>
                <a:srgbClr val="000000"/>
              </a:solidFill>
            </a:endParaRPr>
          </a:p>
          <a:p>
            <a:pPr indent="0" lvl="0" marL="0" marR="0" rtl="0" algn="l">
              <a:lnSpc>
                <a:spcPct val="80000"/>
              </a:lnSpc>
              <a:spcBef>
                <a:spcPts val="448"/>
              </a:spcBef>
              <a:spcAft>
                <a:spcPts val="0"/>
              </a:spcAft>
              <a:buClr>
                <a:schemeClr val="lt1"/>
              </a:buClr>
              <a:buSzPts val="2240"/>
              <a:buFont typeface="Arial"/>
              <a:buNone/>
            </a:pPr>
            <a:r>
              <a:rPr b="0" i="0" lang="en-US" sz="1792" u="none" cap="none" strike="noStrike">
                <a:solidFill>
                  <a:srgbClr val="000000"/>
                </a:solidFill>
                <a:latin typeface="Arial"/>
                <a:ea typeface="Calibri"/>
                <a:cs typeface="Calibri"/>
                <a:sym typeface="Calibri"/>
              </a:rPr>
              <a:t>We are currently using “J2000,” but “B1950” is still common, and “J2050” will become popular around 2025 I guess.</a:t>
            </a:r>
            <a:endParaRPr>
              <a:solidFill>
                <a:srgbClr val="000000"/>
              </a:solidFill>
            </a:endParaRPr>
          </a:p>
          <a:p>
            <a:pPr indent="0" lvl="0" marL="0" marR="0" rtl="0" algn="l">
              <a:lnSpc>
                <a:spcPct val="80000"/>
              </a:lnSpc>
              <a:spcBef>
                <a:spcPts val="448"/>
              </a:spcBef>
              <a:spcAft>
                <a:spcPts val="0"/>
              </a:spcAft>
              <a:buClr>
                <a:schemeClr val="lt1"/>
              </a:buClr>
              <a:buSzPts val="2240"/>
              <a:buFont typeface="Arial"/>
              <a:buNone/>
            </a:pPr>
            <a:r>
              <a:rPr b="0" i="0" lang="en-US" sz="1792" u="none" cap="none" strike="noStrike">
                <a:solidFill>
                  <a:srgbClr val="000000"/>
                </a:solidFill>
                <a:latin typeface="Arial"/>
                <a:ea typeface="Calibri"/>
                <a:cs typeface="Calibri"/>
                <a:sym typeface="Calibri"/>
              </a:rPr>
              <a:t>The reason why we need this complication will not be completely clear until we talk about time</a:t>
            </a:r>
            <a:endParaRPr b="0" i="0" sz="1792" u="none" cap="none" strike="noStrike">
              <a:solidFill>
                <a:srgbClr val="000000"/>
              </a:solidFill>
              <a:latin typeface="Arial"/>
              <a:ea typeface="Calibri"/>
              <a:cs typeface="Calibri"/>
              <a:sym typeface="Calibri"/>
            </a:endParaRPr>
          </a:p>
        </p:txBody>
      </p:sp>
      <p:pic>
        <p:nvPicPr>
          <p:cNvPr descr="http://oceanworld.tamu.edu/students/iceage/images/precession_1.jpg" id="316" name="Google Shape;316;p64"/>
          <p:cNvPicPr preferRelativeResize="0"/>
          <p:nvPr/>
        </p:nvPicPr>
        <p:blipFill rotWithShape="1">
          <a:blip r:embed="rId3">
            <a:alphaModFix/>
          </a:blip>
          <a:srcRect b="0" l="0" r="0" t="0"/>
          <a:stretch/>
        </p:blipFill>
        <p:spPr>
          <a:xfrm>
            <a:off x="304800" y="1714500"/>
            <a:ext cx="4762500" cy="3000376"/>
          </a:xfrm>
          <a:prstGeom prst="rect">
            <a:avLst/>
          </a:prstGeom>
          <a:noFill/>
          <a:ln>
            <a:noFill/>
          </a:ln>
        </p:spPr>
      </p:pic>
      <p:pic>
        <p:nvPicPr>
          <p:cNvPr descr="http://upload.wikimedia.org/wikipedia/commons/thumb/8/82/Gyroscope_precession.gif/220px-Gyroscope_precession.gif" id="317" name="Google Shape;317;p64"/>
          <p:cNvPicPr preferRelativeResize="0"/>
          <p:nvPr/>
        </p:nvPicPr>
        <p:blipFill rotWithShape="1">
          <a:blip r:embed="rId4">
            <a:alphaModFix/>
          </a:blip>
          <a:srcRect b="0" l="0" r="0" t="0"/>
          <a:stretch/>
        </p:blipFill>
        <p:spPr>
          <a:xfrm>
            <a:off x="5867400" y="1900612"/>
            <a:ext cx="2971800" cy="2971801"/>
          </a:xfrm>
          <a:prstGeom prst="rect">
            <a:avLst/>
          </a:prstGeom>
          <a:noFill/>
          <a:ln>
            <a:noFill/>
          </a:ln>
        </p:spPr>
      </p:pic>
      <p:sp>
        <p:nvSpPr>
          <p:cNvPr id="319" name="DSPIRA 2"/>
          <p:cNvSpPr>
            <a:spLocks noGrp="1"/>
          </p:cNvSpPr>
          <p:nvPr/>
        </p:nvSpPr>
        <p:spPr>
          <a:xfrm>
            <a:off x="0" y="7200900"/>
            <a:ext cx="9144000" cy="342900"/>
          </a:xfrm>
          <a:prstGeom prst="rect">
            <a:avLst/>
          </a:prstGeom>
          <a:solidFill>
            <a:srgbClr val="FFFFFF"/>
          </a:solidFill>
          <a:ln w="0">
            <a:noFill/>
          </a:ln>
        </p:spPr>
      </p:sp>
      <p:sp>
        <p:nvSpPr>
          <p:cNvPr id="32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2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11 of 20</a:t>
            </a:r>
          </a:p>
        </p:txBody>
      </p:sp>
      <p:sp>
        <p:nvSpPr>
          <p:cNvPr id="323" name="WVU DSPIRA navy band"/>
          <p:cNvSpPr>
            <a:spLocks noGrp="1"/>
          </p:cNvSpPr>
          <p:nvPr/>
        </p:nvSpPr>
        <p:spPr>
          <a:xfrm>
            <a:off x="0" y="0"/>
            <a:ext cx="9144000" cy="323850"/>
          </a:xfrm>
          <a:prstGeom prst="rect">
            <a:avLst/>
          </a:prstGeom>
          <a:solidFill>
            <a:srgbClr val="002855"/>
          </a:solidFill>
          <a:ln w="0">
            <a:noFill/>
          </a:ln>
        </p:spPr>
      </p:sp>
      <p:sp>
        <p:nvSpPr>
          <p:cNvPr id="324" name="WVU DSPIRA gold rule"/>
          <p:cNvSpPr>
            <a:spLocks noGrp="1"/>
          </p:cNvSpPr>
          <p:nvPr/>
        </p:nvSpPr>
        <p:spPr>
          <a:xfrm>
            <a:off x="0" y="323850"/>
            <a:ext cx="9144000" cy="19050"/>
          </a:xfrm>
          <a:prstGeom prst="rect">
            <a:avLst/>
          </a:prstGeom>
          <a:solidFill>
            <a:srgbClr val="EEAA00"/>
          </a:solidFill>
          <a:ln w="0">
            <a:noFill/>
          </a:ln>
        </p:spPr>
      </p:sp>
      <p:sp>
        <p:nvSpPr>
          <p:cNvPr id="32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2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21" name="Shape 321"/>
        <p:cNvGrpSpPr/>
        <p:nvPr/>
      </p:nvGrpSpPr>
      <p:grpSpPr>
        <a:xfrm>
          <a:off x="0" y="0"/>
          <a:ext cx="0" cy="0"/>
          <a:chOff x="0" y="0"/>
          <a:chExt cx="0" cy="0"/>
        </a:xfrm>
      </p:grpSpPr>
      <p:sp>
        <p:nvSpPr>
          <p:cNvPr id="322" name="Google Shape;322;p65"/>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3959"/>
              <a:buFont typeface="Calibri"/>
              <a:buNone/>
            </a:pPr>
            <a:r>
              <a:rPr b="0" i="0" lang="en-US" sz="2880" u="none" cap="none" strike="noStrike">
                <a:solidFill>
                  <a:srgbClr val="000000"/>
                </a:solidFill>
                <a:latin typeface="Arial"/>
                <a:ea typeface="Calibri"/>
                <a:cs typeface="Calibri"/>
                <a:sym typeface="Calibri"/>
              </a:rPr>
              <a:t>Converting Between Coordinate Systems</a:t>
            </a:r>
            <a:endParaRPr b="0" i="0" sz="2880" u="none" cap="none" strike="noStrike">
              <a:solidFill>
                <a:srgbClr val="000000"/>
              </a:solidFill>
              <a:latin typeface="Arial"/>
              <a:ea typeface="Calibri"/>
              <a:cs typeface="Calibri"/>
              <a:sym typeface="Calibri"/>
            </a:endParaRPr>
          </a:p>
        </p:txBody>
      </p:sp>
      <p:sp>
        <p:nvSpPr>
          <p:cNvPr id="323" name="Google Shape;323;p65"/>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1"/>
              </a:buClr>
              <a:buSzPts val="2800"/>
              <a:buFont typeface="Arial"/>
              <a:buNone/>
            </a:pPr>
            <a:r>
              <a:rPr b="0" i="0" lang="en-US" sz="2240" u="none" cap="none" strike="noStrike">
                <a:solidFill>
                  <a:srgbClr val="434343"/>
                </a:solidFill>
                <a:latin typeface="Arial"/>
                <a:ea typeface="Calibri"/>
                <a:cs typeface="Calibri"/>
                <a:sym typeface="Calibri"/>
              </a:rPr>
              <a:t>Equatorial and Galactic</a:t>
            </a:r>
            <a:endParaRPr>
              <a:solidFill>
                <a:srgbClr val="434343"/>
              </a:solidFill>
            </a:endParaRPr>
          </a:p>
          <a:p>
            <a:pPr indent="0" lvl="0" marL="0" marR="0" rtl="0" algn="l">
              <a:spcBef>
                <a:spcPts val="560"/>
              </a:spcBef>
              <a:spcAft>
                <a:spcPts val="0"/>
              </a:spcAft>
              <a:buClr>
                <a:schemeClr val="lt1"/>
              </a:buClr>
              <a:buSzPts val="2800"/>
              <a:buFont typeface="Arial"/>
              <a:buNone/>
            </a:pPr>
            <a:r>
              <a:rPr b="0" i="0" lang="en-US" sz="2240" u="none" cap="none" strike="noStrike">
                <a:solidFill>
                  <a:srgbClr val="434343"/>
                </a:solidFill>
                <a:latin typeface="Arial"/>
                <a:ea typeface="Calibri"/>
                <a:cs typeface="Calibri"/>
                <a:sym typeface="Calibri"/>
              </a:rPr>
              <a:t>Use coordinate converters for accuracy of course</a:t>
            </a:r>
            <a:endParaRPr b="0" i="0" sz="2240" u="none" cap="none" strike="noStrike">
              <a:solidFill>
                <a:srgbClr val="434343"/>
              </a:solidFill>
              <a:latin typeface="Arial"/>
              <a:ea typeface="Calibri"/>
              <a:cs typeface="Calibri"/>
              <a:sym typeface="Calibri"/>
            </a:endParaRPr>
          </a:p>
        </p:txBody>
      </p:sp>
      <p:pic>
        <p:nvPicPr>
          <p:cNvPr descr="http://egg.astro.cornell.edu/alfalfa/grads/ims13/gal_coord.gif" id="324" name="Google Shape;324;p65"/>
          <p:cNvPicPr preferRelativeResize="0"/>
          <p:nvPr/>
        </p:nvPicPr>
        <p:blipFill rotWithShape="1">
          <a:blip r:embed="rId3">
            <a:alphaModFix/>
          </a:blip>
          <a:srcRect b="0" l="0" r="0" t="0"/>
          <a:stretch/>
        </p:blipFill>
        <p:spPr>
          <a:xfrm>
            <a:off x="0" y="2466975"/>
            <a:ext cx="9229725" cy="4733925"/>
          </a:xfrm>
          <a:prstGeom prst="rect">
            <a:avLst/>
          </a:prstGeom>
          <a:noFill/>
          <a:ln>
            <a:noFill/>
          </a:ln>
        </p:spPr>
      </p:pic>
      <p:sp>
        <p:nvSpPr>
          <p:cNvPr id="326" name="DSPIRA 2"/>
          <p:cNvSpPr>
            <a:spLocks noGrp="1"/>
          </p:cNvSpPr>
          <p:nvPr/>
        </p:nvSpPr>
        <p:spPr>
          <a:xfrm>
            <a:off x="0" y="7200900"/>
            <a:ext cx="9144000" cy="342900"/>
          </a:xfrm>
          <a:prstGeom prst="rect">
            <a:avLst/>
          </a:prstGeom>
          <a:solidFill>
            <a:srgbClr val="FFFFFF"/>
          </a:solidFill>
          <a:ln w="0">
            <a:noFill/>
          </a:ln>
        </p:spPr>
      </p:sp>
      <p:sp>
        <p:nvSpPr>
          <p:cNvPr id="32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2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12 of 20</a:t>
            </a:r>
          </a:p>
        </p:txBody>
      </p:sp>
      <p:sp>
        <p:nvSpPr>
          <p:cNvPr id="330" name="WVU DSPIRA navy band"/>
          <p:cNvSpPr>
            <a:spLocks noGrp="1"/>
          </p:cNvSpPr>
          <p:nvPr/>
        </p:nvSpPr>
        <p:spPr>
          <a:xfrm>
            <a:off x="0" y="0"/>
            <a:ext cx="9144000" cy="323850"/>
          </a:xfrm>
          <a:prstGeom prst="rect">
            <a:avLst/>
          </a:prstGeom>
          <a:solidFill>
            <a:srgbClr val="002855"/>
          </a:solidFill>
          <a:ln w="0">
            <a:noFill/>
          </a:ln>
        </p:spPr>
      </p:sp>
      <p:sp>
        <p:nvSpPr>
          <p:cNvPr id="331" name="WVU DSPIRA gold rule"/>
          <p:cNvSpPr>
            <a:spLocks noGrp="1"/>
          </p:cNvSpPr>
          <p:nvPr/>
        </p:nvSpPr>
        <p:spPr>
          <a:xfrm>
            <a:off x="0" y="323850"/>
            <a:ext cx="9144000" cy="19050"/>
          </a:xfrm>
          <a:prstGeom prst="rect">
            <a:avLst/>
          </a:prstGeom>
          <a:solidFill>
            <a:srgbClr val="EEAA00"/>
          </a:solidFill>
          <a:ln w="0">
            <a:noFill/>
          </a:ln>
        </p:spPr>
      </p:sp>
      <p:sp>
        <p:nvSpPr>
          <p:cNvPr id="33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3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000000"/>
        </a:solidFill>
      </p:bgPr>
    </p:bg>
    <p:spTree>
      <p:nvGrpSpPr>
        <p:cNvPr id="329" name="Shape 329"/>
        <p:cNvGrpSpPr/>
        <p:nvPr/>
      </p:nvGrpSpPr>
      <p:grpSpPr>
        <a:xfrm>
          <a:off x="0" y="0"/>
          <a:ext cx="0" cy="0"/>
          <a:chOff x="0" y="0"/>
          <a:chExt cx="0" cy="0"/>
        </a:xfrm>
      </p:grpSpPr>
      <p:sp>
        <p:nvSpPr>
          <p:cNvPr id="330" name="Google Shape;330;p66"/>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3959"/>
              <a:buFont typeface="Calibri"/>
              <a:buNone/>
            </a:pPr>
            <a:r>
              <a:rPr b="0" i="0" lang="en-US" sz="2880" u="none" cap="none" strike="noStrike">
                <a:solidFill>
                  <a:srgbClr val="FFFFFF"/>
                </a:solidFill>
                <a:latin typeface="Arial"/>
                <a:ea typeface="Calibri"/>
                <a:cs typeface="Calibri"/>
                <a:sym typeface="Calibri"/>
              </a:rPr>
              <a:t>Converting Between Coordinate Systems</a:t>
            </a:r>
            <a:endParaRPr b="0" i="0" sz="2880" u="none" cap="none" strike="noStrike">
              <a:solidFill>
                <a:srgbClr val="FFFFFF"/>
              </a:solidFill>
              <a:latin typeface="Arial"/>
              <a:ea typeface="Calibri"/>
              <a:cs typeface="Calibri"/>
              <a:sym typeface="Calibri"/>
            </a:endParaRPr>
          </a:p>
        </p:txBody>
      </p:sp>
      <p:sp>
        <p:nvSpPr>
          <p:cNvPr id="331" name="Google Shape;331;p66"/>
          <p:cNvSpPr txBox="1"/>
          <p:nvPr>
            <p:ph idx="1" type="body"/>
          </p:nvPr>
        </p:nvSpPr>
        <p:spPr>
          <a:xfrm>
            <a:off x="591075" y="1432025"/>
            <a:ext cx="8229600" cy="5181600"/>
          </a:xfrm>
          <a:prstGeom prst="rect">
            <a:avLst/>
          </a:prstGeom>
          <a:blipFill rotWithShape="1">
            <a:blip r:embed="rId3">
              <a:alphaModFix/>
            </a:blip>
            <a:stretch>
              <a:fillRect b="0" l="-1849" r="0" t="-15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560" u="none" cap="none" strike="noStrike">
                <a:latin typeface="Arial"/>
                <a:ea typeface="Calibri"/>
                <a:cs typeface="Calibri"/>
                <a:sym typeface="Calibri"/>
              </a:rPr>
              <a:t> </a:t>
            </a:r>
            <a:endParaRPr/>
          </a:p>
        </p:txBody>
      </p:sp>
      <p:sp>
        <p:nvSpPr>
          <p:cNvPr id="333" name="DSPIRA 2"/>
          <p:cNvSpPr>
            <a:spLocks noGrp="1"/>
          </p:cNvSpPr>
          <p:nvPr/>
        </p:nvSpPr>
        <p:spPr>
          <a:xfrm>
            <a:off x="0" y="7200900"/>
            <a:ext cx="9144000" cy="342900"/>
          </a:xfrm>
          <a:prstGeom prst="rect">
            <a:avLst/>
          </a:prstGeom>
          <a:solidFill>
            <a:srgbClr val="FFFFFF"/>
          </a:solidFill>
          <a:ln w="0">
            <a:noFill/>
          </a:ln>
        </p:spPr>
      </p:sp>
      <p:sp>
        <p:nvSpPr>
          <p:cNvPr id="33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3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13 of 20</a:t>
            </a:r>
          </a:p>
        </p:txBody>
      </p:sp>
      <p:sp>
        <p:nvSpPr>
          <p:cNvPr id="337" name="WVU DSPIRA navy band"/>
          <p:cNvSpPr>
            <a:spLocks noGrp="1"/>
          </p:cNvSpPr>
          <p:nvPr/>
        </p:nvSpPr>
        <p:spPr>
          <a:xfrm>
            <a:off x="0" y="0"/>
            <a:ext cx="9144000" cy="323850"/>
          </a:xfrm>
          <a:prstGeom prst="rect">
            <a:avLst/>
          </a:prstGeom>
          <a:solidFill>
            <a:srgbClr val="002855"/>
          </a:solidFill>
          <a:ln w="0">
            <a:noFill/>
          </a:ln>
        </p:spPr>
      </p:sp>
      <p:sp>
        <p:nvSpPr>
          <p:cNvPr id="338" name="WVU DSPIRA gold rule"/>
          <p:cNvSpPr>
            <a:spLocks noGrp="1"/>
          </p:cNvSpPr>
          <p:nvPr/>
        </p:nvSpPr>
        <p:spPr>
          <a:xfrm>
            <a:off x="0" y="323850"/>
            <a:ext cx="9144000" cy="19050"/>
          </a:xfrm>
          <a:prstGeom prst="rect">
            <a:avLst/>
          </a:prstGeom>
          <a:solidFill>
            <a:srgbClr val="EEAA00"/>
          </a:solidFill>
          <a:ln w="0">
            <a:noFill/>
          </a:ln>
        </p:spPr>
      </p:sp>
      <p:sp>
        <p:nvSpPr>
          <p:cNvPr id="33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4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bg>
      <p:bgPr>
        <a:solidFill>
          <a:srgbClr val="FFFFFF"/>
        </a:solidFill>
      </p:bgPr>
    </p:bg>
    <p:spTree>
      <p:nvGrpSpPr>
        <p:cNvPr id="335" name="Shape 335"/>
        <p:cNvGrpSpPr/>
        <p:nvPr/>
      </p:nvGrpSpPr>
      <p:grpSpPr>
        <a:xfrm>
          <a:off x="0" y="0"/>
          <a:ext cx="0" cy="0"/>
          <a:chOff x="0" y="0"/>
          <a:chExt cx="0" cy="0"/>
        </a:xfrm>
      </p:grpSpPr>
      <p:sp>
        <p:nvSpPr>
          <p:cNvPr id="336" name="Google Shape;336;p67"/>
          <p:cNvSpPr txBox="1"/>
          <p:nvPr>
            <p:ph type="title"/>
          </p:nvPr>
        </p:nvSpPr>
        <p:spPr>
          <a:xfrm>
            <a:off x="457200" y="465138"/>
            <a:ext cx="8229600" cy="79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400"/>
              <a:buFont typeface="Calibri"/>
              <a:buNone/>
            </a:pPr>
            <a:r>
              <a:t/>
            </a:r>
            <a:endParaRPr b="0" i="0" sz="3520" u="none" cap="none" strike="noStrike">
              <a:solidFill>
                <a:schemeClr val="lt1"/>
              </a:solidFill>
              <a:latin typeface="Arial"/>
              <a:ea typeface="Calibri"/>
              <a:cs typeface="Calibri"/>
              <a:sym typeface="Calibri"/>
            </a:endParaRPr>
          </a:p>
        </p:txBody>
      </p:sp>
      <p:sp>
        <p:nvSpPr>
          <p:cNvPr id="337" name="Google Shape;337;p67"/>
          <p:cNvSpPr txBox="1"/>
          <p:nvPr>
            <p:ph idx="1" type="body"/>
          </p:nvPr>
        </p:nvSpPr>
        <p:spPr>
          <a:xfrm>
            <a:off x="457200" y="1409700"/>
            <a:ext cx="8229600" cy="51816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lt1"/>
              </a:buClr>
              <a:buSzPts val="3200"/>
              <a:buFont typeface="Arial"/>
              <a:buNone/>
            </a:pPr>
            <a:r>
              <a:t/>
            </a:r>
            <a:endParaRPr b="0" i="0" sz="2560" u="none" cap="none" strike="noStrike">
              <a:solidFill>
                <a:schemeClr val="lt1"/>
              </a:solidFill>
              <a:latin typeface="Arial"/>
              <a:ea typeface="Calibri"/>
              <a:cs typeface="Calibri"/>
              <a:sym typeface="Calibri"/>
            </a:endParaRPr>
          </a:p>
        </p:txBody>
      </p:sp>
      <p:pic>
        <p:nvPicPr>
          <p:cNvPr descr="http://star-www.st-and.ac.uk/~fv/webnotes/galaxy.GIF" id="338" name="Google Shape;338;p67"/>
          <p:cNvPicPr preferRelativeResize="0"/>
          <p:nvPr/>
        </p:nvPicPr>
        <p:blipFill rotWithShape="1">
          <a:blip r:embed="rId3">
            <a:alphaModFix/>
          </a:blip>
          <a:srcRect b="0" l="0" r="0" t="0"/>
          <a:stretch/>
        </p:blipFill>
        <p:spPr>
          <a:xfrm>
            <a:off x="1143000" y="342900"/>
            <a:ext cx="6666190" cy="6874881"/>
          </a:xfrm>
          <a:prstGeom prst="rect">
            <a:avLst/>
          </a:prstGeom>
          <a:noFill/>
          <a:ln>
            <a:noFill/>
          </a:ln>
        </p:spPr>
      </p:pic>
      <p:sp>
        <p:nvSpPr>
          <p:cNvPr id="340" name="DSPIRA 2"/>
          <p:cNvSpPr>
            <a:spLocks noGrp="1"/>
          </p:cNvSpPr>
          <p:nvPr/>
        </p:nvSpPr>
        <p:spPr>
          <a:xfrm>
            <a:off x="0" y="7200900"/>
            <a:ext cx="9144000" cy="342900"/>
          </a:xfrm>
          <a:prstGeom prst="rect">
            <a:avLst/>
          </a:prstGeom>
          <a:solidFill>
            <a:srgbClr val="FFFFFF"/>
          </a:solidFill>
          <a:ln w="0">
            <a:noFill/>
          </a:ln>
        </p:spPr>
      </p:sp>
      <p:sp>
        <p:nvSpPr>
          <p:cNvPr id="342"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43"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Supplemental</a:t>
            </a:r>
          </a:p>
        </p:txBody>
      </p:sp>
      <p:sp>
        <p:nvSpPr>
          <p:cNvPr id="344" name="WVU DSPIRA navy band"/>
          <p:cNvSpPr>
            <a:spLocks noGrp="1"/>
          </p:cNvSpPr>
          <p:nvPr/>
        </p:nvSpPr>
        <p:spPr>
          <a:xfrm>
            <a:off x="0" y="0"/>
            <a:ext cx="9144000" cy="323850"/>
          </a:xfrm>
          <a:prstGeom prst="rect">
            <a:avLst/>
          </a:prstGeom>
          <a:solidFill>
            <a:srgbClr val="002855"/>
          </a:solidFill>
          <a:ln w="0">
            <a:noFill/>
          </a:ln>
        </p:spPr>
      </p:sp>
      <p:sp>
        <p:nvSpPr>
          <p:cNvPr id="345" name="WVU DSPIRA gold rule"/>
          <p:cNvSpPr>
            <a:spLocks noGrp="1"/>
          </p:cNvSpPr>
          <p:nvPr/>
        </p:nvSpPr>
        <p:spPr>
          <a:xfrm>
            <a:off x="0" y="323850"/>
            <a:ext cx="9144000" cy="19050"/>
          </a:xfrm>
          <a:prstGeom prst="rect">
            <a:avLst/>
          </a:prstGeom>
          <a:solidFill>
            <a:srgbClr val="EEAA00"/>
          </a:solidFill>
          <a:ln w="0">
            <a:noFill/>
          </a:ln>
        </p:spPr>
      </p:sp>
      <p:sp>
        <p:nvSpPr>
          <p:cNvPr id="346"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47"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2" name="Shape 342"/>
        <p:cNvGrpSpPr/>
        <p:nvPr/>
      </p:nvGrpSpPr>
      <p:grpSpPr>
        <a:xfrm>
          <a:off x="0" y="0"/>
          <a:ext cx="0" cy="0"/>
          <a:chOff x="0" y="0"/>
          <a:chExt cx="0" cy="0"/>
        </a:xfrm>
      </p:grpSpPr>
      <p:sp>
        <p:nvSpPr>
          <p:cNvPr id="343" name="Google Shape;343;p68"/>
          <p:cNvSpPr/>
          <p:nvPr/>
        </p:nvSpPr>
        <p:spPr>
          <a:xfrm>
            <a:off x="685800" y="2473380"/>
            <a:ext cx="7771680" cy="146916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344" name="Google Shape;344;p68"/>
          <p:cNvSpPr/>
          <p:nvPr/>
        </p:nvSpPr>
        <p:spPr>
          <a:xfrm>
            <a:off x="457200" y="1947420"/>
            <a:ext cx="8228880" cy="397692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345" name="Google Shape;345;p68"/>
          <p:cNvPicPr preferRelativeResize="0"/>
          <p:nvPr/>
        </p:nvPicPr>
        <p:blipFill rotWithShape="1">
          <a:blip r:embed="rId3">
            <a:alphaModFix/>
          </a:blip>
          <a:srcRect b="0" l="0" r="0" t="0"/>
          <a:stretch/>
        </p:blipFill>
        <p:spPr>
          <a:xfrm>
            <a:off x="1039680" y="597420"/>
            <a:ext cx="7131960" cy="6603120"/>
          </a:xfrm>
          <a:prstGeom prst="rect">
            <a:avLst/>
          </a:prstGeom>
          <a:noFill/>
          <a:ln>
            <a:noFill/>
          </a:ln>
        </p:spPr>
      </p:pic>
      <p:sp>
        <p:nvSpPr>
          <p:cNvPr id="347" name="DSPIRA 2"/>
          <p:cNvSpPr>
            <a:spLocks noGrp="1"/>
          </p:cNvSpPr>
          <p:nvPr/>
        </p:nvSpPr>
        <p:spPr>
          <a:xfrm>
            <a:off x="0" y="7200900"/>
            <a:ext cx="9144000" cy="342900"/>
          </a:xfrm>
          <a:prstGeom prst="rect">
            <a:avLst/>
          </a:prstGeom>
          <a:solidFill>
            <a:srgbClr val="FFFFFF"/>
          </a:solidFill>
          <a:ln w="0">
            <a:noFill/>
          </a:ln>
        </p:spPr>
      </p:sp>
      <p:sp>
        <p:nvSpPr>
          <p:cNvPr id="349"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50"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14 of 20</a:t>
            </a:r>
          </a:p>
        </p:txBody>
      </p:sp>
      <p:sp>
        <p:nvSpPr>
          <p:cNvPr id="351" name="WVU DSPIRA navy band"/>
          <p:cNvSpPr>
            <a:spLocks noGrp="1"/>
          </p:cNvSpPr>
          <p:nvPr/>
        </p:nvSpPr>
        <p:spPr>
          <a:xfrm>
            <a:off x="0" y="0"/>
            <a:ext cx="9144000" cy="323850"/>
          </a:xfrm>
          <a:prstGeom prst="rect">
            <a:avLst/>
          </a:prstGeom>
          <a:solidFill>
            <a:srgbClr val="002855"/>
          </a:solidFill>
          <a:ln w="0">
            <a:noFill/>
          </a:ln>
        </p:spPr>
      </p:sp>
      <p:sp>
        <p:nvSpPr>
          <p:cNvPr id="352" name="WVU DSPIRA gold rule"/>
          <p:cNvSpPr>
            <a:spLocks noGrp="1"/>
          </p:cNvSpPr>
          <p:nvPr/>
        </p:nvSpPr>
        <p:spPr>
          <a:xfrm>
            <a:off x="0" y="323850"/>
            <a:ext cx="9144000" cy="19050"/>
          </a:xfrm>
          <a:prstGeom prst="rect">
            <a:avLst/>
          </a:prstGeom>
          <a:solidFill>
            <a:srgbClr val="EEAA00"/>
          </a:solidFill>
          <a:ln w="0">
            <a:noFill/>
          </a:ln>
        </p:spPr>
      </p:sp>
      <p:sp>
        <p:nvSpPr>
          <p:cNvPr id="353"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54"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9" name="Shape 349"/>
        <p:cNvGrpSpPr/>
        <p:nvPr/>
      </p:nvGrpSpPr>
      <p:grpSpPr>
        <a:xfrm>
          <a:off x="0" y="0"/>
          <a:ext cx="0" cy="0"/>
          <a:chOff x="0" y="0"/>
          <a:chExt cx="0" cy="0"/>
        </a:xfrm>
      </p:grpSpPr>
      <p:sp>
        <p:nvSpPr>
          <p:cNvPr id="350" name="Google Shape;350;p69"/>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Equation of Time</a:t>
            </a:r>
            <a:endParaRPr b="0" i="0" sz="1440" u="none" cap="none" strike="noStrike">
              <a:solidFill>
                <a:srgbClr val="000000"/>
              </a:solidFill>
              <a:latin typeface="Arial"/>
              <a:ea typeface="Arial"/>
              <a:cs typeface="Arial"/>
              <a:sym typeface="Arial"/>
            </a:endParaRPr>
          </a:p>
        </p:txBody>
      </p:sp>
      <p:sp>
        <p:nvSpPr>
          <p:cNvPr id="351" name="Google Shape;351;p69"/>
          <p:cNvSpPr/>
          <p:nvPr/>
        </p:nvSpPr>
        <p:spPr>
          <a:xfrm>
            <a:off x="457200" y="5219820"/>
            <a:ext cx="8228880" cy="13708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2560" u="none" cap="none" strike="noStrike">
                <a:solidFill>
                  <a:srgbClr val="000000"/>
                </a:solidFill>
                <a:latin typeface="Arial"/>
                <a:ea typeface="Calibri"/>
                <a:cs typeface="Calibri"/>
                <a:sym typeface="Calibri"/>
              </a:rPr>
              <a:t>Tells you the amount of time the Sun is running fast or slow (the annalema) throughout the year.</a:t>
            </a:r>
            <a:endParaRPr b="0" i="0" sz="1440" u="none" cap="none" strike="noStrike">
              <a:solidFill>
                <a:srgbClr val="000000"/>
              </a:solidFill>
              <a:latin typeface="Arial"/>
              <a:ea typeface="Arial"/>
              <a:cs typeface="Arial"/>
              <a:sym typeface="Arial"/>
            </a:endParaRPr>
          </a:p>
        </p:txBody>
      </p:sp>
      <p:pic>
        <p:nvPicPr>
          <p:cNvPr id="352" name="Google Shape;352;p69"/>
          <p:cNvPicPr preferRelativeResize="0"/>
          <p:nvPr/>
        </p:nvPicPr>
        <p:blipFill rotWithShape="1">
          <a:blip r:embed="rId3">
            <a:alphaModFix/>
          </a:blip>
          <a:srcRect b="0" l="0" r="0" t="0"/>
          <a:stretch/>
        </p:blipFill>
        <p:spPr>
          <a:xfrm>
            <a:off x="2286000" y="1333620"/>
            <a:ext cx="4470120" cy="3830760"/>
          </a:xfrm>
          <a:prstGeom prst="rect">
            <a:avLst/>
          </a:prstGeom>
          <a:noFill/>
          <a:ln>
            <a:noFill/>
          </a:ln>
        </p:spPr>
      </p:pic>
      <p:sp>
        <p:nvSpPr>
          <p:cNvPr id="354" name="DSPIRA 2"/>
          <p:cNvSpPr>
            <a:spLocks noGrp="1"/>
          </p:cNvSpPr>
          <p:nvPr/>
        </p:nvSpPr>
        <p:spPr>
          <a:xfrm>
            <a:off x="0" y="7200900"/>
            <a:ext cx="9144000" cy="342900"/>
          </a:xfrm>
          <a:prstGeom prst="rect">
            <a:avLst/>
          </a:prstGeom>
          <a:solidFill>
            <a:srgbClr val="FFFFFF"/>
          </a:solidFill>
          <a:ln w="0">
            <a:noFill/>
          </a:ln>
        </p:spPr>
      </p:sp>
      <p:sp>
        <p:nvSpPr>
          <p:cNvPr id="35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5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15 of 20</a:t>
            </a:r>
          </a:p>
        </p:txBody>
      </p:sp>
      <p:sp>
        <p:nvSpPr>
          <p:cNvPr id="358" name="WVU DSPIRA navy band"/>
          <p:cNvSpPr>
            <a:spLocks noGrp="1"/>
          </p:cNvSpPr>
          <p:nvPr/>
        </p:nvSpPr>
        <p:spPr>
          <a:xfrm>
            <a:off x="0" y="0"/>
            <a:ext cx="9144000" cy="323850"/>
          </a:xfrm>
          <a:prstGeom prst="rect">
            <a:avLst/>
          </a:prstGeom>
          <a:solidFill>
            <a:srgbClr val="002855"/>
          </a:solidFill>
          <a:ln w="0">
            <a:noFill/>
          </a:ln>
        </p:spPr>
      </p:sp>
      <p:sp>
        <p:nvSpPr>
          <p:cNvPr id="359" name="WVU DSPIRA gold rule"/>
          <p:cNvSpPr>
            <a:spLocks noGrp="1"/>
          </p:cNvSpPr>
          <p:nvPr/>
        </p:nvSpPr>
        <p:spPr>
          <a:xfrm>
            <a:off x="0" y="323850"/>
            <a:ext cx="9144000" cy="19050"/>
          </a:xfrm>
          <a:prstGeom prst="rect">
            <a:avLst/>
          </a:prstGeom>
          <a:solidFill>
            <a:srgbClr val="EEAA00"/>
          </a:solidFill>
          <a:ln w="0">
            <a:noFill/>
          </a:ln>
        </p:spPr>
      </p:sp>
      <p:sp>
        <p:nvSpPr>
          <p:cNvPr id="36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6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6" name="Shape 356"/>
        <p:cNvGrpSpPr/>
        <p:nvPr/>
      </p:nvGrpSpPr>
      <p:grpSpPr>
        <a:xfrm>
          <a:off x="0" y="0"/>
          <a:ext cx="0" cy="0"/>
          <a:chOff x="0" y="0"/>
          <a:chExt cx="0" cy="0"/>
        </a:xfrm>
      </p:grpSpPr>
      <p:sp>
        <p:nvSpPr>
          <p:cNvPr id="357" name="Google Shape;357;p70"/>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Annalemma</a:t>
            </a:r>
            <a:endParaRPr b="0" i="0" sz="1440" u="none" cap="none" strike="noStrike">
              <a:solidFill>
                <a:srgbClr val="000000"/>
              </a:solidFill>
              <a:latin typeface="Arial"/>
              <a:ea typeface="Arial"/>
              <a:cs typeface="Arial"/>
              <a:sym typeface="Arial"/>
            </a:endParaRPr>
          </a:p>
        </p:txBody>
      </p:sp>
      <p:sp>
        <p:nvSpPr>
          <p:cNvPr id="358" name="Google Shape;358;p70"/>
          <p:cNvSpPr/>
          <p:nvPr/>
        </p:nvSpPr>
        <p:spPr>
          <a:xfrm>
            <a:off x="457200" y="5448420"/>
            <a:ext cx="8228880" cy="1294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920" u="none" cap="none" strike="noStrike">
                <a:solidFill>
                  <a:srgbClr val="000000"/>
                </a:solidFill>
                <a:latin typeface="Arial"/>
                <a:ea typeface="Calibri"/>
                <a:cs typeface="Calibri"/>
                <a:sym typeface="Calibri"/>
              </a:rPr>
              <a:t>The figure you get when you take a picture every day at the same time throughout the year.</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920" u="none" cap="none" strike="noStrike">
                <a:solidFill>
                  <a:srgbClr val="000000"/>
                </a:solidFill>
                <a:latin typeface="Arial"/>
                <a:ea typeface="Calibri"/>
                <a:cs typeface="Calibri"/>
                <a:sym typeface="Calibri"/>
              </a:rPr>
              <a:t>Sometimes the Sun runs “fast,” sometimes “slow”</a:t>
            </a:r>
            <a:endParaRPr b="0" i="0" sz="1440" u="none" cap="none" strike="noStrike">
              <a:solidFill>
                <a:srgbClr val="000000"/>
              </a:solidFill>
              <a:latin typeface="Arial"/>
              <a:ea typeface="Arial"/>
              <a:cs typeface="Arial"/>
              <a:sym typeface="Arial"/>
            </a:endParaRPr>
          </a:p>
        </p:txBody>
      </p:sp>
      <p:pic>
        <p:nvPicPr>
          <p:cNvPr id="359" name="Google Shape;359;p70"/>
          <p:cNvPicPr preferRelativeResize="0"/>
          <p:nvPr/>
        </p:nvPicPr>
        <p:blipFill rotWithShape="1">
          <a:blip r:embed="rId3">
            <a:alphaModFix/>
          </a:blip>
          <a:srcRect b="0" l="0" r="0" t="0"/>
          <a:stretch/>
        </p:blipFill>
        <p:spPr>
          <a:xfrm>
            <a:off x="457200" y="1409580"/>
            <a:ext cx="2539440" cy="3890880"/>
          </a:xfrm>
          <a:prstGeom prst="rect">
            <a:avLst/>
          </a:prstGeom>
          <a:noFill/>
          <a:ln>
            <a:noFill/>
          </a:ln>
        </p:spPr>
      </p:pic>
      <p:pic>
        <p:nvPicPr>
          <p:cNvPr id="360" name="Google Shape;360;p70"/>
          <p:cNvPicPr preferRelativeResize="0"/>
          <p:nvPr/>
        </p:nvPicPr>
        <p:blipFill rotWithShape="1">
          <a:blip r:embed="rId4">
            <a:alphaModFix/>
          </a:blip>
          <a:srcRect b="0" l="0" r="0" t="0"/>
          <a:stretch/>
        </p:blipFill>
        <p:spPr>
          <a:xfrm>
            <a:off x="3429000" y="1400580"/>
            <a:ext cx="5242320" cy="3916080"/>
          </a:xfrm>
          <a:prstGeom prst="rect">
            <a:avLst/>
          </a:prstGeom>
          <a:noFill/>
          <a:ln>
            <a:noFill/>
          </a:ln>
        </p:spPr>
      </p:pic>
      <p:sp>
        <p:nvSpPr>
          <p:cNvPr id="362" name="DSPIRA 2"/>
          <p:cNvSpPr>
            <a:spLocks noGrp="1"/>
          </p:cNvSpPr>
          <p:nvPr/>
        </p:nvSpPr>
        <p:spPr>
          <a:xfrm>
            <a:off x="0" y="7200900"/>
            <a:ext cx="9144000" cy="342900"/>
          </a:xfrm>
          <a:prstGeom prst="rect">
            <a:avLst/>
          </a:prstGeom>
          <a:solidFill>
            <a:srgbClr val="FFFFFF"/>
          </a:solidFill>
          <a:ln w="0">
            <a:noFill/>
          </a:ln>
        </p:spPr>
      </p:sp>
      <p:sp>
        <p:nvSpPr>
          <p:cNvPr id="364"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65"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16 of 20</a:t>
            </a:r>
          </a:p>
        </p:txBody>
      </p:sp>
      <p:sp>
        <p:nvSpPr>
          <p:cNvPr id="366" name="WVU DSPIRA navy band"/>
          <p:cNvSpPr>
            <a:spLocks noGrp="1"/>
          </p:cNvSpPr>
          <p:nvPr/>
        </p:nvSpPr>
        <p:spPr>
          <a:xfrm>
            <a:off x="0" y="0"/>
            <a:ext cx="9144000" cy="323850"/>
          </a:xfrm>
          <a:prstGeom prst="rect">
            <a:avLst/>
          </a:prstGeom>
          <a:solidFill>
            <a:srgbClr val="002855"/>
          </a:solidFill>
          <a:ln w="0">
            <a:noFill/>
          </a:ln>
        </p:spPr>
      </p:sp>
      <p:sp>
        <p:nvSpPr>
          <p:cNvPr id="367" name="WVU DSPIRA gold rule"/>
          <p:cNvSpPr>
            <a:spLocks noGrp="1"/>
          </p:cNvSpPr>
          <p:nvPr/>
        </p:nvSpPr>
        <p:spPr>
          <a:xfrm>
            <a:off x="0" y="323850"/>
            <a:ext cx="9144000" cy="19050"/>
          </a:xfrm>
          <a:prstGeom prst="rect">
            <a:avLst/>
          </a:prstGeom>
          <a:solidFill>
            <a:srgbClr val="EEAA00"/>
          </a:solidFill>
          <a:ln w="0">
            <a:noFill/>
          </a:ln>
        </p:spPr>
      </p:sp>
      <p:sp>
        <p:nvSpPr>
          <p:cNvPr id="368"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69"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4" name="Shape 364"/>
        <p:cNvGrpSpPr/>
        <p:nvPr/>
      </p:nvGrpSpPr>
      <p:grpSpPr>
        <a:xfrm>
          <a:off x="0" y="0"/>
          <a:ext cx="0" cy="0"/>
          <a:chOff x="0" y="0"/>
          <a:chExt cx="0" cy="0"/>
        </a:xfrm>
      </p:grpSpPr>
      <p:sp>
        <p:nvSpPr>
          <p:cNvPr id="365" name="Google Shape;365;p71"/>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Annalema</a:t>
            </a:r>
            <a:endParaRPr b="0" i="0" sz="1440" u="none" cap="none" strike="noStrike">
              <a:solidFill>
                <a:srgbClr val="000000"/>
              </a:solidFill>
              <a:latin typeface="Arial"/>
              <a:ea typeface="Arial"/>
              <a:cs typeface="Arial"/>
              <a:sym typeface="Arial"/>
            </a:endParaRPr>
          </a:p>
        </p:txBody>
      </p:sp>
      <p:sp>
        <p:nvSpPr>
          <p:cNvPr id="366" name="Google Shape;366;p71"/>
          <p:cNvSpPr/>
          <p:nvPr/>
        </p:nvSpPr>
        <p:spPr>
          <a:xfrm>
            <a:off x="457200" y="1943100"/>
            <a:ext cx="3072600" cy="45252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760" u="none" cap="none" strike="noStrike">
                <a:solidFill>
                  <a:srgbClr val="000000"/>
                </a:solidFill>
                <a:latin typeface="Arial"/>
                <a:ea typeface="Calibri"/>
                <a:cs typeface="Calibri"/>
                <a:sym typeface="Calibri"/>
              </a:rPr>
              <a:t>Shape caused by:</a:t>
            </a:r>
            <a:endParaRPr b="0" i="0" sz="1440" u="none" cap="none" strike="noStrike">
              <a:solidFill>
                <a:srgbClr val="000000"/>
              </a:solidFill>
              <a:latin typeface="Arial"/>
              <a:ea typeface="Arial"/>
              <a:cs typeface="Arial"/>
              <a:sym typeface="Arial"/>
            </a:endParaRPr>
          </a:p>
          <a:p>
            <a:pPr indent="-513720" lvl="0" marL="514440" marR="0" rtl="0" algn="l">
              <a:lnSpc>
                <a:spcPct val="100000"/>
              </a:lnSpc>
              <a:spcBef>
                <a:spcPts val="0"/>
              </a:spcBef>
              <a:spcAft>
                <a:spcPts val="0"/>
              </a:spcAft>
              <a:buClr>
                <a:srgbClr val="FFFFFF"/>
              </a:buClr>
              <a:buSzPts val="2200"/>
              <a:buFont typeface="Arial"/>
              <a:buAutoNum type="arabicParenR"/>
            </a:pPr>
            <a:r>
              <a:rPr b="0" i="0" lang="en-US" sz="1760" u="none" cap="none" strike="noStrike">
                <a:solidFill>
                  <a:srgbClr val="000000"/>
                </a:solidFill>
                <a:latin typeface="Arial"/>
                <a:ea typeface="Calibri"/>
                <a:cs typeface="Calibri"/>
                <a:sym typeface="Calibri"/>
              </a:rPr>
              <a:t>Eccentricity of Earth’s orbit</a:t>
            </a:r>
            <a:endParaRPr b="0" i="0" sz="1440" u="none" cap="none" strike="noStrike">
              <a:solidFill>
                <a:srgbClr val="000000"/>
              </a:solidFill>
              <a:latin typeface="Arial"/>
              <a:ea typeface="Arial"/>
              <a:cs typeface="Arial"/>
              <a:sym typeface="Arial"/>
            </a:endParaRPr>
          </a:p>
          <a:p>
            <a:pPr indent="-513720" lvl="0" marL="514440" marR="0" rtl="0" algn="l">
              <a:lnSpc>
                <a:spcPct val="100000"/>
              </a:lnSpc>
              <a:spcBef>
                <a:spcPts val="0"/>
              </a:spcBef>
              <a:spcAft>
                <a:spcPts val="0"/>
              </a:spcAft>
              <a:buClr>
                <a:srgbClr val="FFFFFF"/>
              </a:buClr>
              <a:buSzPts val="2200"/>
              <a:buFont typeface="Arial"/>
              <a:buAutoNum type="arabicParenR"/>
            </a:pPr>
            <a:r>
              <a:rPr b="0" i="0" lang="en-US" sz="1760" u="none" cap="none" strike="noStrike">
                <a:solidFill>
                  <a:srgbClr val="000000"/>
                </a:solidFill>
                <a:latin typeface="Arial"/>
                <a:ea typeface="Calibri"/>
                <a:cs typeface="Calibri"/>
                <a:sym typeface="Calibri"/>
              </a:rPr>
              <a:t>Tilt of Earth’s axis (“obliquity”)</a:t>
            </a:r>
            <a:endParaRPr b="0" i="0" sz="1440" u="none" cap="none" strike="noStrike">
              <a:solidFill>
                <a:srgbClr val="000000"/>
              </a:solidFill>
              <a:latin typeface="Arial"/>
              <a:ea typeface="Arial"/>
              <a:cs typeface="Arial"/>
              <a:sym typeface="Arial"/>
            </a:endParaRPr>
          </a:p>
          <a:p>
            <a:pPr indent="-513720" lvl="0" marL="514440" marR="0" rtl="0" algn="l">
              <a:lnSpc>
                <a:spcPct val="100000"/>
              </a:lnSpc>
              <a:spcBef>
                <a:spcPts val="0"/>
              </a:spcBef>
              <a:spcAft>
                <a:spcPts val="0"/>
              </a:spcAft>
              <a:buClr>
                <a:srgbClr val="FFFFFF"/>
              </a:buClr>
              <a:buSzPts val="2200"/>
              <a:buFont typeface="Arial"/>
              <a:buAutoNum type="arabicParenR"/>
            </a:pPr>
            <a:r>
              <a:rPr b="0" i="0" lang="en-US" sz="1760" u="none" cap="none" strike="noStrike">
                <a:solidFill>
                  <a:srgbClr val="000000"/>
                </a:solidFill>
                <a:latin typeface="Arial"/>
                <a:ea typeface="Calibri"/>
                <a:cs typeface="Calibri"/>
                <a:sym typeface="Calibri"/>
              </a:rPr>
              <a:t>Tilt of annalema due to fact that Earth’s closest, furthest distance from Sun not exactly at the equinoxes.</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40" u="none" cap="none" strike="noStrike">
              <a:solidFill>
                <a:srgbClr val="000000"/>
              </a:solidFill>
              <a:latin typeface="Arial"/>
              <a:ea typeface="Arial"/>
              <a:cs typeface="Arial"/>
              <a:sym typeface="Arial"/>
            </a:endParaRPr>
          </a:p>
        </p:txBody>
      </p:sp>
      <p:pic>
        <p:nvPicPr>
          <p:cNvPr id="367" name="Google Shape;367;p71"/>
          <p:cNvPicPr preferRelativeResize="0"/>
          <p:nvPr/>
        </p:nvPicPr>
        <p:blipFill rotWithShape="1">
          <a:blip r:embed="rId3">
            <a:alphaModFix/>
          </a:blip>
          <a:srcRect b="0" l="0" r="0" t="0"/>
          <a:stretch/>
        </p:blipFill>
        <p:spPr>
          <a:xfrm>
            <a:off x="3530520" y="1790820"/>
            <a:ext cx="5180760" cy="3885480"/>
          </a:xfrm>
          <a:prstGeom prst="rect">
            <a:avLst/>
          </a:prstGeom>
          <a:noFill/>
          <a:ln>
            <a:noFill/>
          </a:ln>
        </p:spPr>
      </p:pic>
      <p:sp>
        <p:nvSpPr>
          <p:cNvPr id="369" name="DSPIRA 2"/>
          <p:cNvSpPr>
            <a:spLocks noGrp="1"/>
          </p:cNvSpPr>
          <p:nvPr/>
        </p:nvSpPr>
        <p:spPr>
          <a:xfrm>
            <a:off x="0" y="7200900"/>
            <a:ext cx="9144000" cy="342900"/>
          </a:xfrm>
          <a:prstGeom prst="rect">
            <a:avLst/>
          </a:prstGeom>
          <a:solidFill>
            <a:srgbClr val="FFFFFF"/>
          </a:solidFill>
          <a:ln w="0">
            <a:noFill/>
          </a:ln>
        </p:spPr>
      </p:sp>
      <p:sp>
        <p:nvSpPr>
          <p:cNvPr id="37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7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17 of 20</a:t>
            </a:r>
          </a:p>
        </p:txBody>
      </p:sp>
      <p:sp>
        <p:nvSpPr>
          <p:cNvPr id="373" name="WVU DSPIRA navy band"/>
          <p:cNvSpPr>
            <a:spLocks noGrp="1"/>
          </p:cNvSpPr>
          <p:nvPr/>
        </p:nvSpPr>
        <p:spPr>
          <a:xfrm>
            <a:off x="0" y="0"/>
            <a:ext cx="9144000" cy="323850"/>
          </a:xfrm>
          <a:prstGeom prst="rect">
            <a:avLst/>
          </a:prstGeom>
          <a:solidFill>
            <a:srgbClr val="002855"/>
          </a:solidFill>
          <a:ln w="0">
            <a:noFill/>
          </a:ln>
        </p:spPr>
      </p:sp>
      <p:sp>
        <p:nvSpPr>
          <p:cNvPr id="374" name="WVU DSPIRA gold rule"/>
          <p:cNvSpPr>
            <a:spLocks noGrp="1"/>
          </p:cNvSpPr>
          <p:nvPr/>
        </p:nvSpPr>
        <p:spPr>
          <a:xfrm>
            <a:off x="0" y="323850"/>
            <a:ext cx="9144000" cy="19050"/>
          </a:xfrm>
          <a:prstGeom prst="rect">
            <a:avLst/>
          </a:prstGeom>
          <a:solidFill>
            <a:srgbClr val="EEAA00"/>
          </a:solidFill>
          <a:ln w="0">
            <a:noFill/>
          </a:ln>
        </p:spPr>
      </p:sp>
      <p:sp>
        <p:nvSpPr>
          <p:cNvPr id="37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7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1" name="Shape 371"/>
        <p:cNvGrpSpPr/>
        <p:nvPr/>
      </p:nvGrpSpPr>
      <p:grpSpPr>
        <a:xfrm>
          <a:off x="0" y="0"/>
          <a:ext cx="0" cy="0"/>
          <a:chOff x="0" y="0"/>
          <a:chExt cx="0" cy="0"/>
        </a:xfrm>
      </p:grpSpPr>
      <p:sp>
        <p:nvSpPr>
          <p:cNvPr id="372" name="Google Shape;372;p72"/>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Sidereal Time</a:t>
            </a:r>
            <a:endParaRPr b="0" i="0" sz="1440" u="none" cap="none" strike="noStrike">
              <a:solidFill>
                <a:srgbClr val="000000"/>
              </a:solidFill>
              <a:latin typeface="Arial"/>
              <a:ea typeface="Arial"/>
              <a:cs typeface="Arial"/>
              <a:sym typeface="Arial"/>
            </a:endParaRPr>
          </a:p>
        </p:txBody>
      </p:sp>
      <p:sp>
        <p:nvSpPr>
          <p:cNvPr id="373" name="Google Shape;373;p72"/>
          <p:cNvSpPr/>
          <p:nvPr/>
        </p:nvSpPr>
        <p:spPr>
          <a:xfrm>
            <a:off x="457200" y="5295780"/>
            <a:ext cx="8228880" cy="1599480"/>
          </a:xfrm>
          <a:prstGeom prst="rect">
            <a:avLst/>
          </a:prstGeom>
          <a:noFill/>
          <a:ln>
            <a:noFill/>
          </a:ln>
        </p:spPr>
        <p:txBody>
          <a:bodyPr anchorCtr="0" anchor="t" bIns="45000" lIns="90000" spcFirstLastPara="1" rIns="90000" wrap="square" tIns="45000">
            <a:noAutofit/>
          </a:bodyPr>
          <a:lstStyle/>
          <a:p>
            <a:pPr indent="-342360" lvl="0" marL="343080" marR="0" rtl="0" algn="l">
              <a:lnSpc>
                <a:spcPct val="100000"/>
              </a:lnSpc>
              <a:spcBef>
                <a:spcPts val="0"/>
              </a:spcBef>
              <a:spcAft>
                <a:spcPts val="0"/>
              </a:spcAft>
              <a:buClr>
                <a:srgbClr val="FFFFFF"/>
              </a:buClr>
              <a:buSzPts val="2200"/>
              <a:buFont typeface="Arial"/>
              <a:buChar char="•"/>
            </a:pPr>
            <a:r>
              <a:rPr b="0" i="0" lang="en-US" sz="1760" u="none" cap="none" strike="noStrike">
                <a:solidFill>
                  <a:srgbClr val="000000"/>
                </a:solidFill>
                <a:latin typeface="Arial"/>
                <a:ea typeface="Calibri"/>
                <a:cs typeface="Calibri"/>
                <a:sym typeface="Calibri"/>
              </a:rPr>
              <a:t>A sidereal day is about 23h 56m long.</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200"/>
              <a:buFont typeface="Arial"/>
              <a:buChar char="•"/>
            </a:pPr>
            <a:r>
              <a:rPr b="0" i="0" lang="en-US" sz="1760" u="none" cap="none" strike="noStrike">
                <a:solidFill>
                  <a:srgbClr val="000000"/>
                </a:solidFill>
                <a:latin typeface="Arial"/>
                <a:ea typeface="Calibri"/>
                <a:cs typeface="Calibri"/>
                <a:sym typeface="Calibri"/>
              </a:rPr>
              <a:t>Every sidereal day the Sun is at the same place in the sky.</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200"/>
              <a:buFont typeface="Arial"/>
              <a:buChar char="•"/>
            </a:pPr>
            <a:r>
              <a:rPr b="0" i="0" lang="en-US" sz="1760" u="none" cap="none" strike="noStrike">
                <a:solidFill>
                  <a:srgbClr val="000000"/>
                </a:solidFill>
                <a:latin typeface="Arial"/>
                <a:ea typeface="Calibri"/>
                <a:cs typeface="Calibri"/>
                <a:sym typeface="Calibri"/>
              </a:rPr>
              <a:t>The Sun is found 4 minutes of RA different each day. 2h per month = 4m per day.</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40" u="none" cap="none" strike="noStrike">
              <a:solidFill>
                <a:srgbClr val="000000"/>
              </a:solidFill>
              <a:latin typeface="Arial"/>
              <a:ea typeface="Arial"/>
              <a:cs typeface="Arial"/>
              <a:sym typeface="Arial"/>
            </a:endParaRPr>
          </a:p>
        </p:txBody>
      </p:sp>
      <p:pic>
        <p:nvPicPr>
          <p:cNvPr id="374" name="Google Shape;374;p72"/>
          <p:cNvPicPr preferRelativeResize="0"/>
          <p:nvPr/>
        </p:nvPicPr>
        <p:blipFill rotWithShape="1">
          <a:blip r:embed="rId3">
            <a:alphaModFix/>
          </a:blip>
          <a:srcRect b="0" l="0" r="0" t="0"/>
          <a:stretch/>
        </p:blipFill>
        <p:spPr>
          <a:xfrm>
            <a:off x="457200" y="1463220"/>
            <a:ext cx="8152560" cy="3690720"/>
          </a:xfrm>
          <a:prstGeom prst="rect">
            <a:avLst/>
          </a:prstGeom>
          <a:noFill/>
          <a:ln>
            <a:noFill/>
          </a:ln>
        </p:spPr>
      </p:pic>
      <p:sp>
        <p:nvSpPr>
          <p:cNvPr id="376" name="DSPIRA 2"/>
          <p:cNvSpPr>
            <a:spLocks noGrp="1"/>
          </p:cNvSpPr>
          <p:nvPr/>
        </p:nvSpPr>
        <p:spPr>
          <a:xfrm>
            <a:off x="0" y="7200900"/>
            <a:ext cx="9144000" cy="342900"/>
          </a:xfrm>
          <a:prstGeom prst="rect">
            <a:avLst/>
          </a:prstGeom>
          <a:solidFill>
            <a:srgbClr val="FFFFFF"/>
          </a:solidFill>
          <a:ln w="0">
            <a:noFill/>
          </a:ln>
        </p:spPr>
      </p:sp>
      <p:sp>
        <p:nvSpPr>
          <p:cNvPr id="37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7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18 of 20</a:t>
            </a:r>
          </a:p>
        </p:txBody>
      </p:sp>
      <p:sp>
        <p:nvSpPr>
          <p:cNvPr id="380" name="WVU DSPIRA navy band"/>
          <p:cNvSpPr>
            <a:spLocks noGrp="1"/>
          </p:cNvSpPr>
          <p:nvPr/>
        </p:nvSpPr>
        <p:spPr>
          <a:xfrm>
            <a:off x="0" y="0"/>
            <a:ext cx="9144000" cy="323850"/>
          </a:xfrm>
          <a:prstGeom prst="rect">
            <a:avLst/>
          </a:prstGeom>
          <a:solidFill>
            <a:srgbClr val="002855"/>
          </a:solidFill>
          <a:ln w="0">
            <a:noFill/>
          </a:ln>
        </p:spPr>
      </p:sp>
      <p:sp>
        <p:nvSpPr>
          <p:cNvPr id="381" name="WVU DSPIRA gold rule"/>
          <p:cNvSpPr>
            <a:spLocks noGrp="1"/>
          </p:cNvSpPr>
          <p:nvPr/>
        </p:nvSpPr>
        <p:spPr>
          <a:xfrm>
            <a:off x="0" y="323850"/>
            <a:ext cx="9144000" cy="19050"/>
          </a:xfrm>
          <a:prstGeom prst="rect">
            <a:avLst/>
          </a:prstGeom>
          <a:solidFill>
            <a:srgbClr val="EEAA00"/>
          </a:solidFill>
          <a:ln w="0">
            <a:noFill/>
          </a:ln>
        </p:spPr>
      </p:sp>
      <p:sp>
        <p:nvSpPr>
          <p:cNvPr id="38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8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73"/>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Local Sidereal Time (LST)</a:t>
            </a:r>
            <a:endParaRPr b="0" i="0" sz="1440" u="none" cap="none" strike="noStrike">
              <a:solidFill>
                <a:srgbClr val="000000"/>
              </a:solidFill>
              <a:latin typeface="Arial"/>
              <a:ea typeface="Arial"/>
              <a:cs typeface="Arial"/>
              <a:sym typeface="Arial"/>
            </a:endParaRPr>
          </a:p>
        </p:txBody>
      </p:sp>
      <p:sp>
        <p:nvSpPr>
          <p:cNvPr id="380" name="Google Shape;380;p73"/>
          <p:cNvSpPr/>
          <p:nvPr/>
        </p:nvSpPr>
        <p:spPr>
          <a:xfrm>
            <a:off x="457200" y="1409580"/>
            <a:ext cx="8228880" cy="5180760"/>
          </a:xfrm>
          <a:prstGeom prst="rect">
            <a:avLst/>
          </a:prstGeom>
          <a:noFill/>
          <a:ln>
            <a:noFill/>
          </a:ln>
        </p:spPr>
        <p:txBody>
          <a:bodyPr anchorCtr="0" anchor="t" bIns="45000" lIns="90000" spcFirstLastPara="1" rIns="90000" wrap="square" tIns="45000">
            <a:noAutofit/>
          </a:bodyPr>
          <a:lstStyle/>
          <a:p>
            <a:pPr indent="-342360" lvl="0" marL="343080" marR="0" rtl="0" algn="l">
              <a:lnSpc>
                <a:spcPct val="100000"/>
              </a:lnSpc>
              <a:spcBef>
                <a:spcPts val="0"/>
              </a:spcBef>
              <a:spcAft>
                <a:spcPts val="0"/>
              </a:spcAft>
              <a:buClr>
                <a:srgbClr val="FFFFFF"/>
              </a:buClr>
              <a:buSzPts val="3200"/>
              <a:buFont typeface="Arial"/>
              <a:buChar char="•"/>
            </a:pPr>
            <a:r>
              <a:rPr b="0" i="0" lang="en-US" sz="2560" u="none" cap="none" strike="noStrike">
                <a:solidFill>
                  <a:srgbClr val="000000"/>
                </a:solidFill>
                <a:latin typeface="Arial"/>
                <a:ea typeface="Calibri"/>
                <a:cs typeface="Calibri"/>
                <a:sym typeface="Calibri"/>
              </a:rPr>
              <a:t>The RA of an object on your meridian is by definition the LST!!</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3200"/>
              <a:buFont typeface="Arial"/>
              <a:buChar char="•"/>
            </a:pPr>
            <a:r>
              <a:rPr b="0" i="0" lang="en-US" sz="2560" u="none" cap="none" strike="noStrike">
                <a:solidFill>
                  <a:srgbClr val="000000"/>
                </a:solidFill>
                <a:latin typeface="Arial"/>
                <a:ea typeface="Calibri"/>
                <a:cs typeface="Calibri"/>
                <a:sym typeface="Calibri"/>
              </a:rPr>
              <a:t>HA = LST - RA</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3200"/>
              <a:buFont typeface="Arial"/>
              <a:buChar char="•"/>
            </a:pPr>
            <a:r>
              <a:rPr b="0" i="0" lang="en-US" sz="2560" u="none" cap="none" strike="noStrike">
                <a:solidFill>
                  <a:srgbClr val="000000"/>
                </a:solidFill>
                <a:latin typeface="Arial"/>
                <a:ea typeface="Calibri"/>
                <a:cs typeface="Calibri"/>
                <a:sym typeface="Calibri"/>
              </a:rPr>
              <a:t>LST is the hour angle of the vernal equinox at your location</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3200"/>
              <a:buFont typeface="Arial"/>
              <a:buChar char="•"/>
            </a:pPr>
            <a:r>
              <a:rPr b="0" i="0" lang="en-US" sz="2560" u="none" cap="none" strike="noStrike">
                <a:solidFill>
                  <a:srgbClr val="000000"/>
                </a:solidFill>
                <a:latin typeface="Arial"/>
                <a:ea typeface="Calibri"/>
                <a:cs typeface="Calibri"/>
                <a:sym typeface="Calibri"/>
              </a:rPr>
              <a:t>The Sun is found 2 hours advanced in RA each month, SO THIS IS THE DIFFERENCE BETWEEN LST and “normal” time!</a:t>
            </a:r>
            <a:endParaRPr b="0" i="0" sz="1440" u="none" cap="none" strike="noStrike">
              <a:solidFill>
                <a:srgbClr val="000000"/>
              </a:solidFill>
              <a:latin typeface="Arial"/>
              <a:ea typeface="Arial"/>
              <a:cs typeface="Arial"/>
              <a:sym typeface="Arial"/>
            </a:endParaRPr>
          </a:p>
        </p:txBody>
      </p:sp>
      <p:pic>
        <p:nvPicPr>
          <p:cNvPr id="381" name="Google Shape;381;p73"/>
          <p:cNvPicPr preferRelativeResize="0"/>
          <p:nvPr/>
        </p:nvPicPr>
        <p:blipFill rotWithShape="1">
          <a:blip r:embed="rId3">
            <a:alphaModFix/>
          </a:blip>
          <a:srcRect b="0" l="0" r="0" t="0"/>
          <a:stretch/>
        </p:blipFill>
        <p:spPr>
          <a:xfrm>
            <a:off x="4297680" y="5646420"/>
            <a:ext cx="4304520" cy="1366200"/>
          </a:xfrm>
          <a:prstGeom prst="rect">
            <a:avLst/>
          </a:prstGeom>
          <a:noFill/>
          <a:ln>
            <a:noFill/>
          </a:ln>
        </p:spPr>
      </p:pic>
      <p:sp>
        <p:nvSpPr>
          <p:cNvPr id="383" name="DSPIRA 2"/>
          <p:cNvSpPr>
            <a:spLocks noGrp="1"/>
          </p:cNvSpPr>
          <p:nvPr/>
        </p:nvSpPr>
        <p:spPr>
          <a:xfrm>
            <a:off x="0" y="7200900"/>
            <a:ext cx="9144000" cy="342900"/>
          </a:xfrm>
          <a:prstGeom prst="rect">
            <a:avLst/>
          </a:prstGeom>
          <a:solidFill>
            <a:srgbClr val="FFFFFF"/>
          </a:solidFill>
          <a:ln w="0">
            <a:noFill/>
          </a:ln>
        </p:spPr>
      </p:sp>
      <p:sp>
        <p:nvSpPr>
          <p:cNvPr id="38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8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19 of 20</a:t>
            </a:r>
          </a:p>
        </p:txBody>
      </p:sp>
      <p:sp>
        <p:nvSpPr>
          <p:cNvPr id="387" name="WVU DSPIRA navy band"/>
          <p:cNvSpPr>
            <a:spLocks noGrp="1"/>
          </p:cNvSpPr>
          <p:nvPr/>
        </p:nvSpPr>
        <p:spPr>
          <a:xfrm>
            <a:off x="0" y="0"/>
            <a:ext cx="9144000" cy="323850"/>
          </a:xfrm>
          <a:prstGeom prst="rect">
            <a:avLst/>
          </a:prstGeom>
          <a:solidFill>
            <a:srgbClr val="002855"/>
          </a:solidFill>
          <a:ln w="0">
            <a:noFill/>
          </a:ln>
        </p:spPr>
      </p:sp>
      <p:sp>
        <p:nvSpPr>
          <p:cNvPr id="388" name="WVU DSPIRA gold rule"/>
          <p:cNvSpPr>
            <a:spLocks noGrp="1"/>
          </p:cNvSpPr>
          <p:nvPr/>
        </p:nvSpPr>
        <p:spPr>
          <a:xfrm>
            <a:off x="0" y="323850"/>
            <a:ext cx="9144000" cy="19050"/>
          </a:xfrm>
          <a:prstGeom prst="rect">
            <a:avLst/>
          </a:prstGeom>
          <a:solidFill>
            <a:srgbClr val="EEAA00"/>
          </a:solidFill>
          <a:ln w="0">
            <a:noFill/>
          </a:ln>
        </p:spPr>
      </p:sp>
      <p:sp>
        <p:nvSpPr>
          <p:cNvPr id="38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9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5" name="Shape 385"/>
        <p:cNvGrpSpPr/>
        <p:nvPr/>
      </p:nvGrpSpPr>
      <p:grpSpPr>
        <a:xfrm>
          <a:off x="0" y="0"/>
          <a:ext cx="0" cy="0"/>
          <a:chOff x="0" y="0"/>
          <a:chExt cx="0" cy="0"/>
        </a:xfrm>
      </p:grpSpPr>
      <p:sp>
        <p:nvSpPr>
          <p:cNvPr id="386" name="Google Shape;386;p74"/>
          <p:cNvSpPr/>
          <p:nvPr/>
        </p:nvSpPr>
        <p:spPr>
          <a:xfrm>
            <a:off x="457200" y="465300"/>
            <a:ext cx="8228880" cy="7912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3520" u="none" cap="none" strike="noStrike">
                <a:solidFill>
                  <a:srgbClr val="000000"/>
                </a:solidFill>
                <a:latin typeface="Arial"/>
                <a:ea typeface="Calibri"/>
                <a:cs typeface="Calibri"/>
                <a:sym typeface="Calibri"/>
              </a:rPr>
              <a:t>LST Calculators</a:t>
            </a:r>
            <a:endParaRPr b="0" i="0" sz="1440" u="none" cap="none" strike="noStrike">
              <a:solidFill>
                <a:srgbClr val="000000"/>
              </a:solidFill>
              <a:latin typeface="Arial"/>
              <a:ea typeface="Arial"/>
              <a:cs typeface="Arial"/>
              <a:sym typeface="Arial"/>
            </a:endParaRPr>
          </a:p>
        </p:txBody>
      </p:sp>
      <p:sp>
        <p:nvSpPr>
          <p:cNvPr id="387" name="Google Shape;387;p74"/>
          <p:cNvSpPr/>
          <p:nvPr/>
        </p:nvSpPr>
        <p:spPr>
          <a:xfrm>
            <a:off x="457200" y="1409580"/>
            <a:ext cx="8228880" cy="5180760"/>
          </a:xfrm>
          <a:prstGeom prst="rect">
            <a:avLst/>
          </a:prstGeom>
          <a:noFill/>
          <a:ln>
            <a:noFill/>
          </a:ln>
        </p:spPr>
        <p:txBody>
          <a:bodyPr anchorCtr="0" anchor="t" bIns="45000" lIns="90000" spcFirstLastPara="1" rIns="90000" wrap="square" tIns="45000">
            <a:noAutofit/>
          </a:bodyPr>
          <a:lstStyle/>
          <a:p>
            <a:pPr indent="-342360" lvl="0" marL="343080" marR="0" rtl="0" algn="l">
              <a:lnSpc>
                <a:spcPct val="100000"/>
              </a:lnSpc>
              <a:spcBef>
                <a:spcPts val="0"/>
              </a:spcBef>
              <a:spcAft>
                <a:spcPts val="0"/>
              </a:spcAft>
              <a:buClr>
                <a:srgbClr val="FFFFFF"/>
              </a:buClr>
              <a:buSzPts val="2000"/>
              <a:buFont typeface="Arial"/>
              <a:buChar char="•"/>
            </a:pPr>
            <a:r>
              <a:rPr b="0" i="0" lang="en-US" sz="1600" u="sng" cap="none" strike="noStrike">
                <a:solidFill>
                  <a:schemeClr val="hlink"/>
                </a:solidFill>
                <a:latin typeface="Arial"/>
                <a:ea typeface="Calibri"/>
                <a:cs typeface="Calibri"/>
                <a:sym typeface="Calibri"/>
                <a:hlinkClick r:id="rId3"/>
              </a:rPr>
              <a:t>https://aa.usno.navy.mil/data/siderealtime</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1800"/>
              <a:buFont typeface="Arial"/>
              <a:buChar char="•"/>
            </a:pPr>
            <a:r>
              <a:rPr b="0" i="0" lang="en-US" sz="1440" u="none" cap="none" strike="noStrike">
                <a:solidFill>
                  <a:srgbClr val="000000"/>
                </a:solidFill>
                <a:latin typeface="Arial"/>
                <a:ea typeface="Calibri"/>
                <a:cs typeface="Calibri"/>
                <a:sym typeface="Calibri"/>
              </a:rPr>
              <a:t>Enter the date, UT1 time, and longitude.</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 </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Easiest to remove the longitude complication, for comprehension.</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 </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On the Vernal Equinox, at Grenwich England, the Sun is at 0h RA.  The RA of an object on your meridian is the LST, so when the Sun is on your meridian (noon), the LST is 0h.</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LST must catch up 24 hours a year, so 6 months later on the fall equinox the LST and Solar time must be identical.</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 </a:t>
            </a:r>
            <a:endParaRPr b="0" i="0" sz="1440" u="none" cap="none" strike="noStrike">
              <a:solidFill>
                <a:srgbClr val="000000"/>
              </a:solidFill>
              <a:latin typeface="Arial"/>
              <a:ea typeface="Arial"/>
              <a:cs typeface="Arial"/>
              <a:sym typeface="Arial"/>
            </a:endParaRPr>
          </a:p>
          <a:p>
            <a:pPr indent="-342360" lvl="0" marL="343080" marR="0" rtl="0" algn="l">
              <a:lnSpc>
                <a:spcPct val="100000"/>
              </a:lnSpc>
              <a:spcBef>
                <a:spcPts val="0"/>
              </a:spcBef>
              <a:spcAft>
                <a:spcPts val="0"/>
              </a:spcAft>
              <a:buClr>
                <a:srgbClr val="FFFFFF"/>
              </a:buClr>
              <a:buSzPts val="2000"/>
              <a:buFont typeface="Arial"/>
              <a:buChar char="•"/>
            </a:pPr>
            <a:r>
              <a:rPr b="0" i="0" lang="en-US" sz="1600" u="none" cap="none" strike="noStrike">
                <a:solidFill>
                  <a:srgbClr val="000000"/>
                </a:solidFill>
                <a:latin typeface="Arial"/>
                <a:ea typeface="Calibri"/>
                <a:cs typeface="Calibri"/>
                <a:sym typeface="Calibri"/>
              </a:rPr>
              <a:t>Adding longitude complicates things further!</a:t>
            </a:r>
            <a:endParaRPr b="0" i="0" sz="1440" u="none" cap="none" strike="noStrike">
              <a:solidFill>
                <a:srgbClr val="000000"/>
              </a:solidFill>
              <a:latin typeface="Arial"/>
              <a:ea typeface="Arial"/>
              <a:cs typeface="Arial"/>
              <a:sym typeface="Arial"/>
            </a:endParaRPr>
          </a:p>
        </p:txBody>
      </p:sp>
      <p:sp>
        <p:nvSpPr>
          <p:cNvPr id="389" name="DSPIRA 2"/>
          <p:cNvSpPr>
            <a:spLocks noGrp="1"/>
          </p:cNvSpPr>
          <p:nvPr/>
        </p:nvSpPr>
        <p:spPr>
          <a:xfrm>
            <a:off x="0" y="7200900"/>
            <a:ext cx="9144000" cy="342900"/>
          </a:xfrm>
          <a:prstGeom prst="rect">
            <a:avLst/>
          </a:prstGeom>
          <a:solidFill>
            <a:srgbClr val="FFFFFF"/>
          </a:solidFill>
          <a:ln w="0">
            <a:noFill/>
          </a:ln>
        </p:spPr>
      </p:sp>
      <p:sp>
        <p:nvSpPr>
          <p:cNvPr id="39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9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20 of 20</a:t>
            </a:r>
          </a:p>
        </p:txBody>
      </p:sp>
      <p:sp>
        <p:nvSpPr>
          <p:cNvPr id="393" name="WVU DSPIRA navy band"/>
          <p:cNvSpPr>
            <a:spLocks noGrp="1"/>
          </p:cNvSpPr>
          <p:nvPr/>
        </p:nvSpPr>
        <p:spPr>
          <a:xfrm>
            <a:off x="0" y="0"/>
            <a:ext cx="9144000" cy="323850"/>
          </a:xfrm>
          <a:prstGeom prst="rect">
            <a:avLst/>
          </a:prstGeom>
          <a:solidFill>
            <a:srgbClr val="002855"/>
          </a:solidFill>
          <a:ln w="0">
            <a:noFill/>
          </a:ln>
        </p:spPr>
      </p:sp>
      <p:sp>
        <p:nvSpPr>
          <p:cNvPr id="394" name="WVU DSPIRA gold rule"/>
          <p:cNvSpPr>
            <a:spLocks noGrp="1"/>
          </p:cNvSpPr>
          <p:nvPr/>
        </p:nvSpPr>
        <p:spPr>
          <a:xfrm>
            <a:off x="0" y="323850"/>
            <a:ext cx="9144000" cy="19050"/>
          </a:xfrm>
          <a:prstGeom prst="rect">
            <a:avLst/>
          </a:prstGeom>
          <a:solidFill>
            <a:srgbClr val="EEAA00"/>
          </a:solidFill>
          <a:ln w="0">
            <a:noFill/>
          </a:ln>
        </p:spPr>
      </p:sp>
      <p:sp>
        <p:nvSpPr>
          <p:cNvPr id="39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9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391" name="Shape 391"/>
        <p:cNvGrpSpPr/>
        <p:nvPr/>
      </p:nvGrpSpPr>
      <p:grpSpPr>
        <a:xfrm>
          <a:off x="0" y="0"/>
          <a:ext cx="0" cy="0"/>
          <a:chOff x="0" y="0"/>
          <a:chExt cx="0" cy="0"/>
        </a:xfrm>
      </p:grpSpPr>
      <p:sp>
        <p:nvSpPr>
          <p:cNvPr id="392" name="Google Shape;392;p75"/>
          <p:cNvSpPr/>
          <p:nvPr/>
        </p:nvSpPr>
        <p:spPr>
          <a:xfrm>
            <a:off x="457200" y="465300"/>
            <a:ext cx="8228880" cy="79128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393" name="Google Shape;393;p75"/>
          <p:cNvPicPr preferRelativeResize="0"/>
          <p:nvPr/>
        </p:nvPicPr>
        <p:blipFill rotWithShape="1">
          <a:blip r:embed="rId3">
            <a:alphaModFix/>
          </a:blip>
          <a:srcRect b="0" l="0" r="0" t="0"/>
          <a:stretch/>
        </p:blipFill>
        <p:spPr>
          <a:xfrm>
            <a:off x="152280" y="723780"/>
            <a:ext cx="5714280" cy="3351960"/>
          </a:xfrm>
          <a:prstGeom prst="rect">
            <a:avLst/>
          </a:prstGeom>
          <a:noFill/>
          <a:ln>
            <a:noFill/>
          </a:ln>
        </p:spPr>
      </p:pic>
      <p:pic>
        <p:nvPicPr>
          <p:cNvPr id="394" name="Google Shape;394;p75"/>
          <p:cNvPicPr preferRelativeResize="0"/>
          <p:nvPr/>
        </p:nvPicPr>
        <p:blipFill rotWithShape="1">
          <a:blip r:embed="rId4">
            <a:alphaModFix/>
          </a:blip>
          <a:srcRect b="0" l="0" r="0" t="0"/>
          <a:stretch/>
        </p:blipFill>
        <p:spPr>
          <a:xfrm>
            <a:off x="5867280" y="914220"/>
            <a:ext cx="3209040" cy="2971080"/>
          </a:xfrm>
          <a:prstGeom prst="rect">
            <a:avLst/>
          </a:prstGeom>
          <a:noFill/>
          <a:ln>
            <a:noFill/>
          </a:ln>
        </p:spPr>
      </p:pic>
      <p:sp>
        <p:nvSpPr>
          <p:cNvPr id="396" name="DSPIRA 2"/>
          <p:cNvSpPr>
            <a:spLocks noGrp="1"/>
          </p:cNvSpPr>
          <p:nvPr/>
        </p:nvSpPr>
        <p:spPr>
          <a:xfrm>
            <a:off x="0" y="7200900"/>
            <a:ext cx="9144000" cy="342900"/>
          </a:xfrm>
          <a:prstGeom prst="rect">
            <a:avLst/>
          </a:prstGeom>
          <a:solidFill>
            <a:srgbClr val="FFFFFF"/>
          </a:solidFill>
          <a:ln w="0">
            <a:noFill/>
          </a:ln>
        </p:spPr>
      </p:sp>
      <p:sp>
        <p:nvSpPr>
          <p:cNvPr id="39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9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Supplemental</a:t>
            </a:r>
          </a:p>
        </p:txBody>
      </p:sp>
      <p:sp>
        <p:nvSpPr>
          <p:cNvPr id="400" name="WVU DSPIRA navy band"/>
          <p:cNvSpPr>
            <a:spLocks noGrp="1"/>
          </p:cNvSpPr>
          <p:nvPr/>
        </p:nvSpPr>
        <p:spPr>
          <a:xfrm>
            <a:off x="0" y="0"/>
            <a:ext cx="9144000" cy="323850"/>
          </a:xfrm>
          <a:prstGeom prst="rect">
            <a:avLst/>
          </a:prstGeom>
          <a:solidFill>
            <a:srgbClr val="002855"/>
          </a:solidFill>
          <a:ln w="0">
            <a:noFill/>
          </a:ln>
        </p:spPr>
      </p:sp>
      <p:sp>
        <p:nvSpPr>
          <p:cNvPr id="401" name="WVU DSPIRA gold rule"/>
          <p:cNvSpPr>
            <a:spLocks noGrp="1"/>
          </p:cNvSpPr>
          <p:nvPr/>
        </p:nvSpPr>
        <p:spPr>
          <a:xfrm>
            <a:off x="0" y="323850"/>
            <a:ext cx="9144000" cy="19050"/>
          </a:xfrm>
          <a:prstGeom prst="rect">
            <a:avLst/>
          </a:prstGeom>
          <a:solidFill>
            <a:srgbClr val="EEAA00"/>
          </a:solidFill>
          <a:ln w="0">
            <a:noFill/>
          </a:ln>
        </p:spPr>
      </p:sp>
      <p:sp>
        <p:nvSpPr>
          <p:cNvPr id="40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40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dc:title>Time, planning observations, and coordinate systems (2018 edition)</dc:title>
  <cp:lastModifiedBy>WVU DSPIRA</cp:lastModifiedBy>
</cp:coreProperties>
</file>