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lIns="0" tIns="0" rIns="0" bIns="0"/>
          <a:lstStyle/>
          <a:p>
            <a:endParaRPr/>
          </a:p>
        </p:txBody>
      </p:sp>
      <p:sp>
        <p:nvSpPr>
          <p:cNvPr id="3" name="Date Placeholder"/>
          <p:cNvSpPr>
            <a:spLocks noGrp="1"/>
          </p:cNvSpPr>
          <p:nvPr>
            <p:ph type="dt" sz="quarter" idx="1"/>
          </p:nvPr>
        </p:nvSpPr>
        <p:spPr>
          <a:prstGeom prst="rect">
            <a:avLst/>
          </a:prstGeom>
        </p:spPr>
        <p:txBody>
          <a:bodyPr lIns="0" tIns="0" rIns="0" bIns="0"/>
          <a:lstStyle/>
          <a:p>
            <a:endParaRPr/>
          </a:p>
        </p:txBody>
      </p:sp>
      <p:sp>
        <p:nvSpPr>
          <p:cNvPr id="4" name="Slide Image Placeholder"/>
          <p:cNvSpPr>
            <a:spLocks noGrp="1" noRot="1" noChangeAspect="1"/>
          </p:cNvSpPr>
          <p:nvPr>
            <p:ph type="sldImg" idx="2"/>
          </p:nvPr>
        </p:nvSpPr>
        <p:spPr>
          <a:prstGeom prst="rect">
            <a:avLst/>
          </a:prstGeom>
        </p:spPr>
        <p:txBody>
          <a:bodyPr lIns="0" tIns="0" rIns="0" bIns="0"/>
          <a:lstStyle/>
          <a:p>
            <a:endParaRPr/>
          </a:p>
        </p:txBody>
      </p:sp>
      <p:sp>
        <p:nvSpPr>
          <p:cNvPr id="5" name="Notes Placeholder"/>
          <p:cNvSpPr>
            <a:spLocks noGrp="1"/>
          </p:cNvSpPr>
          <p:nvPr>
            <p:ph type="body" sz="quarter" idx="3"/>
          </p:nvPr>
        </p:nvSpPr>
        <p:spPr>
          <a:prstGeom prst="rect">
            <a:avLst/>
          </a:prstGeom>
        </p:spPr>
        <p:txBody>
          <a:bodyPr lIns="0" tIns="0" rIns="0" bIns="0"/>
          <a:lstStyle/>
          <a:p>
            <a:endParaRPr/>
          </a:p>
        </p:txBody>
      </p:sp>
      <p:sp>
        <p:nvSpPr>
          <p:cNvPr id="6" name="Footer Placeholder"/>
          <p:cNvSpPr>
            <a:spLocks noGrp="1"/>
          </p:cNvSpPr>
          <p:nvPr>
            <p:ph type="ftr" sz="quarter" idx="4"/>
          </p:nvPr>
        </p:nvSpPr>
        <p:spPr>
          <a:prstGeom prst="rect">
            <a:avLst/>
          </a:prstGeom>
        </p:spPr>
        <p:txBody>
          <a:bodyPr lIns="0" tIns="0" rIns="0" bIns="0"/>
          <a:lstStyle/>
          <a:p>
            <a:endParaRPr/>
          </a:p>
        </p:txBody>
      </p:sp>
      <p:sp>
        <p:nvSpPr>
          <p:cNvPr id="7" name="Slide Number Placeholder"/>
          <p:cNvSpPr>
            <a:spLocks noGrp="1"/>
          </p:cNvSpPr>
          <p:nvPr>
            <p:ph type="sldNum" sz="quarter" idx="5"/>
          </p:nvPr>
        </p:nvSpPr>
        <p:spPr>
          <a:prstGeom prst="rect">
            <a:avLst/>
          </a:prstGeom>
        </p:spPr>
        <p:txBody>
          <a:bodyPr lIns="0" tIns="0" rIns="0" bIns="0"/>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0"/>
          <a:lstStyle/>
          <a:p>
            <a:r>
              <a:t>Save a working copy as a PowerPoint presentation (.pptx). Replace all bracketed prompts. Choose Home &gt; New Slide to use the named WVU DSPIRA layouts. Delete unused slides. Keep Arial and the inherited banner and footer. Add descriptive alt text and source credits to images. Check reading order and accessibility, then export a PDF for the lesson page. Keep this editable file for teachers.</a:t>
            </a:r>
          </a:p>
        </p:txBody>
      </p:sp>
      <p:sp>
        <p:nvSpPr>
          <p:cNvPr id="4" name="Slide Number Placeholder 3"/>
          <p:cNvSpPr>
            <a:spLocks noGrp="1"/>
          </p:cNvSpPr>
          <p:nvPr>
            <p:ph type="sldNum" idx="5"/>
          </p:nvPr>
        </p:nvSpPr>
        <p:spPr/>
        <p:txBody>
          <a:bodyPr lIns="0" tIns="0" rIns="0" bIns="0"/>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Lesson title">
    <p:spTree>
      <p:nvGrpSpPr>
        <p:cNvPr id="1" name=""/>
        <p:cNvGrpSpPr/>
        <p:nvPr/>
      </p:nvGrpSpPr>
      <p:grpSpPr>
        <a:xfrm>
          <a:off x="0" y="0"/>
          <a:ext cx="0" cy="0"/>
          <a:chOff x="0" y="0"/>
          <a:chExt cx="0" cy="0"/>
        </a:xfrm>
      </p:grpSpPr>
      <p:sp>
        <p:nvSpPr>
          <p:cNvPr id="4" name="Lesson title title 0">
            <a:extLst>
              <a:ext uri="{FF2B5EF4-FFF2-40B4-BE49-F238E27FC236}">
                <a16:creationId xmlns:a16="http://schemas.microsoft.com/office/drawing/2014/main" id="{D0D053A8-BBDF-4114-AC0C-F41E42B0FC02}"/>
              </a:ext>
            </a:extLst>
          </p:cNvPr>
          <p:cNvSpPr>
            <a:spLocks noGrp="1"/>
          </p:cNvSpPr>
          <p:nvPr>
            <p:ph type="title"/>
          </p:nvPr>
        </p:nvSpPr>
        <p:spPr>
          <a:xfrm>
            <a:off x="609600" y="1695450"/>
            <a:ext cx="10972800" cy="1333500"/>
          </a:xfrm>
          <a:prstGeom prst="rect">
            <a:avLst/>
          </a:prstGeom>
          <a:noFill/>
          <a:ln w="0">
            <a:noFill/>
          </a:ln>
        </p:spPr>
        <p:txBody>
          <a:bodyPr lIns="0" tIns="0" rIns="0" bIns="0">
            <a:noAutofit/>
          </a:bodyPr>
          <a:lstStyle>
            <a:lvl1pPr>
              <a:defRPr sz="4350" b="1">
                <a:solidFill>
                  <a:srgbClr val="002855"/>
                </a:solidFill>
                <a:latin typeface="Arial"/>
                <a:ea typeface="Arial"/>
                <a:cs typeface="Arial"/>
              </a:defRPr>
            </a:lvl1pPr>
            <a:lvl2pPr>
              <a:defRPr sz="4350" b="1">
                <a:solidFill>
                  <a:srgbClr val="002855"/>
                </a:solidFill>
                <a:latin typeface="Arial"/>
                <a:ea typeface="Arial"/>
                <a:cs typeface="Arial"/>
              </a:defRPr>
            </a:lvl2pPr>
            <a:lvl3pPr>
              <a:defRPr sz="4350" b="1">
                <a:solidFill>
                  <a:srgbClr val="002855"/>
                </a:solidFill>
                <a:latin typeface="Arial"/>
                <a:ea typeface="Arial"/>
                <a:cs typeface="Arial"/>
              </a:defRPr>
            </a:lvl3pPr>
            <a:lvl4pPr>
              <a:defRPr sz="4350" b="1">
                <a:solidFill>
                  <a:srgbClr val="002855"/>
                </a:solidFill>
                <a:latin typeface="Arial"/>
                <a:ea typeface="Arial"/>
                <a:cs typeface="Arial"/>
              </a:defRPr>
            </a:lvl4pPr>
            <a:lvl5pPr>
              <a:defRPr sz="4350" b="1">
                <a:solidFill>
                  <a:srgbClr val="002855"/>
                </a:solidFill>
                <a:latin typeface="Arial"/>
                <a:ea typeface="Arial"/>
                <a:cs typeface="Arial"/>
              </a:defRPr>
            </a:lvl5pPr>
            <a:lvl6pPr>
              <a:defRPr sz="4350" b="1">
                <a:solidFill>
                  <a:srgbClr val="002855"/>
                </a:solidFill>
                <a:latin typeface="Arial"/>
                <a:ea typeface="Arial"/>
                <a:cs typeface="Arial"/>
              </a:defRPr>
            </a:lvl6pPr>
            <a:lvl7pPr>
              <a:defRPr sz="4350" b="1">
                <a:solidFill>
                  <a:srgbClr val="002855"/>
                </a:solidFill>
                <a:latin typeface="Arial"/>
                <a:ea typeface="Arial"/>
                <a:cs typeface="Arial"/>
              </a:defRPr>
            </a:lvl7pPr>
            <a:lvl8pPr>
              <a:defRPr sz="4350" b="1">
                <a:solidFill>
                  <a:srgbClr val="002855"/>
                </a:solidFill>
                <a:latin typeface="Arial"/>
                <a:ea typeface="Arial"/>
                <a:cs typeface="Arial"/>
              </a:defRPr>
            </a:lvl8pPr>
            <a:lvl9pPr>
              <a:defRPr sz="4350" b="1">
                <a:solidFill>
                  <a:srgbClr val="002855"/>
                </a:solidFill>
                <a:latin typeface="Arial"/>
                <a:ea typeface="Arial"/>
                <a:cs typeface="Arial"/>
              </a:defRPr>
            </a:lvl9pPr>
          </a:lstStyle>
          <a:p>
            <a:pPr>
              <a:defRPr sz="4350" b="1">
                <a:solidFill>
                  <a:srgbClr val="002855"/>
                </a:solidFill>
                <a:latin typeface="Arial"/>
                <a:ea typeface="Arial"/>
                <a:cs typeface="Arial"/>
              </a:defRPr>
            </a:pPr>
            <a:r>
              <a:rPr lang="en-US" sz="4350" b="1">
                <a:solidFill>
                  <a:srgbClr val="002855"/>
                </a:solidFill>
                <a:latin typeface="Arial"/>
                <a:cs typeface="Arial"/>
              </a:rPr>
              <a:t>Click to edit Master title style</a:t>
            </a:r>
            <a:endParaRPr sz="4350" b="1">
              <a:solidFill>
                <a:srgbClr val="002855"/>
              </a:solidFill>
              <a:latin typeface="Arial"/>
              <a:ea typeface="Arial"/>
              <a:cs typeface="Arial"/>
            </a:endParaRPr>
          </a:p>
        </p:txBody>
      </p:sp>
      <p:sp>
        <p:nvSpPr>
          <p:cNvPr id="2" name="Lesson title subtitle 1">
            <a:extLst>
              <a:ext uri="{FF2B5EF4-FFF2-40B4-BE49-F238E27FC236}">
                <a16:creationId xmlns:a16="http://schemas.microsoft.com/office/drawing/2014/main" id="{ACBDC2AF-F434-4371-8E2A-17CCF7344C50}"/>
              </a:ext>
            </a:extLst>
          </p:cNvPr>
          <p:cNvSpPr>
            <a:spLocks noGrp="1"/>
          </p:cNvSpPr>
          <p:nvPr>
            <p:ph type="subTitle" idx="1"/>
          </p:nvPr>
        </p:nvSpPr>
        <p:spPr>
          <a:xfrm>
            <a:off x="609600" y="3219450"/>
            <a:ext cx="10668000" cy="857250"/>
          </a:xfrm>
          <a:prstGeom prst="rect">
            <a:avLst/>
          </a:prstGeom>
          <a:noFill/>
          <a:ln w="0">
            <a:noFill/>
          </a:ln>
        </p:spPr>
        <p:txBody>
          <a:bodyPr lIns="0" tIns="0" rIns="0" bIns="0">
            <a:noAutofit/>
          </a:bodyPr>
          <a:lstStyle>
            <a:lvl1pPr>
              <a:defRPr sz="2250" b="0">
                <a:solidFill>
                  <a:srgbClr val="222222"/>
                </a:solidFill>
                <a:latin typeface="Arial"/>
                <a:ea typeface="Arial"/>
                <a:cs typeface="Arial"/>
              </a:defRPr>
            </a:lvl1pPr>
            <a:lvl2pPr>
              <a:defRPr sz="2250" b="0">
                <a:solidFill>
                  <a:srgbClr val="222222"/>
                </a:solidFill>
                <a:latin typeface="Arial"/>
                <a:ea typeface="Arial"/>
                <a:cs typeface="Arial"/>
              </a:defRPr>
            </a:lvl2pPr>
            <a:lvl3pPr>
              <a:defRPr sz="2250" b="0">
                <a:solidFill>
                  <a:srgbClr val="222222"/>
                </a:solidFill>
                <a:latin typeface="Arial"/>
                <a:ea typeface="Arial"/>
                <a:cs typeface="Arial"/>
              </a:defRPr>
            </a:lvl3pPr>
            <a:lvl4pPr>
              <a:defRPr sz="2250" b="0">
                <a:solidFill>
                  <a:srgbClr val="222222"/>
                </a:solidFill>
                <a:latin typeface="Arial"/>
                <a:ea typeface="Arial"/>
                <a:cs typeface="Arial"/>
              </a:defRPr>
            </a:lvl4pPr>
            <a:lvl5pPr>
              <a:defRPr sz="2250" b="0">
                <a:solidFill>
                  <a:srgbClr val="222222"/>
                </a:solidFill>
                <a:latin typeface="Arial"/>
                <a:ea typeface="Arial"/>
                <a:cs typeface="Arial"/>
              </a:defRPr>
            </a:lvl5pPr>
            <a:lvl6pPr>
              <a:defRPr sz="2250" b="0">
                <a:solidFill>
                  <a:srgbClr val="222222"/>
                </a:solidFill>
                <a:latin typeface="Arial"/>
                <a:ea typeface="Arial"/>
                <a:cs typeface="Arial"/>
              </a:defRPr>
            </a:lvl6pPr>
            <a:lvl7pPr>
              <a:defRPr sz="2250" b="0">
                <a:solidFill>
                  <a:srgbClr val="222222"/>
                </a:solidFill>
                <a:latin typeface="Arial"/>
                <a:ea typeface="Arial"/>
                <a:cs typeface="Arial"/>
              </a:defRPr>
            </a:lvl7pPr>
            <a:lvl8pPr>
              <a:defRPr sz="2250" b="0">
                <a:solidFill>
                  <a:srgbClr val="222222"/>
                </a:solidFill>
                <a:latin typeface="Arial"/>
                <a:ea typeface="Arial"/>
                <a:cs typeface="Arial"/>
              </a:defRPr>
            </a:lvl8pPr>
            <a:lvl9pPr>
              <a:defRPr sz="2250" b="0">
                <a:solidFill>
                  <a:srgbClr val="222222"/>
                </a:solidFill>
                <a:latin typeface="Arial"/>
                <a:ea typeface="Arial"/>
                <a:cs typeface="Arial"/>
              </a:defRPr>
            </a:lvl9pPr>
          </a:lstStyle>
          <a:p>
            <a:pPr>
              <a:defRPr sz="2250" b="0">
                <a:solidFill>
                  <a:srgbClr val="222222"/>
                </a:solidFill>
                <a:latin typeface="Arial"/>
                <a:ea typeface="Arial"/>
                <a:cs typeface="Arial"/>
              </a:defRPr>
            </a:pPr>
            <a:r>
              <a:rPr lang="en-US" sz="2250" b="0">
                <a:solidFill>
                  <a:srgbClr val="222222"/>
                </a:solidFill>
                <a:latin typeface="Arial"/>
                <a:cs typeface="Arial"/>
              </a:rPr>
              <a:t>Click to edit Master subtitle style</a:t>
            </a:r>
            <a:endParaRPr sz="2250" b="0">
              <a:solidFill>
                <a:srgbClr val="222222"/>
              </a:solidFill>
              <a:latin typeface="Arial"/>
              <a:ea typeface="Arial"/>
              <a:cs typeface="Arial"/>
            </a:endParaRPr>
          </a:p>
        </p:txBody>
      </p:sp>
      <p:sp>
        <p:nvSpPr>
          <p:cNvPr id="3" name="Lesson title body 2">
            <a:extLst>
              <a:ext uri="{FF2B5EF4-FFF2-40B4-BE49-F238E27FC236}">
                <a16:creationId xmlns:a16="http://schemas.microsoft.com/office/drawing/2014/main" id="{D8956F49-2416-4C96-921B-614B43DC6BB2}"/>
              </a:ext>
            </a:extLst>
          </p:cNvPr>
          <p:cNvSpPr>
            <a:spLocks noGrp="1"/>
          </p:cNvSpPr>
          <p:nvPr>
            <p:ph type="body" idx="2"/>
          </p:nvPr>
        </p:nvSpPr>
        <p:spPr>
          <a:xfrm>
            <a:off x="609600" y="4591050"/>
            <a:ext cx="10572750" cy="1028700"/>
          </a:xfrm>
          <a:prstGeom prst="rect">
            <a:avLst/>
          </a:prstGeom>
          <a:noFill/>
          <a:ln w="0">
            <a:noFill/>
          </a:ln>
        </p:spPr>
        <p:txBody>
          <a:bodyPr lIns="0" tIns="0" rIns="0" bIns="0">
            <a:noAutofit/>
          </a:bodyPr>
          <a:lstStyle>
            <a:lvl1pPr>
              <a:defRPr sz="1800" b="0">
                <a:solidFill>
                  <a:srgbClr val="222222"/>
                </a:solidFill>
                <a:latin typeface="Arial"/>
                <a:ea typeface="Arial"/>
                <a:cs typeface="Arial"/>
              </a:defRPr>
            </a:lvl1pPr>
            <a:lvl2pPr>
              <a:defRPr sz="1800" b="0">
                <a:solidFill>
                  <a:srgbClr val="222222"/>
                </a:solidFill>
                <a:latin typeface="Arial"/>
                <a:ea typeface="Arial"/>
                <a:cs typeface="Arial"/>
              </a:defRPr>
            </a:lvl2pPr>
            <a:lvl3pPr>
              <a:defRPr sz="1800" b="0">
                <a:solidFill>
                  <a:srgbClr val="222222"/>
                </a:solidFill>
                <a:latin typeface="Arial"/>
                <a:ea typeface="Arial"/>
                <a:cs typeface="Arial"/>
              </a:defRPr>
            </a:lvl3pPr>
            <a:lvl4pPr>
              <a:defRPr sz="1800" b="0">
                <a:solidFill>
                  <a:srgbClr val="222222"/>
                </a:solidFill>
                <a:latin typeface="Arial"/>
                <a:ea typeface="Arial"/>
                <a:cs typeface="Arial"/>
              </a:defRPr>
            </a:lvl4pPr>
            <a:lvl5pPr>
              <a:defRPr sz="1800" b="0">
                <a:solidFill>
                  <a:srgbClr val="222222"/>
                </a:solidFill>
                <a:latin typeface="Arial"/>
                <a:ea typeface="Arial"/>
                <a:cs typeface="Arial"/>
              </a:defRPr>
            </a:lvl5pPr>
            <a:lvl6pPr>
              <a:defRPr sz="1800" b="0">
                <a:solidFill>
                  <a:srgbClr val="222222"/>
                </a:solidFill>
                <a:latin typeface="Arial"/>
                <a:ea typeface="Arial"/>
                <a:cs typeface="Arial"/>
              </a:defRPr>
            </a:lvl6pPr>
            <a:lvl7pPr>
              <a:defRPr sz="1800" b="0">
                <a:solidFill>
                  <a:srgbClr val="222222"/>
                </a:solidFill>
                <a:latin typeface="Arial"/>
                <a:ea typeface="Arial"/>
                <a:cs typeface="Arial"/>
              </a:defRPr>
            </a:lvl7pPr>
            <a:lvl8pPr>
              <a:defRPr sz="1800" b="0">
                <a:solidFill>
                  <a:srgbClr val="222222"/>
                </a:solidFill>
                <a:latin typeface="Arial"/>
                <a:ea typeface="Arial"/>
                <a:cs typeface="Arial"/>
              </a:defRPr>
            </a:lvl8pPr>
            <a:lvl9pPr>
              <a:defRPr sz="1800" b="0">
                <a:solidFill>
                  <a:srgbClr val="222222"/>
                </a:solidFill>
                <a:latin typeface="Arial"/>
                <a:ea typeface="Arial"/>
                <a:cs typeface="Arial"/>
              </a:defRPr>
            </a:lvl9pPr>
          </a:lstStyle>
          <a:p>
            <a:pPr lvl="0">
              <a:defRPr sz="1800" b="0">
                <a:solidFill>
                  <a:srgbClr val="222222"/>
                </a:solidFill>
                <a:latin typeface="Arial"/>
                <a:ea typeface="Arial"/>
                <a:cs typeface="Arial"/>
              </a:defRPr>
            </a:pPr>
            <a:r>
              <a:rPr lang="en-US" sz="1800" b="0">
                <a:solidFill>
                  <a:srgbClr val="222222"/>
                </a:solidFill>
                <a:latin typeface="Arial"/>
                <a:cs typeface="Arial"/>
              </a:rPr>
              <a:t>Click to edit Master text styles</a:t>
            </a:r>
          </a:p>
          <a:p>
            <a:pPr lvl="1">
              <a:defRPr sz="1800" b="0">
                <a:solidFill>
                  <a:srgbClr val="222222"/>
                </a:solidFill>
                <a:latin typeface="Arial"/>
                <a:ea typeface="Arial"/>
                <a:cs typeface="Arial"/>
              </a:defRPr>
            </a:pPr>
            <a:r>
              <a:rPr lang="en-US" sz="1800" b="0">
                <a:solidFill>
                  <a:srgbClr val="222222"/>
                </a:solidFill>
                <a:latin typeface="Arial"/>
                <a:cs typeface="Arial"/>
              </a:rPr>
              <a:t>Second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Question and goals">
    <p:spTree>
      <p:nvGrpSpPr>
        <p:cNvPr id="1" name=""/>
        <p:cNvGrpSpPr/>
        <p:nvPr/>
      </p:nvGrpSpPr>
      <p:grpSpPr>
        <a:xfrm>
          <a:off x="0" y="0"/>
          <a:ext cx="0" cy="0"/>
          <a:chOff x="0" y="0"/>
          <a:chExt cx="0" cy="0"/>
        </a:xfrm>
      </p:grpSpPr>
      <p:sp>
        <p:nvSpPr>
          <p:cNvPr id="4" name="Question and goals title 0">
            <a:extLst>
              <a:ext uri="{FF2B5EF4-FFF2-40B4-BE49-F238E27FC236}">
                <a16:creationId xmlns:a16="http://schemas.microsoft.com/office/drawing/2014/main" id="{D08231EE-6C7C-42AD-8215-BCBB995F24BD}"/>
              </a:ext>
            </a:extLst>
          </p:cNvPr>
          <p:cNvSpPr>
            <a:spLocks noGrp="1"/>
          </p:cNvSpPr>
          <p:nvPr>
            <p:ph type="title"/>
          </p:nvPr>
        </p:nvSpPr>
        <p:spPr>
          <a:xfrm>
            <a:off x="609600" y="971550"/>
            <a:ext cx="10972800" cy="876300"/>
          </a:xfrm>
          <a:prstGeom prst="rect">
            <a:avLst/>
          </a:prstGeom>
          <a:noFill/>
          <a:ln w="0">
            <a:noFill/>
          </a:ln>
        </p:spPr>
        <p:txBody>
          <a:bodyPr lIns="0" tIns="0" rIns="0" bIns="0">
            <a:noAutofit/>
          </a:bodyPr>
          <a:lstStyle>
            <a:lvl1pPr>
              <a:defRPr sz="3300" b="1">
                <a:solidFill>
                  <a:srgbClr val="002855"/>
                </a:solidFill>
                <a:latin typeface="Arial"/>
                <a:ea typeface="Arial"/>
                <a:cs typeface="Arial"/>
              </a:defRPr>
            </a:lvl1pPr>
            <a:lvl2pPr>
              <a:defRPr sz="3300" b="1">
                <a:solidFill>
                  <a:srgbClr val="002855"/>
                </a:solidFill>
                <a:latin typeface="Arial"/>
                <a:ea typeface="Arial"/>
                <a:cs typeface="Arial"/>
              </a:defRPr>
            </a:lvl2pPr>
            <a:lvl3pPr>
              <a:defRPr sz="3300" b="1">
                <a:solidFill>
                  <a:srgbClr val="002855"/>
                </a:solidFill>
                <a:latin typeface="Arial"/>
                <a:ea typeface="Arial"/>
                <a:cs typeface="Arial"/>
              </a:defRPr>
            </a:lvl3pPr>
            <a:lvl4pPr>
              <a:defRPr sz="3300" b="1">
                <a:solidFill>
                  <a:srgbClr val="002855"/>
                </a:solidFill>
                <a:latin typeface="Arial"/>
                <a:ea typeface="Arial"/>
                <a:cs typeface="Arial"/>
              </a:defRPr>
            </a:lvl4pPr>
            <a:lvl5pPr>
              <a:defRPr sz="3300" b="1">
                <a:solidFill>
                  <a:srgbClr val="002855"/>
                </a:solidFill>
                <a:latin typeface="Arial"/>
                <a:ea typeface="Arial"/>
                <a:cs typeface="Arial"/>
              </a:defRPr>
            </a:lvl5pPr>
            <a:lvl6pPr>
              <a:defRPr sz="3300" b="1">
                <a:solidFill>
                  <a:srgbClr val="002855"/>
                </a:solidFill>
                <a:latin typeface="Arial"/>
                <a:ea typeface="Arial"/>
                <a:cs typeface="Arial"/>
              </a:defRPr>
            </a:lvl6pPr>
            <a:lvl7pPr>
              <a:defRPr sz="3300" b="1">
                <a:solidFill>
                  <a:srgbClr val="002855"/>
                </a:solidFill>
                <a:latin typeface="Arial"/>
                <a:ea typeface="Arial"/>
                <a:cs typeface="Arial"/>
              </a:defRPr>
            </a:lvl7pPr>
            <a:lvl8pPr>
              <a:defRPr sz="3300" b="1">
                <a:solidFill>
                  <a:srgbClr val="002855"/>
                </a:solidFill>
                <a:latin typeface="Arial"/>
                <a:ea typeface="Arial"/>
                <a:cs typeface="Arial"/>
              </a:defRPr>
            </a:lvl8pPr>
            <a:lvl9pPr>
              <a:defRPr sz="3300" b="1">
                <a:solidFill>
                  <a:srgbClr val="002855"/>
                </a:solidFill>
                <a:latin typeface="Arial"/>
                <a:ea typeface="Arial"/>
                <a:cs typeface="Arial"/>
              </a:defRPr>
            </a:lvl9pPr>
          </a:lstStyle>
          <a:p>
            <a:pPr>
              <a:defRPr sz="3300" b="1">
                <a:solidFill>
                  <a:srgbClr val="002855"/>
                </a:solidFill>
                <a:latin typeface="Arial"/>
                <a:ea typeface="Arial"/>
                <a:cs typeface="Arial"/>
              </a:defRPr>
            </a:pPr>
            <a:r>
              <a:rPr lang="en-US" sz="3300" b="1">
                <a:solidFill>
                  <a:srgbClr val="002855"/>
                </a:solidFill>
                <a:latin typeface="Arial"/>
                <a:cs typeface="Arial"/>
              </a:rPr>
              <a:t>Click to edit Master title style</a:t>
            </a:r>
            <a:endParaRPr sz="3300" b="1">
              <a:solidFill>
                <a:srgbClr val="002855"/>
              </a:solidFill>
              <a:latin typeface="Arial"/>
              <a:ea typeface="Arial"/>
              <a:cs typeface="Arial"/>
            </a:endParaRPr>
          </a:p>
        </p:txBody>
      </p:sp>
      <p:sp>
        <p:nvSpPr>
          <p:cNvPr id="2" name="Question and goals body 1">
            <a:extLst>
              <a:ext uri="{FF2B5EF4-FFF2-40B4-BE49-F238E27FC236}">
                <a16:creationId xmlns:a16="http://schemas.microsoft.com/office/drawing/2014/main" id="{5A4E4205-F64E-4654-BD6B-D20017501888}"/>
              </a:ext>
            </a:extLst>
          </p:cNvPr>
          <p:cNvSpPr>
            <a:spLocks noGrp="1"/>
          </p:cNvSpPr>
          <p:nvPr>
            <p:ph type="body" idx="1"/>
          </p:nvPr>
        </p:nvSpPr>
        <p:spPr>
          <a:xfrm>
            <a:off x="609600" y="2133600"/>
            <a:ext cx="5162550" cy="3448050"/>
          </a:xfrm>
          <a:prstGeom prst="rect">
            <a:avLst/>
          </a:prstGeom>
          <a:noFill/>
          <a:ln w="0">
            <a:noFill/>
          </a:ln>
        </p:spPr>
        <p:txBody>
          <a:bodyPr lIns="0" tIns="0" rIns="0" bIns="0">
            <a:noAutofit/>
          </a:bodyPr>
          <a:lstStyle>
            <a:lvl1pPr>
              <a:defRPr sz="2400" b="0">
                <a:solidFill>
                  <a:srgbClr val="222222"/>
                </a:solidFill>
                <a:latin typeface="Arial"/>
                <a:ea typeface="Arial"/>
                <a:cs typeface="Arial"/>
              </a:defRPr>
            </a:lvl1pPr>
            <a:lvl2pPr>
              <a:defRPr sz="2400" b="0">
                <a:solidFill>
                  <a:srgbClr val="222222"/>
                </a:solidFill>
                <a:latin typeface="Arial"/>
                <a:ea typeface="Arial"/>
                <a:cs typeface="Arial"/>
              </a:defRPr>
            </a:lvl2pPr>
            <a:lvl3pPr>
              <a:defRPr sz="2400" b="0">
                <a:solidFill>
                  <a:srgbClr val="222222"/>
                </a:solidFill>
                <a:latin typeface="Arial"/>
                <a:ea typeface="Arial"/>
                <a:cs typeface="Arial"/>
              </a:defRPr>
            </a:lvl3pPr>
            <a:lvl4pPr>
              <a:defRPr sz="2400" b="0">
                <a:solidFill>
                  <a:srgbClr val="222222"/>
                </a:solidFill>
                <a:latin typeface="Arial"/>
                <a:ea typeface="Arial"/>
                <a:cs typeface="Arial"/>
              </a:defRPr>
            </a:lvl4pPr>
            <a:lvl5pPr>
              <a:defRPr sz="2400" b="0">
                <a:solidFill>
                  <a:srgbClr val="222222"/>
                </a:solidFill>
                <a:latin typeface="Arial"/>
                <a:ea typeface="Arial"/>
                <a:cs typeface="Arial"/>
              </a:defRPr>
            </a:lvl5pPr>
            <a:lvl6pPr>
              <a:defRPr sz="2400" b="0">
                <a:solidFill>
                  <a:srgbClr val="222222"/>
                </a:solidFill>
                <a:latin typeface="Arial"/>
                <a:ea typeface="Arial"/>
                <a:cs typeface="Arial"/>
              </a:defRPr>
            </a:lvl6pPr>
            <a:lvl7pPr>
              <a:defRPr sz="2400" b="0">
                <a:solidFill>
                  <a:srgbClr val="222222"/>
                </a:solidFill>
                <a:latin typeface="Arial"/>
                <a:ea typeface="Arial"/>
                <a:cs typeface="Arial"/>
              </a:defRPr>
            </a:lvl7pPr>
            <a:lvl8pPr>
              <a:defRPr sz="2400" b="0">
                <a:solidFill>
                  <a:srgbClr val="222222"/>
                </a:solidFill>
                <a:latin typeface="Arial"/>
                <a:ea typeface="Arial"/>
                <a:cs typeface="Arial"/>
              </a:defRPr>
            </a:lvl8pPr>
            <a:lvl9pPr>
              <a:defRPr sz="2400" b="0">
                <a:solidFill>
                  <a:srgbClr val="222222"/>
                </a:solidFill>
                <a:latin typeface="Arial"/>
                <a:ea typeface="Arial"/>
                <a:cs typeface="Arial"/>
              </a:defRPr>
            </a:lvl9pPr>
          </a:lstStyle>
          <a:p>
            <a:pPr lvl="0">
              <a:defRPr sz="2400" b="0">
                <a:solidFill>
                  <a:srgbClr val="222222"/>
                </a:solidFill>
                <a:latin typeface="Arial"/>
                <a:ea typeface="Arial"/>
                <a:cs typeface="Arial"/>
              </a:defRPr>
            </a:pPr>
            <a:r>
              <a:rPr lang="en-US" sz="2400" b="0">
                <a:solidFill>
                  <a:srgbClr val="222222"/>
                </a:solidFill>
                <a:latin typeface="Arial"/>
                <a:cs typeface="Arial"/>
              </a:rPr>
              <a:t>Click to edit Master text styles</a:t>
            </a:r>
          </a:p>
          <a:p>
            <a:pPr lvl="1">
              <a:defRPr sz="2400" b="0">
                <a:solidFill>
                  <a:srgbClr val="222222"/>
                </a:solidFill>
                <a:latin typeface="Arial"/>
                <a:ea typeface="Arial"/>
                <a:cs typeface="Arial"/>
              </a:defRPr>
            </a:pPr>
            <a:r>
              <a:rPr lang="en-US" sz="2400" b="0">
                <a:solidFill>
                  <a:srgbClr val="222222"/>
                </a:solidFill>
                <a:latin typeface="Arial"/>
                <a:cs typeface="Arial"/>
              </a:rPr>
              <a:t>Second level</a:t>
            </a:r>
          </a:p>
          <a:p>
            <a:pPr lvl="2">
              <a:defRPr sz="2400" b="0">
                <a:solidFill>
                  <a:srgbClr val="222222"/>
                </a:solidFill>
                <a:latin typeface="Arial"/>
                <a:ea typeface="Arial"/>
                <a:cs typeface="Arial"/>
              </a:defRPr>
            </a:pPr>
            <a:r>
              <a:rPr lang="en-US" sz="2400" b="0">
                <a:solidFill>
                  <a:srgbClr val="222222"/>
                </a:solidFill>
                <a:latin typeface="Arial"/>
                <a:cs typeface="Arial"/>
              </a:rPr>
              <a:t>Third level</a:t>
            </a:r>
          </a:p>
        </p:txBody>
      </p:sp>
      <p:sp>
        <p:nvSpPr>
          <p:cNvPr id="3" name="Question and goals body 2">
            <a:extLst>
              <a:ext uri="{FF2B5EF4-FFF2-40B4-BE49-F238E27FC236}">
                <a16:creationId xmlns:a16="http://schemas.microsoft.com/office/drawing/2014/main" id="{BF9EAF2D-1060-4815-9524-5F06F4856FB7}"/>
              </a:ext>
            </a:extLst>
          </p:cNvPr>
          <p:cNvSpPr>
            <a:spLocks noGrp="1"/>
          </p:cNvSpPr>
          <p:nvPr>
            <p:ph type="body" idx="2"/>
          </p:nvPr>
        </p:nvSpPr>
        <p:spPr>
          <a:xfrm>
            <a:off x="6419850" y="2133600"/>
            <a:ext cx="5162550" cy="3448050"/>
          </a:xfrm>
          <a:prstGeom prst="rect">
            <a:avLst/>
          </a:prstGeom>
          <a:noFill/>
          <a:ln w="0">
            <a:noFill/>
          </a:ln>
        </p:spPr>
        <p:txBody>
          <a:bodyPr lIns="0" tIns="0" rIns="0" bIns="0">
            <a:noAutofit/>
          </a:bodyPr>
          <a:lstStyle>
            <a:lvl1pPr>
              <a:defRPr sz="2400" b="0">
                <a:solidFill>
                  <a:srgbClr val="222222"/>
                </a:solidFill>
                <a:latin typeface="Arial"/>
                <a:ea typeface="Arial"/>
                <a:cs typeface="Arial"/>
              </a:defRPr>
            </a:lvl1pPr>
            <a:lvl2pPr>
              <a:defRPr sz="2400" b="0">
                <a:solidFill>
                  <a:srgbClr val="222222"/>
                </a:solidFill>
                <a:latin typeface="Arial"/>
                <a:ea typeface="Arial"/>
                <a:cs typeface="Arial"/>
              </a:defRPr>
            </a:lvl2pPr>
            <a:lvl3pPr>
              <a:defRPr sz="2400" b="0">
                <a:solidFill>
                  <a:srgbClr val="222222"/>
                </a:solidFill>
                <a:latin typeface="Arial"/>
                <a:ea typeface="Arial"/>
                <a:cs typeface="Arial"/>
              </a:defRPr>
            </a:lvl3pPr>
            <a:lvl4pPr>
              <a:defRPr sz="2400" b="0">
                <a:solidFill>
                  <a:srgbClr val="222222"/>
                </a:solidFill>
                <a:latin typeface="Arial"/>
                <a:ea typeface="Arial"/>
                <a:cs typeface="Arial"/>
              </a:defRPr>
            </a:lvl4pPr>
            <a:lvl5pPr>
              <a:defRPr sz="2400" b="0">
                <a:solidFill>
                  <a:srgbClr val="222222"/>
                </a:solidFill>
                <a:latin typeface="Arial"/>
                <a:ea typeface="Arial"/>
                <a:cs typeface="Arial"/>
              </a:defRPr>
            </a:lvl5pPr>
            <a:lvl6pPr>
              <a:defRPr sz="2400" b="0">
                <a:solidFill>
                  <a:srgbClr val="222222"/>
                </a:solidFill>
                <a:latin typeface="Arial"/>
                <a:ea typeface="Arial"/>
                <a:cs typeface="Arial"/>
              </a:defRPr>
            </a:lvl6pPr>
            <a:lvl7pPr>
              <a:defRPr sz="2400" b="0">
                <a:solidFill>
                  <a:srgbClr val="222222"/>
                </a:solidFill>
                <a:latin typeface="Arial"/>
                <a:ea typeface="Arial"/>
                <a:cs typeface="Arial"/>
              </a:defRPr>
            </a:lvl7pPr>
            <a:lvl8pPr>
              <a:defRPr sz="2400" b="0">
                <a:solidFill>
                  <a:srgbClr val="222222"/>
                </a:solidFill>
                <a:latin typeface="Arial"/>
                <a:ea typeface="Arial"/>
                <a:cs typeface="Arial"/>
              </a:defRPr>
            </a:lvl8pPr>
            <a:lvl9pPr>
              <a:defRPr sz="2400" b="0">
                <a:solidFill>
                  <a:srgbClr val="222222"/>
                </a:solidFill>
                <a:latin typeface="Arial"/>
                <a:ea typeface="Arial"/>
                <a:cs typeface="Arial"/>
              </a:defRPr>
            </a:lvl9pPr>
          </a:lstStyle>
          <a:p>
            <a:pPr lvl="0">
              <a:defRPr sz="2400" b="0">
                <a:solidFill>
                  <a:srgbClr val="222222"/>
                </a:solidFill>
                <a:latin typeface="Arial"/>
                <a:ea typeface="Arial"/>
                <a:cs typeface="Arial"/>
              </a:defRPr>
            </a:pPr>
            <a:r>
              <a:rPr lang="en-US" sz="2400" b="0">
                <a:solidFill>
                  <a:srgbClr val="222222"/>
                </a:solidFill>
                <a:latin typeface="Arial"/>
                <a:cs typeface="Arial"/>
              </a:rPr>
              <a:t>Click to edit Master text styles</a:t>
            </a:r>
          </a:p>
          <a:p>
            <a:pPr lvl="1">
              <a:defRPr sz="2400" b="0">
                <a:solidFill>
                  <a:srgbClr val="222222"/>
                </a:solidFill>
                <a:latin typeface="Arial"/>
                <a:ea typeface="Arial"/>
                <a:cs typeface="Arial"/>
              </a:defRPr>
            </a:pPr>
            <a:r>
              <a:rPr lang="en-US" sz="2400" b="0">
                <a:solidFill>
                  <a:srgbClr val="222222"/>
                </a:solidFill>
                <a:latin typeface="Arial"/>
                <a:cs typeface="Arial"/>
              </a:rPr>
              <a:t>Second level</a:t>
            </a:r>
          </a:p>
          <a:p>
            <a:pPr lvl="2">
              <a:defRPr sz="2400" b="0">
                <a:solidFill>
                  <a:srgbClr val="222222"/>
                </a:solidFill>
                <a:latin typeface="Arial"/>
                <a:ea typeface="Arial"/>
                <a:cs typeface="Arial"/>
              </a:defRPr>
            </a:pPr>
            <a:r>
              <a:rPr lang="en-US" sz="2400" b="0">
                <a:solidFill>
                  <a:srgbClr val="222222"/>
                </a:solidFill>
                <a:latin typeface="Arial"/>
                <a:cs typeface="Arial"/>
              </a:rPr>
              <a:t>Third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xplanation and figure">
    <p:spTree>
      <p:nvGrpSpPr>
        <p:cNvPr id="1" name=""/>
        <p:cNvGrpSpPr/>
        <p:nvPr/>
      </p:nvGrpSpPr>
      <p:grpSpPr>
        <a:xfrm>
          <a:off x="0" y="0"/>
          <a:ext cx="0" cy="0"/>
          <a:chOff x="0" y="0"/>
          <a:chExt cx="0" cy="0"/>
        </a:xfrm>
      </p:grpSpPr>
      <p:sp>
        <p:nvSpPr>
          <p:cNvPr id="5" name="Explanation and figure title 0">
            <a:extLst>
              <a:ext uri="{FF2B5EF4-FFF2-40B4-BE49-F238E27FC236}">
                <a16:creationId xmlns:a16="http://schemas.microsoft.com/office/drawing/2014/main" id="{C54DEB96-2C44-49CE-960C-EEA88B04E1F2}"/>
              </a:ext>
            </a:extLst>
          </p:cNvPr>
          <p:cNvSpPr>
            <a:spLocks noGrp="1"/>
          </p:cNvSpPr>
          <p:nvPr>
            <p:ph type="title"/>
          </p:nvPr>
        </p:nvSpPr>
        <p:spPr>
          <a:xfrm>
            <a:off x="609600" y="971550"/>
            <a:ext cx="10972800" cy="876300"/>
          </a:xfrm>
          <a:prstGeom prst="rect">
            <a:avLst/>
          </a:prstGeom>
          <a:noFill/>
          <a:ln w="0">
            <a:noFill/>
          </a:ln>
        </p:spPr>
        <p:txBody>
          <a:bodyPr lIns="0" tIns="0" rIns="0" bIns="0">
            <a:noAutofit/>
          </a:bodyPr>
          <a:lstStyle>
            <a:lvl1pPr>
              <a:defRPr sz="3300" b="1">
                <a:solidFill>
                  <a:srgbClr val="002855"/>
                </a:solidFill>
                <a:latin typeface="Arial"/>
                <a:ea typeface="Arial"/>
                <a:cs typeface="Arial"/>
              </a:defRPr>
            </a:lvl1pPr>
            <a:lvl2pPr>
              <a:defRPr sz="3300" b="1">
                <a:solidFill>
                  <a:srgbClr val="002855"/>
                </a:solidFill>
                <a:latin typeface="Arial"/>
                <a:ea typeface="Arial"/>
                <a:cs typeface="Arial"/>
              </a:defRPr>
            </a:lvl2pPr>
            <a:lvl3pPr>
              <a:defRPr sz="3300" b="1">
                <a:solidFill>
                  <a:srgbClr val="002855"/>
                </a:solidFill>
                <a:latin typeface="Arial"/>
                <a:ea typeface="Arial"/>
                <a:cs typeface="Arial"/>
              </a:defRPr>
            </a:lvl3pPr>
            <a:lvl4pPr>
              <a:defRPr sz="3300" b="1">
                <a:solidFill>
                  <a:srgbClr val="002855"/>
                </a:solidFill>
                <a:latin typeface="Arial"/>
                <a:ea typeface="Arial"/>
                <a:cs typeface="Arial"/>
              </a:defRPr>
            </a:lvl4pPr>
            <a:lvl5pPr>
              <a:defRPr sz="3300" b="1">
                <a:solidFill>
                  <a:srgbClr val="002855"/>
                </a:solidFill>
                <a:latin typeface="Arial"/>
                <a:ea typeface="Arial"/>
                <a:cs typeface="Arial"/>
              </a:defRPr>
            </a:lvl5pPr>
            <a:lvl6pPr>
              <a:defRPr sz="3300" b="1">
                <a:solidFill>
                  <a:srgbClr val="002855"/>
                </a:solidFill>
                <a:latin typeface="Arial"/>
                <a:ea typeface="Arial"/>
                <a:cs typeface="Arial"/>
              </a:defRPr>
            </a:lvl6pPr>
            <a:lvl7pPr>
              <a:defRPr sz="3300" b="1">
                <a:solidFill>
                  <a:srgbClr val="002855"/>
                </a:solidFill>
                <a:latin typeface="Arial"/>
                <a:ea typeface="Arial"/>
                <a:cs typeface="Arial"/>
              </a:defRPr>
            </a:lvl7pPr>
            <a:lvl8pPr>
              <a:defRPr sz="3300" b="1">
                <a:solidFill>
                  <a:srgbClr val="002855"/>
                </a:solidFill>
                <a:latin typeface="Arial"/>
                <a:ea typeface="Arial"/>
                <a:cs typeface="Arial"/>
              </a:defRPr>
            </a:lvl8pPr>
            <a:lvl9pPr>
              <a:defRPr sz="3300" b="1">
                <a:solidFill>
                  <a:srgbClr val="002855"/>
                </a:solidFill>
                <a:latin typeface="Arial"/>
                <a:ea typeface="Arial"/>
                <a:cs typeface="Arial"/>
              </a:defRPr>
            </a:lvl9pPr>
          </a:lstStyle>
          <a:p>
            <a:pPr>
              <a:defRPr sz="3300" b="1">
                <a:solidFill>
                  <a:srgbClr val="002855"/>
                </a:solidFill>
                <a:latin typeface="Arial"/>
                <a:ea typeface="Arial"/>
                <a:cs typeface="Arial"/>
              </a:defRPr>
            </a:pPr>
            <a:r>
              <a:rPr lang="en-US" sz="3300" b="1">
                <a:solidFill>
                  <a:srgbClr val="002855"/>
                </a:solidFill>
                <a:latin typeface="Arial"/>
                <a:cs typeface="Arial"/>
              </a:rPr>
              <a:t>Click to edit Master title style</a:t>
            </a:r>
            <a:endParaRPr sz="3300" b="1">
              <a:solidFill>
                <a:srgbClr val="002855"/>
              </a:solidFill>
              <a:latin typeface="Arial"/>
              <a:ea typeface="Arial"/>
              <a:cs typeface="Arial"/>
            </a:endParaRPr>
          </a:p>
        </p:txBody>
      </p:sp>
      <p:sp>
        <p:nvSpPr>
          <p:cNvPr id="2" name="Explanation and figure body 1">
            <a:extLst>
              <a:ext uri="{FF2B5EF4-FFF2-40B4-BE49-F238E27FC236}">
                <a16:creationId xmlns:a16="http://schemas.microsoft.com/office/drawing/2014/main" id="{74965947-62A8-4AED-A214-D22E1DB50EDF}"/>
              </a:ext>
            </a:extLst>
          </p:cNvPr>
          <p:cNvSpPr>
            <a:spLocks noGrp="1"/>
          </p:cNvSpPr>
          <p:nvPr>
            <p:ph type="body" idx="1"/>
          </p:nvPr>
        </p:nvSpPr>
        <p:spPr>
          <a:xfrm>
            <a:off x="609600" y="2105025"/>
            <a:ext cx="4524375" cy="3400425"/>
          </a:xfrm>
          <a:prstGeom prst="rect">
            <a:avLst/>
          </a:prstGeom>
          <a:noFill/>
          <a:ln w="0">
            <a:noFill/>
          </a:ln>
        </p:spPr>
        <p:txBody>
          <a:bodyPr lIns="0" tIns="0" rIns="0" bIns="0">
            <a:noAutofit/>
          </a:bodyPr>
          <a:lstStyle>
            <a:lvl1pPr>
              <a:defRPr sz="2400" b="0">
                <a:solidFill>
                  <a:srgbClr val="222222"/>
                </a:solidFill>
                <a:latin typeface="Arial"/>
                <a:ea typeface="Arial"/>
                <a:cs typeface="Arial"/>
              </a:defRPr>
            </a:lvl1pPr>
            <a:lvl2pPr>
              <a:defRPr sz="2400" b="0">
                <a:solidFill>
                  <a:srgbClr val="222222"/>
                </a:solidFill>
                <a:latin typeface="Arial"/>
                <a:ea typeface="Arial"/>
                <a:cs typeface="Arial"/>
              </a:defRPr>
            </a:lvl2pPr>
            <a:lvl3pPr>
              <a:defRPr sz="2400" b="0">
                <a:solidFill>
                  <a:srgbClr val="222222"/>
                </a:solidFill>
                <a:latin typeface="Arial"/>
                <a:ea typeface="Arial"/>
                <a:cs typeface="Arial"/>
              </a:defRPr>
            </a:lvl3pPr>
            <a:lvl4pPr>
              <a:defRPr sz="2400" b="0">
                <a:solidFill>
                  <a:srgbClr val="222222"/>
                </a:solidFill>
                <a:latin typeface="Arial"/>
                <a:ea typeface="Arial"/>
                <a:cs typeface="Arial"/>
              </a:defRPr>
            </a:lvl4pPr>
            <a:lvl5pPr>
              <a:defRPr sz="2400" b="0">
                <a:solidFill>
                  <a:srgbClr val="222222"/>
                </a:solidFill>
                <a:latin typeface="Arial"/>
                <a:ea typeface="Arial"/>
                <a:cs typeface="Arial"/>
              </a:defRPr>
            </a:lvl5pPr>
            <a:lvl6pPr>
              <a:defRPr sz="2400" b="0">
                <a:solidFill>
                  <a:srgbClr val="222222"/>
                </a:solidFill>
                <a:latin typeface="Arial"/>
                <a:ea typeface="Arial"/>
                <a:cs typeface="Arial"/>
              </a:defRPr>
            </a:lvl6pPr>
            <a:lvl7pPr>
              <a:defRPr sz="2400" b="0">
                <a:solidFill>
                  <a:srgbClr val="222222"/>
                </a:solidFill>
                <a:latin typeface="Arial"/>
                <a:ea typeface="Arial"/>
                <a:cs typeface="Arial"/>
              </a:defRPr>
            </a:lvl7pPr>
            <a:lvl8pPr>
              <a:defRPr sz="2400" b="0">
                <a:solidFill>
                  <a:srgbClr val="222222"/>
                </a:solidFill>
                <a:latin typeface="Arial"/>
                <a:ea typeface="Arial"/>
                <a:cs typeface="Arial"/>
              </a:defRPr>
            </a:lvl8pPr>
            <a:lvl9pPr>
              <a:defRPr sz="2400" b="0">
                <a:solidFill>
                  <a:srgbClr val="222222"/>
                </a:solidFill>
                <a:latin typeface="Arial"/>
                <a:ea typeface="Arial"/>
                <a:cs typeface="Arial"/>
              </a:defRPr>
            </a:lvl9pPr>
          </a:lstStyle>
          <a:p>
            <a:pPr lvl="0">
              <a:defRPr sz="2400" b="0">
                <a:solidFill>
                  <a:srgbClr val="222222"/>
                </a:solidFill>
                <a:latin typeface="Arial"/>
                <a:ea typeface="Arial"/>
                <a:cs typeface="Arial"/>
              </a:defRPr>
            </a:pPr>
            <a:r>
              <a:rPr lang="en-US" sz="2400" b="0">
                <a:solidFill>
                  <a:srgbClr val="222222"/>
                </a:solidFill>
                <a:latin typeface="Arial"/>
                <a:cs typeface="Arial"/>
              </a:rPr>
              <a:t>Click to edit Master text styles</a:t>
            </a:r>
          </a:p>
          <a:p>
            <a:pPr lvl="1">
              <a:defRPr sz="2400" b="0">
                <a:solidFill>
                  <a:srgbClr val="222222"/>
                </a:solidFill>
                <a:latin typeface="Arial"/>
                <a:ea typeface="Arial"/>
                <a:cs typeface="Arial"/>
              </a:defRPr>
            </a:pPr>
            <a:r>
              <a:rPr lang="en-US" sz="2400" b="0">
                <a:solidFill>
                  <a:srgbClr val="222222"/>
                </a:solidFill>
                <a:latin typeface="Arial"/>
                <a:cs typeface="Arial"/>
              </a:rPr>
              <a:t>Second level</a:t>
            </a:r>
          </a:p>
          <a:p>
            <a:pPr lvl="2">
              <a:defRPr sz="2400" b="0">
                <a:solidFill>
                  <a:srgbClr val="222222"/>
                </a:solidFill>
                <a:latin typeface="Arial"/>
                <a:ea typeface="Arial"/>
                <a:cs typeface="Arial"/>
              </a:defRPr>
            </a:pPr>
            <a:r>
              <a:rPr lang="en-US" sz="2400" b="0">
                <a:solidFill>
                  <a:srgbClr val="222222"/>
                </a:solidFill>
                <a:latin typeface="Arial"/>
                <a:cs typeface="Arial"/>
              </a:rPr>
              <a:t>Third level</a:t>
            </a:r>
          </a:p>
        </p:txBody>
      </p:sp>
      <p:sp>
        <p:nvSpPr>
          <p:cNvPr id="3" name="Explanation and figure content 2">
            <a:extLst>
              <a:ext uri="{FF2B5EF4-FFF2-40B4-BE49-F238E27FC236}">
                <a16:creationId xmlns:a16="http://schemas.microsoft.com/office/drawing/2014/main" id="{93F0CF8A-0D56-484D-8008-C069FB2AFB4E}"/>
              </a:ext>
            </a:extLst>
          </p:cNvPr>
          <p:cNvSpPr>
            <a:spLocks noGrp="1"/>
          </p:cNvSpPr>
          <p:nvPr>
            <p:ph idx="2"/>
          </p:nvPr>
        </p:nvSpPr>
        <p:spPr>
          <a:xfrm>
            <a:off x="5591175" y="2114550"/>
            <a:ext cx="5991225" cy="3124200"/>
          </a:xfrm>
          <a:prstGeom prst="rect">
            <a:avLst/>
          </a:prstGeom>
          <a:noFill/>
          <a:ln w="0">
            <a:noFill/>
          </a:ln>
        </p:spPr>
        <p:txBody>
          <a:bodyPr lIns="0" tIns="0" rIns="0" bIns="0">
            <a:noAutofit/>
          </a:bodyPr>
          <a:lstStyle>
            <a:lvl1pPr>
              <a:defRPr sz="2100" b="0">
                <a:solidFill>
                  <a:srgbClr val="222222"/>
                </a:solidFill>
                <a:latin typeface="Arial"/>
                <a:ea typeface="Arial"/>
                <a:cs typeface="Arial"/>
              </a:defRPr>
            </a:lvl1pPr>
            <a:lvl2pPr>
              <a:defRPr sz="2100" b="0">
                <a:solidFill>
                  <a:srgbClr val="222222"/>
                </a:solidFill>
                <a:latin typeface="Arial"/>
                <a:ea typeface="Arial"/>
                <a:cs typeface="Arial"/>
              </a:defRPr>
            </a:lvl2pPr>
            <a:lvl3pPr>
              <a:defRPr sz="2100" b="0">
                <a:solidFill>
                  <a:srgbClr val="222222"/>
                </a:solidFill>
                <a:latin typeface="Arial"/>
                <a:ea typeface="Arial"/>
                <a:cs typeface="Arial"/>
              </a:defRPr>
            </a:lvl3pPr>
            <a:lvl4pPr>
              <a:defRPr sz="2100" b="0">
                <a:solidFill>
                  <a:srgbClr val="222222"/>
                </a:solidFill>
                <a:latin typeface="Arial"/>
                <a:ea typeface="Arial"/>
                <a:cs typeface="Arial"/>
              </a:defRPr>
            </a:lvl4pPr>
            <a:lvl5pPr>
              <a:defRPr sz="2100" b="0">
                <a:solidFill>
                  <a:srgbClr val="222222"/>
                </a:solidFill>
                <a:latin typeface="Arial"/>
                <a:ea typeface="Arial"/>
                <a:cs typeface="Arial"/>
              </a:defRPr>
            </a:lvl5pPr>
            <a:lvl6pPr>
              <a:defRPr sz="2100" b="0">
                <a:solidFill>
                  <a:srgbClr val="222222"/>
                </a:solidFill>
                <a:latin typeface="Arial"/>
                <a:ea typeface="Arial"/>
                <a:cs typeface="Arial"/>
              </a:defRPr>
            </a:lvl6pPr>
            <a:lvl7pPr>
              <a:defRPr sz="2100" b="0">
                <a:solidFill>
                  <a:srgbClr val="222222"/>
                </a:solidFill>
                <a:latin typeface="Arial"/>
                <a:ea typeface="Arial"/>
                <a:cs typeface="Arial"/>
              </a:defRPr>
            </a:lvl7pPr>
            <a:lvl8pPr>
              <a:defRPr sz="2100" b="0">
                <a:solidFill>
                  <a:srgbClr val="222222"/>
                </a:solidFill>
                <a:latin typeface="Arial"/>
                <a:ea typeface="Arial"/>
                <a:cs typeface="Arial"/>
              </a:defRPr>
            </a:lvl8pPr>
            <a:lvl9pPr>
              <a:defRPr sz="2100" b="0">
                <a:solidFill>
                  <a:srgbClr val="222222"/>
                </a:solidFill>
                <a:latin typeface="Arial"/>
                <a:ea typeface="Arial"/>
                <a:cs typeface="Arial"/>
              </a:defRPr>
            </a:lvl9pPr>
          </a:lstStyle>
          <a:p>
            <a:pPr lvl="0">
              <a:defRPr sz="2100" b="0">
                <a:solidFill>
                  <a:srgbClr val="222222"/>
                </a:solidFill>
                <a:latin typeface="Arial"/>
                <a:ea typeface="Arial"/>
                <a:cs typeface="Arial"/>
              </a:defRPr>
            </a:pPr>
            <a:r>
              <a:rPr lang="en-US" sz="2100" b="0">
                <a:solidFill>
                  <a:srgbClr val="222222"/>
                </a:solidFill>
                <a:latin typeface="Arial"/>
                <a:cs typeface="Arial"/>
              </a:rPr>
              <a:t>Click to edit Master text styles</a:t>
            </a:r>
          </a:p>
        </p:txBody>
      </p:sp>
      <p:sp>
        <p:nvSpPr>
          <p:cNvPr id="4" name="Explanation and figure body 3">
            <a:extLst>
              <a:ext uri="{FF2B5EF4-FFF2-40B4-BE49-F238E27FC236}">
                <a16:creationId xmlns:a16="http://schemas.microsoft.com/office/drawing/2014/main" id="{B76FA5E4-B6C8-43B1-871F-4C2029154E84}"/>
              </a:ext>
            </a:extLst>
          </p:cNvPr>
          <p:cNvSpPr>
            <a:spLocks noGrp="1"/>
          </p:cNvSpPr>
          <p:nvPr>
            <p:ph type="body" idx="3"/>
          </p:nvPr>
        </p:nvSpPr>
        <p:spPr>
          <a:xfrm>
            <a:off x="5591175" y="5353050"/>
            <a:ext cx="5991225" cy="542925"/>
          </a:xfrm>
          <a:prstGeom prst="rect">
            <a:avLst/>
          </a:prstGeom>
          <a:noFill/>
          <a:ln w="0">
            <a:noFill/>
          </a:ln>
        </p:spPr>
        <p:txBody>
          <a:bodyPr lIns="0" tIns="0" rIns="0" bIns="0">
            <a:noAutofit/>
          </a:bodyPr>
          <a:lstStyle>
            <a:lvl1pPr>
              <a:defRPr sz="1500" b="0">
                <a:solidFill>
                  <a:srgbClr val="222222"/>
                </a:solidFill>
                <a:latin typeface="Arial"/>
                <a:ea typeface="Arial"/>
                <a:cs typeface="Arial"/>
              </a:defRPr>
            </a:lvl1pPr>
            <a:lvl2pPr>
              <a:defRPr sz="1500" b="0">
                <a:solidFill>
                  <a:srgbClr val="222222"/>
                </a:solidFill>
                <a:latin typeface="Arial"/>
                <a:ea typeface="Arial"/>
                <a:cs typeface="Arial"/>
              </a:defRPr>
            </a:lvl2pPr>
            <a:lvl3pPr>
              <a:defRPr sz="1500" b="0">
                <a:solidFill>
                  <a:srgbClr val="222222"/>
                </a:solidFill>
                <a:latin typeface="Arial"/>
                <a:ea typeface="Arial"/>
                <a:cs typeface="Arial"/>
              </a:defRPr>
            </a:lvl3pPr>
            <a:lvl4pPr>
              <a:defRPr sz="1500" b="0">
                <a:solidFill>
                  <a:srgbClr val="222222"/>
                </a:solidFill>
                <a:latin typeface="Arial"/>
                <a:ea typeface="Arial"/>
                <a:cs typeface="Arial"/>
              </a:defRPr>
            </a:lvl4pPr>
            <a:lvl5pPr>
              <a:defRPr sz="1500" b="0">
                <a:solidFill>
                  <a:srgbClr val="222222"/>
                </a:solidFill>
                <a:latin typeface="Arial"/>
                <a:ea typeface="Arial"/>
                <a:cs typeface="Arial"/>
              </a:defRPr>
            </a:lvl5pPr>
            <a:lvl6pPr>
              <a:defRPr sz="1500" b="0">
                <a:solidFill>
                  <a:srgbClr val="222222"/>
                </a:solidFill>
                <a:latin typeface="Arial"/>
                <a:ea typeface="Arial"/>
                <a:cs typeface="Arial"/>
              </a:defRPr>
            </a:lvl6pPr>
            <a:lvl7pPr>
              <a:defRPr sz="1500" b="0">
                <a:solidFill>
                  <a:srgbClr val="222222"/>
                </a:solidFill>
                <a:latin typeface="Arial"/>
                <a:ea typeface="Arial"/>
                <a:cs typeface="Arial"/>
              </a:defRPr>
            </a:lvl7pPr>
            <a:lvl8pPr>
              <a:defRPr sz="1500" b="0">
                <a:solidFill>
                  <a:srgbClr val="222222"/>
                </a:solidFill>
                <a:latin typeface="Arial"/>
                <a:ea typeface="Arial"/>
                <a:cs typeface="Arial"/>
              </a:defRPr>
            </a:lvl8pPr>
            <a:lvl9pPr>
              <a:defRPr sz="1500" b="0">
                <a:solidFill>
                  <a:srgbClr val="222222"/>
                </a:solidFill>
                <a:latin typeface="Arial"/>
                <a:ea typeface="Arial"/>
                <a:cs typeface="Arial"/>
              </a:defRPr>
            </a:lvl9pPr>
          </a:lstStyle>
          <a:p>
            <a:pPr lvl="0">
              <a:defRPr sz="1500" b="0">
                <a:solidFill>
                  <a:srgbClr val="222222"/>
                </a:solidFill>
                <a:latin typeface="Arial"/>
                <a:ea typeface="Arial"/>
                <a:cs typeface="Arial"/>
              </a:defRPr>
            </a:pPr>
            <a:r>
              <a:rPr lang="en-US" sz="1500" b="0">
                <a:solidFill>
                  <a:srgbClr val="222222"/>
                </a:solidFill>
                <a:latin typeface="Arial"/>
                <a:cs typeface="Arial"/>
              </a:rPr>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tivity steps">
    <p:spTree>
      <p:nvGrpSpPr>
        <p:cNvPr id="1" name=""/>
        <p:cNvGrpSpPr/>
        <p:nvPr/>
      </p:nvGrpSpPr>
      <p:grpSpPr>
        <a:xfrm>
          <a:off x="0" y="0"/>
          <a:ext cx="0" cy="0"/>
          <a:chOff x="0" y="0"/>
          <a:chExt cx="0" cy="0"/>
        </a:xfrm>
      </p:grpSpPr>
      <p:sp>
        <p:nvSpPr>
          <p:cNvPr id="4" name="Activity steps title 0">
            <a:extLst>
              <a:ext uri="{FF2B5EF4-FFF2-40B4-BE49-F238E27FC236}">
                <a16:creationId xmlns:a16="http://schemas.microsoft.com/office/drawing/2014/main" id="{4A75A923-A588-498D-8C3D-05C7B27BD60D}"/>
              </a:ext>
            </a:extLst>
          </p:cNvPr>
          <p:cNvSpPr>
            <a:spLocks noGrp="1"/>
          </p:cNvSpPr>
          <p:nvPr>
            <p:ph type="title"/>
          </p:nvPr>
        </p:nvSpPr>
        <p:spPr>
          <a:xfrm>
            <a:off x="609600" y="971550"/>
            <a:ext cx="10972800" cy="876300"/>
          </a:xfrm>
          <a:prstGeom prst="rect">
            <a:avLst/>
          </a:prstGeom>
          <a:noFill/>
          <a:ln w="0">
            <a:noFill/>
          </a:ln>
        </p:spPr>
        <p:txBody>
          <a:bodyPr lIns="0" tIns="0" rIns="0" bIns="0">
            <a:noAutofit/>
          </a:bodyPr>
          <a:lstStyle>
            <a:lvl1pPr>
              <a:defRPr sz="3300" b="1">
                <a:solidFill>
                  <a:srgbClr val="002855"/>
                </a:solidFill>
                <a:latin typeface="Arial"/>
                <a:ea typeface="Arial"/>
                <a:cs typeface="Arial"/>
              </a:defRPr>
            </a:lvl1pPr>
            <a:lvl2pPr>
              <a:defRPr sz="3300" b="1">
                <a:solidFill>
                  <a:srgbClr val="002855"/>
                </a:solidFill>
                <a:latin typeface="Arial"/>
                <a:ea typeface="Arial"/>
                <a:cs typeface="Arial"/>
              </a:defRPr>
            </a:lvl2pPr>
            <a:lvl3pPr>
              <a:defRPr sz="3300" b="1">
                <a:solidFill>
                  <a:srgbClr val="002855"/>
                </a:solidFill>
                <a:latin typeface="Arial"/>
                <a:ea typeface="Arial"/>
                <a:cs typeface="Arial"/>
              </a:defRPr>
            </a:lvl3pPr>
            <a:lvl4pPr>
              <a:defRPr sz="3300" b="1">
                <a:solidFill>
                  <a:srgbClr val="002855"/>
                </a:solidFill>
                <a:latin typeface="Arial"/>
                <a:ea typeface="Arial"/>
                <a:cs typeface="Arial"/>
              </a:defRPr>
            </a:lvl4pPr>
            <a:lvl5pPr>
              <a:defRPr sz="3300" b="1">
                <a:solidFill>
                  <a:srgbClr val="002855"/>
                </a:solidFill>
                <a:latin typeface="Arial"/>
                <a:ea typeface="Arial"/>
                <a:cs typeface="Arial"/>
              </a:defRPr>
            </a:lvl5pPr>
            <a:lvl6pPr>
              <a:defRPr sz="3300" b="1">
                <a:solidFill>
                  <a:srgbClr val="002855"/>
                </a:solidFill>
                <a:latin typeface="Arial"/>
                <a:ea typeface="Arial"/>
                <a:cs typeface="Arial"/>
              </a:defRPr>
            </a:lvl6pPr>
            <a:lvl7pPr>
              <a:defRPr sz="3300" b="1">
                <a:solidFill>
                  <a:srgbClr val="002855"/>
                </a:solidFill>
                <a:latin typeface="Arial"/>
                <a:ea typeface="Arial"/>
                <a:cs typeface="Arial"/>
              </a:defRPr>
            </a:lvl7pPr>
            <a:lvl8pPr>
              <a:defRPr sz="3300" b="1">
                <a:solidFill>
                  <a:srgbClr val="002855"/>
                </a:solidFill>
                <a:latin typeface="Arial"/>
                <a:ea typeface="Arial"/>
                <a:cs typeface="Arial"/>
              </a:defRPr>
            </a:lvl8pPr>
            <a:lvl9pPr>
              <a:defRPr sz="3300" b="1">
                <a:solidFill>
                  <a:srgbClr val="002855"/>
                </a:solidFill>
                <a:latin typeface="Arial"/>
                <a:ea typeface="Arial"/>
                <a:cs typeface="Arial"/>
              </a:defRPr>
            </a:lvl9pPr>
          </a:lstStyle>
          <a:p>
            <a:pPr>
              <a:defRPr sz="3300" b="1">
                <a:solidFill>
                  <a:srgbClr val="002855"/>
                </a:solidFill>
                <a:latin typeface="Arial"/>
                <a:ea typeface="Arial"/>
                <a:cs typeface="Arial"/>
              </a:defRPr>
            </a:pPr>
            <a:r>
              <a:rPr lang="en-US" sz="3300" b="1">
                <a:solidFill>
                  <a:srgbClr val="002855"/>
                </a:solidFill>
                <a:latin typeface="Arial"/>
                <a:cs typeface="Arial"/>
              </a:rPr>
              <a:t>Click to edit Master title style</a:t>
            </a:r>
            <a:endParaRPr sz="3300" b="1">
              <a:solidFill>
                <a:srgbClr val="002855"/>
              </a:solidFill>
              <a:latin typeface="Arial"/>
              <a:ea typeface="Arial"/>
              <a:cs typeface="Arial"/>
            </a:endParaRPr>
          </a:p>
        </p:txBody>
      </p:sp>
      <p:sp>
        <p:nvSpPr>
          <p:cNvPr id="2" name="Activity steps body 1">
            <a:extLst>
              <a:ext uri="{FF2B5EF4-FFF2-40B4-BE49-F238E27FC236}">
                <a16:creationId xmlns:a16="http://schemas.microsoft.com/office/drawing/2014/main" id="{F15A3904-D261-4581-891D-0D974E46F6EB}"/>
              </a:ext>
            </a:extLst>
          </p:cNvPr>
          <p:cNvSpPr>
            <a:spLocks noGrp="1"/>
          </p:cNvSpPr>
          <p:nvPr>
            <p:ph type="body" idx="1"/>
          </p:nvPr>
        </p:nvSpPr>
        <p:spPr>
          <a:xfrm>
            <a:off x="609600" y="2124075"/>
            <a:ext cx="10972800" cy="3333750"/>
          </a:xfrm>
          <a:prstGeom prst="rect">
            <a:avLst/>
          </a:prstGeom>
          <a:noFill/>
          <a:ln w="0">
            <a:noFill/>
          </a:ln>
        </p:spPr>
        <p:txBody>
          <a:bodyPr lIns="0" tIns="0" rIns="0" bIns="0">
            <a:noAutofit/>
          </a:bodyPr>
          <a:lstStyle>
            <a:lvl1pPr>
              <a:defRPr sz="2400" b="0">
                <a:solidFill>
                  <a:srgbClr val="222222"/>
                </a:solidFill>
                <a:latin typeface="Arial"/>
                <a:ea typeface="Arial"/>
                <a:cs typeface="Arial"/>
              </a:defRPr>
            </a:lvl1pPr>
            <a:lvl2pPr>
              <a:defRPr sz="2400" b="0">
                <a:solidFill>
                  <a:srgbClr val="222222"/>
                </a:solidFill>
                <a:latin typeface="Arial"/>
                <a:ea typeface="Arial"/>
                <a:cs typeface="Arial"/>
              </a:defRPr>
            </a:lvl2pPr>
            <a:lvl3pPr>
              <a:defRPr sz="2400" b="0">
                <a:solidFill>
                  <a:srgbClr val="222222"/>
                </a:solidFill>
                <a:latin typeface="Arial"/>
                <a:ea typeface="Arial"/>
                <a:cs typeface="Arial"/>
              </a:defRPr>
            </a:lvl3pPr>
            <a:lvl4pPr>
              <a:defRPr sz="2400" b="0">
                <a:solidFill>
                  <a:srgbClr val="222222"/>
                </a:solidFill>
                <a:latin typeface="Arial"/>
                <a:ea typeface="Arial"/>
                <a:cs typeface="Arial"/>
              </a:defRPr>
            </a:lvl4pPr>
            <a:lvl5pPr>
              <a:defRPr sz="2400" b="0">
                <a:solidFill>
                  <a:srgbClr val="222222"/>
                </a:solidFill>
                <a:latin typeface="Arial"/>
                <a:ea typeface="Arial"/>
                <a:cs typeface="Arial"/>
              </a:defRPr>
            </a:lvl5pPr>
            <a:lvl6pPr>
              <a:defRPr sz="2400" b="0">
                <a:solidFill>
                  <a:srgbClr val="222222"/>
                </a:solidFill>
                <a:latin typeface="Arial"/>
                <a:ea typeface="Arial"/>
                <a:cs typeface="Arial"/>
              </a:defRPr>
            </a:lvl6pPr>
            <a:lvl7pPr>
              <a:defRPr sz="2400" b="0">
                <a:solidFill>
                  <a:srgbClr val="222222"/>
                </a:solidFill>
                <a:latin typeface="Arial"/>
                <a:ea typeface="Arial"/>
                <a:cs typeface="Arial"/>
              </a:defRPr>
            </a:lvl7pPr>
            <a:lvl8pPr>
              <a:defRPr sz="2400" b="0">
                <a:solidFill>
                  <a:srgbClr val="222222"/>
                </a:solidFill>
                <a:latin typeface="Arial"/>
                <a:ea typeface="Arial"/>
                <a:cs typeface="Arial"/>
              </a:defRPr>
            </a:lvl8pPr>
            <a:lvl9pPr>
              <a:defRPr sz="2400" b="0">
                <a:solidFill>
                  <a:srgbClr val="222222"/>
                </a:solidFill>
                <a:latin typeface="Arial"/>
                <a:ea typeface="Arial"/>
                <a:cs typeface="Arial"/>
              </a:defRPr>
            </a:lvl9pPr>
          </a:lstStyle>
          <a:p>
            <a:pPr lvl="0">
              <a:defRPr sz="2400" b="0">
                <a:solidFill>
                  <a:srgbClr val="222222"/>
                </a:solidFill>
                <a:latin typeface="Arial"/>
                <a:ea typeface="Arial"/>
                <a:cs typeface="Arial"/>
              </a:defRPr>
            </a:pPr>
            <a:r>
              <a:rPr lang="en-US" sz="2400" b="0">
                <a:solidFill>
                  <a:srgbClr val="222222"/>
                </a:solidFill>
                <a:latin typeface="Arial"/>
                <a:cs typeface="Arial"/>
              </a:rPr>
              <a:t>Click to edit Master text styles</a:t>
            </a:r>
          </a:p>
          <a:p>
            <a:pPr lvl="1">
              <a:defRPr sz="2400" b="0">
                <a:solidFill>
                  <a:srgbClr val="222222"/>
                </a:solidFill>
                <a:latin typeface="Arial"/>
                <a:ea typeface="Arial"/>
                <a:cs typeface="Arial"/>
              </a:defRPr>
            </a:pPr>
            <a:r>
              <a:rPr lang="en-US" sz="2400" b="0">
                <a:solidFill>
                  <a:srgbClr val="222222"/>
                </a:solidFill>
                <a:latin typeface="Arial"/>
                <a:cs typeface="Arial"/>
              </a:rPr>
              <a:t>Second level</a:t>
            </a:r>
          </a:p>
          <a:p>
            <a:pPr lvl="2">
              <a:defRPr sz="2400" b="0">
                <a:solidFill>
                  <a:srgbClr val="222222"/>
                </a:solidFill>
                <a:latin typeface="Arial"/>
                <a:ea typeface="Arial"/>
                <a:cs typeface="Arial"/>
              </a:defRPr>
            </a:pPr>
            <a:r>
              <a:rPr lang="en-US" sz="2400" b="0">
                <a:solidFill>
                  <a:srgbClr val="222222"/>
                </a:solidFill>
                <a:latin typeface="Arial"/>
                <a:cs typeface="Arial"/>
              </a:rPr>
              <a:t>Third level</a:t>
            </a:r>
          </a:p>
          <a:p>
            <a:pPr lvl="3">
              <a:defRPr sz="2400" b="0">
                <a:solidFill>
                  <a:srgbClr val="222222"/>
                </a:solidFill>
                <a:latin typeface="Arial"/>
                <a:ea typeface="Arial"/>
                <a:cs typeface="Arial"/>
              </a:defRPr>
            </a:pPr>
            <a:r>
              <a:rPr lang="en-US" sz="2400" b="0">
                <a:solidFill>
                  <a:srgbClr val="222222"/>
                </a:solidFill>
                <a:latin typeface="Arial"/>
                <a:cs typeface="Arial"/>
              </a:rPr>
              <a:t>Fourth level</a:t>
            </a:r>
          </a:p>
          <a:p>
            <a:pPr lvl="4">
              <a:defRPr sz="2400" b="0">
                <a:solidFill>
                  <a:srgbClr val="222222"/>
                </a:solidFill>
                <a:latin typeface="Arial"/>
                <a:ea typeface="Arial"/>
                <a:cs typeface="Arial"/>
              </a:defRPr>
            </a:pPr>
            <a:r>
              <a:rPr lang="en-US" sz="2400" b="0">
                <a:solidFill>
                  <a:srgbClr val="222222"/>
                </a:solidFill>
                <a:latin typeface="Arial"/>
                <a:cs typeface="Arial"/>
              </a:rPr>
              <a:t>Fifth level</a:t>
            </a:r>
            <a:endParaRPr sz="2400" b="0">
              <a:solidFill>
                <a:srgbClr val="222222"/>
              </a:solidFill>
              <a:latin typeface="Arial"/>
              <a:ea typeface="Arial"/>
              <a:cs typeface="Arial"/>
            </a:endParaRPr>
          </a:p>
        </p:txBody>
      </p:sp>
      <p:sp>
        <p:nvSpPr>
          <p:cNvPr id="3" name="Activity steps body 2">
            <a:extLst>
              <a:ext uri="{FF2B5EF4-FFF2-40B4-BE49-F238E27FC236}">
                <a16:creationId xmlns:a16="http://schemas.microsoft.com/office/drawing/2014/main" id="{332D626C-8C62-4762-8A19-77DFBBDD378F}"/>
              </a:ext>
            </a:extLst>
          </p:cNvPr>
          <p:cNvSpPr>
            <a:spLocks noGrp="1"/>
          </p:cNvSpPr>
          <p:nvPr>
            <p:ph type="body" idx="2"/>
          </p:nvPr>
        </p:nvSpPr>
        <p:spPr>
          <a:xfrm>
            <a:off x="609600" y="5581650"/>
            <a:ext cx="10972800" cy="447675"/>
          </a:xfrm>
          <a:prstGeom prst="rect">
            <a:avLst/>
          </a:prstGeom>
          <a:noFill/>
          <a:ln w="0">
            <a:noFill/>
          </a:ln>
        </p:spPr>
        <p:txBody>
          <a:bodyPr lIns="0" tIns="0" rIns="0" bIns="0">
            <a:noAutofit/>
          </a:bodyPr>
          <a:lstStyle>
            <a:lvl1pPr>
              <a:defRPr sz="1650" b="0">
                <a:solidFill>
                  <a:srgbClr val="222222"/>
                </a:solidFill>
                <a:latin typeface="Arial"/>
                <a:ea typeface="Arial"/>
                <a:cs typeface="Arial"/>
              </a:defRPr>
            </a:lvl1pPr>
            <a:lvl2pPr>
              <a:defRPr sz="1650" b="0">
                <a:solidFill>
                  <a:srgbClr val="222222"/>
                </a:solidFill>
                <a:latin typeface="Arial"/>
                <a:ea typeface="Arial"/>
                <a:cs typeface="Arial"/>
              </a:defRPr>
            </a:lvl2pPr>
            <a:lvl3pPr>
              <a:defRPr sz="1650" b="0">
                <a:solidFill>
                  <a:srgbClr val="222222"/>
                </a:solidFill>
                <a:latin typeface="Arial"/>
                <a:ea typeface="Arial"/>
                <a:cs typeface="Arial"/>
              </a:defRPr>
            </a:lvl3pPr>
            <a:lvl4pPr>
              <a:defRPr sz="1650" b="0">
                <a:solidFill>
                  <a:srgbClr val="222222"/>
                </a:solidFill>
                <a:latin typeface="Arial"/>
                <a:ea typeface="Arial"/>
                <a:cs typeface="Arial"/>
              </a:defRPr>
            </a:lvl4pPr>
            <a:lvl5pPr>
              <a:defRPr sz="1650" b="0">
                <a:solidFill>
                  <a:srgbClr val="222222"/>
                </a:solidFill>
                <a:latin typeface="Arial"/>
                <a:ea typeface="Arial"/>
                <a:cs typeface="Arial"/>
              </a:defRPr>
            </a:lvl5pPr>
            <a:lvl6pPr>
              <a:defRPr sz="1650" b="0">
                <a:solidFill>
                  <a:srgbClr val="222222"/>
                </a:solidFill>
                <a:latin typeface="Arial"/>
                <a:ea typeface="Arial"/>
                <a:cs typeface="Arial"/>
              </a:defRPr>
            </a:lvl6pPr>
            <a:lvl7pPr>
              <a:defRPr sz="1650" b="0">
                <a:solidFill>
                  <a:srgbClr val="222222"/>
                </a:solidFill>
                <a:latin typeface="Arial"/>
                <a:ea typeface="Arial"/>
                <a:cs typeface="Arial"/>
              </a:defRPr>
            </a:lvl7pPr>
            <a:lvl8pPr>
              <a:defRPr sz="1650" b="0">
                <a:solidFill>
                  <a:srgbClr val="222222"/>
                </a:solidFill>
                <a:latin typeface="Arial"/>
                <a:ea typeface="Arial"/>
                <a:cs typeface="Arial"/>
              </a:defRPr>
            </a:lvl8pPr>
            <a:lvl9pPr>
              <a:defRPr sz="1650" b="0">
                <a:solidFill>
                  <a:srgbClr val="222222"/>
                </a:solidFill>
                <a:latin typeface="Arial"/>
                <a:ea typeface="Arial"/>
                <a:cs typeface="Arial"/>
              </a:defRPr>
            </a:lvl9pPr>
          </a:lstStyle>
          <a:p>
            <a:pPr lvl="0">
              <a:defRPr sz="1650" b="0">
                <a:solidFill>
                  <a:srgbClr val="222222"/>
                </a:solidFill>
                <a:latin typeface="Arial"/>
                <a:ea typeface="Arial"/>
                <a:cs typeface="Arial"/>
              </a:defRPr>
            </a:pPr>
            <a:r>
              <a:rPr lang="en-US" sz="1650" b="0">
                <a:solidFill>
                  <a:srgbClr val="222222"/>
                </a:solidFill>
                <a:latin typeface="Arial"/>
                <a:cs typeface="Arial"/>
              </a:rPr>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ta or visual">
    <p:spTree>
      <p:nvGrpSpPr>
        <p:cNvPr id="1" name=""/>
        <p:cNvGrpSpPr/>
        <p:nvPr/>
      </p:nvGrpSpPr>
      <p:grpSpPr>
        <a:xfrm>
          <a:off x="0" y="0"/>
          <a:ext cx="0" cy="0"/>
          <a:chOff x="0" y="0"/>
          <a:chExt cx="0" cy="0"/>
        </a:xfrm>
      </p:grpSpPr>
      <p:sp>
        <p:nvSpPr>
          <p:cNvPr id="4" name="Data or visual title 0">
            <a:extLst>
              <a:ext uri="{FF2B5EF4-FFF2-40B4-BE49-F238E27FC236}">
                <a16:creationId xmlns:a16="http://schemas.microsoft.com/office/drawing/2014/main" id="{33E7DC27-A5F9-47F9-A216-713460D598EB}"/>
              </a:ext>
            </a:extLst>
          </p:cNvPr>
          <p:cNvSpPr>
            <a:spLocks noGrp="1"/>
          </p:cNvSpPr>
          <p:nvPr>
            <p:ph type="title"/>
          </p:nvPr>
        </p:nvSpPr>
        <p:spPr>
          <a:xfrm>
            <a:off x="609600" y="971550"/>
            <a:ext cx="10972800" cy="876300"/>
          </a:xfrm>
          <a:prstGeom prst="rect">
            <a:avLst/>
          </a:prstGeom>
          <a:noFill/>
          <a:ln w="0">
            <a:noFill/>
          </a:ln>
        </p:spPr>
        <p:txBody>
          <a:bodyPr lIns="0" tIns="0" rIns="0" bIns="0">
            <a:noAutofit/>
          </a:bodyPr>
          <a:lstStyle>
            <a:lvl1pPr>
              <a:defRPr sz="3300" b="1">
                <a:solidFill>
                  <a:srgbClr val="002855"/>
                </a:solidFill>
                <a:latin typeface="Arial"/>
                <a:ea typeface="Arial"/>
                <a:cs typeface="Arial"/>
              </a:defRPr>
            </a:lvl1pPr>
            <a:lvl2pPr>
              <a:defRPr sz="3300" b="1">
                <a:solidFill>
                  <a:srgbClr val="002855"/>
                </a:solidFill>
                <a:latin typeface="Arial"/>
                <a:ea typeface="Arial"/>
                <a:cs typeface="Arial"/>
              </a:defRPr>
            </a:lvl2pPr>
            <a:lvl3pPr>
              <a:defRPr sz="3300" b="1">
                <a:solidFill>
                  <a:srgbClr val="002855"/>
                </a:solidFill>
                <a:latin typeface="Arial"/>
                <a:ea typeface="Arial"/>
                <a:cs typeface="Arial"/>
              </a:defRPr>
            </a:lvl3pPr>
            <a:lvl4pPr>
              <a:defRPr sz="3300" b="1">
                <a:solidFill>
                  <a:srgbClr val="002855"/>
                </a:solidFill>
                <a:latin typeface="Arial"/>
                <a:ea typeface="Arial"/>
                <a:cs typeface="Arial"/>
              </a:defRPr>
            </a:lvl4pPr>
            <a:lvl5pPr>
              <a:defRPr sz="3300" b="1">
                <a:solidFill>
                  <a:srgbClr val="002855"/>
                </a:solidFill>
                <a:latin typeface="Arial"/>
                <a:ea typeface="Arial"/>
                <a:cs typeface="Arial"/>
              </a:defRPr>
            </a:lvl5pPr>
            <a:lvl6pPr>
              <a:defRPr sz="3300" b="1">
                <a:solidFill>
                  <a:srgbClr val="002855"/>
                </a:solidFill>
                <a:latin typeface="Arial"/>
                <a:ea typeface="Arial"/>
                <a:cs typeface="Arial"/>
              </a:defRPr>
            </a:lvl6pPr>
            <a:lvl7pPr>
              <a:defRPr sz="3300" b="1">
                <a:solidFill>
                  <a:srgbClr val="002855"/>
                </a:solidFill>
                <a:latin typeface="Arial"/>
                <a:ea typeface="Arial"/>
                <a:cs typeface="Arial"/>
              </a:defRPr>
            </a:lvl7pPr>
            <a:lvl8pPr>
              <a:defRPr sz="3300" b="1">
                <a:solidFill>
                  <a:srgbClr val="002855"/>
                </a:solidFill>
                <a:latin typeface="Arial"/>
                <a:ea typeface="Arial"/>
                <a:cs typeface="Arial"/>
              </a:defRPr>
            </a:lvl8pPr>
            <a:lvl9pPr>
              <a:defRPr sz="3300" b="1">
                <a:solidFill>
                  <a:srgbClr val="002855"/>
                </a:solidFill>
                <a:latin typeface="Arial"/>
                <a:ea typeface="Arial"/>
                <a:cs typeface="Arial"/>
              </a:defRPr>
            </a:lvl9pPr>
          </a:lstStyle>
          <a:p>
            <a:pPr>
              <a:defRPr sz="3300" b="1">
                <a:solidFill>
                  <a:srgbClr val="002855"/>
                </a:solidFill>
                <a:latin typeface="Arial"/>
                <a:ea typeface="Arial"/>
                <a:cs typeface="Arial"/>
              </a:defRPr>
            </a:pPr>
            <a:r>
              <a:rPr lang="en-US" sz="3300" b="1">
                <a:solidFill>
                  <a:srgbClr val="002855"/>
                </a:solidFill>
                <a:latin typeface="Arial"/>
                <a:cs typeface="Arial"/>
              </a:rPr>
              <a:t>Click to edit Master title style</a:t>
            </a:r>
            <a:endParaRPr sz="3300" b="1">
              <a:solidFill>
                <a:srgbClr val="002855"/>
              </a:solidFill>
              <a:latin typeface="Arial"/>
              <a:ea typeface="Arial"/>
              <a:cs typeface="Arial"/>
            </a:endParaRPr>
          </a:p>
        </p:txBody>
      </p:sp>
      <p:sp>
        <p:nvSpPr>
          <p:cNvPr id="2" name="Data or visual content 1">
            <a:extLst>
              <a:ext uri="{FF2B5EF4-FFF2-40B4-BE49-F238E27FC236}">
                <a16:creationId xmlns:a16="http://schemas.microsoft.com/office/drawing/2014/main" id="{3A617E8B-975F-4DBD-9A97-0A174C276730}"/>
              </a:ext>
            </a:extLst>
          </p:cNvPr>
          <p:cNvSpPr>
            <a:spLocks noGrp="1"/>
          </p:cNvSpPr>
          <p:nvPr>
            <p:ph idx="1"/>
          </p:nvPr>
        </p:nvSpPr>
        <p:spPr>
          <a:xfrm>
            <a:off x="609600" y="2095500"/>
            <a:ext cx="10972800" cy="3219450"/>
          </a:xfrm>
          <a:prstGeom prst="rect">
            <a:avLst/>
          </a:prstGeom>
          <a:noFill/>
          <a:ln w="0">
            <a:noFill/>
          </a:ln>
        </p:spPr>
        <p:txBody>
          <a:bodyPr lIns="0" tIns="0" rIns="0" bIns="0">
            <a:noAutofit/>
          </a:bodyPr>
          <a:lstStyle>
            <a:lvl1pPr>
              <a:defRPr sz="2250" b="0">
                <a:solidFill>
                  <a:srgbClr val="222222"/>
                </a:solidFill>
                <a:latin typeface="Arial"/>
                <a:ea typeface="Arial"/>
                <a:cs typeface="Arial"/>
              </a:defRPr>
            </a:lvl1pPr>
            <a:lvl2pPr>
              <a:defRPr sz="2250" b="0">
                <a:solidFill>
                  <a:srgbClr val="222222"/>
                </a:solidFill>
                <a:latin typeface="Arial"/>
                <a:ea typeface="Arial"/>
                <a:cs typeface="Arial"/>
              </a:defRPr>
            </a:lvl2pPr>
            <a:lvl3pPr>
              <a:defRPr sz="2250" b="0">
                <a:solidFill>
                  <a:srgbClr val="222222"/>
                </a:solidFill>
                <a:latin typeface="Arial"/>
                <a:ea typeface="Arial"/>
                <a:cs typeface="Arial"/>
              </a:defRPr>
            </a:lvl3pPr>
            <a:lvl4pPr>
              <a:defRPr sz="2250" b="0">
                <a:solidFill>
                  <a:srgbClr val="222222"/>
                </a:solidFill>
                <a:latin typeface="Arial"/>
                <a:ea typeface="Arial"/>
                <a:cs typeface="Arial"/>
              </a:defRPr>
            </a:lvl4pPr>
            <a:lvl5pPr>
              <a:defRPr sz="2250" b="0">
                <a:solidFill>
                  <a:srgbClr val="222222"/>
                </a:solidFill>
                <a:latin typeface="Arial"/>
                <a:ea typeface="Arial"/>
                <a:cs typeface="Arial"/>
              </a:defRPr>
            </a:lvl5pPr>
            <a:lvl6pPr>
              <a:defRPr sz="2250" b="0">
                <a:solidFill>
                  <a:srgbClr val="222222"/>
                </a:solidFill>
                <a:latin typeface="Arial"/>
                <a:ea typeface="Arial"/>
                <a:cs typeface="Arial"/>
              </a:defRPr>
            </a:lvl6pPr>
            <a:lvl7pPr>
              <a:defRPr sz="2250" b="0">
                <a:solidFill>
                  <a:srgbClr val="222222"/>
                </a:solidFill>
                <a:latin typeface="Arial"/>
                <a:ea typeface="Arial"/>
                <a:cs typeface="Arial"/>
              </a:defRPr>
            </a:lvl7pPr>
            <a:lvl8pPr>
              <a:defRPr sz="2250" b="0">
                <a:solidFill>
                  <a:srgbClr val="222222"/>
                </a:solidFill>
                <a:latin typeface="Arial"/>
                <a:ea typeface="Arial"/>
                <a:cs typeface="Arial"/>
              </a:defRPr>
            </a:lvl8pPr>
            <a:lvl9pPr>
              <a:defRPr sz="2250" b="0">
                <a:solidFill>
                  <a:srgbClr val="222222"/>
                </a:solidFill>
                <a:latin typeface="Arial"/>
                <a:ea typeface="Arial"/>
                <a:cs typeface="Arial"/>
              </a:defRPr>
            </a:lvl9pPr>
          </a:lstStyle>
          <a:p>
            <a:pPr lvl="0">
              <a:defRPr sz="2250" b="0">
                <a:solidFill>
                  <a:srgbClr val="222222"/>
                </a:solidFill>
                <a:latin typeface="Arial"/>
                <a:ea typeface="Arial"/>
                <a:cs typeface="Arial"/>
              </a:defRPr>
            </a:pPr>
            <a:r>
              <a:rPr lang="en-US" sz="2250" b="0">
                <a:solidFill>
                  <a:srgbClr val="222222"/>
                </a:solidFill>
                <a:latin typeface="Arial"/>
                <a:cs typeface="Arial"/>
              </a:rPr>
              <a:t>Click to edit Master text styles</a:t>
            </a:r>
          </a:p>
        </p:txBody>
      </p:sp>
      <p:sp>
        <p:nvSpPr>
          <p:cNvPr id="3" name="Data or visual body 2">
            <a:extLst>
              <a:ext uri="{FF2B5EF4-FFF2-40B4-BE49-F238E27FC236}">
                <a16:creationId xmlns:a16="http://schemas.microsoft.com/office/drawing/2014/main" id="{DFE3AC5B-7812-46A8-BB38-963FC170FFF5}"/>
              </a:ext>
            </a:extLst>
          </p:cNvPr>
          <p:cNvSpPr>
            <a:spLocks noGrp="1"/>
          </p:cNvSpPr>
          <p:nvPr>
            <p:ph type="body" idx="2"/>
          </p:nvPr>
        </p:nvSpPr>
        <p:spPr>
          <a:xfrm>
            <a:off x="609600" y="5457825"/>
            <a:ext cx="10972800" cy="571500"/>
          </a:xfrm>
          <a:prstGeom prst="rect">
            <a:avLst/>
          </a:prstGeom>
          <a:noFill/>
          <a:ln w="0">
            <a:noFill/>
          </a:ln>
        </p:spPr>
        <p:txBody>
          <a:bodyPr lIns="0" tIns="0" rIns="0" bIns="0">
            <a:noAutofit/>
          </a:bodyPr>
          <a:lstStyle>
            <a:lvl1pPr>
              <a:defRPr sz="1650" b="0">
                <a:solidFill>
                  <a:srgbClr val="222222"/>
                </a:solidFill>
                <a:latin typeface="Arial"/>
                <a:ea typeface="Arial"/>
                <a:cs typeface="Arial"/>
              </a:defRPr>
            </a:lvl1pPr>
            <a:lvl2pPr>
              <a:defRPr sz="1650" b="0">
                <a:solidFill>
                  <a:srgbClr val="222222"/>
                </a:solidFill>
                <a:latin typeface="Arial"/>
                <a:ea typeface="Arial"/>
                <a:cs typeface="Arial"/>
              </a:defRPr>
            </a:lvl2pPr>
            <a:lvl3pPr>
              <a:defRPr sz="1650" b="0">
                <a:solidFill>
                  <a:srgbClr val="222222"/>
                </a:solidFill>
                <a:latin typeface="Arial"/>
                <a:ea typeface="Arial"/>
                <a:cs typeface="Arial"/>
              </a:defRPr>
            </a:lvl3pPr>
            <a:lvl4pPr>
              <a:defRPr sz="1650" b="0">
                <a:solidFill>
                  <a:srgbClr val="222222"/>
                </a:solidFill>
                <a:latin typeface="Arial"/>
                <a:ea typeface="Arial"/>
                <a:cs typeface="Arial"/>
              </a:defRPr>
            </a:lvl4pPr>
            <a:lvl5pPr>
              <a:defRPr sz="1650" b="0">
                <a:solidFill>
                  <a:srgbClr val="222222"/>
                </a:solidFill>
                <a:latin typeface="Arial"/>
                <a:ea typeface="Arial"/>
                <a:cs typeface="Arial"/>
              </a:defRPr>
            </a:lvl5pPr>
            <a:lvl6pPr>
              <a:defRPr sz="1650" b="0">
                <a:solidFill>
                  <a:srgbClr val="222222"/>
                </a:solidFill>
                <a:latin typeface="Arial"/>
                <a:ea typeface="Arial"/>
                <a:cs typeface="Arial"/>
              </a:defRPr>
            </a:lvl6pPr>
            <a:lvl7pPr>
              <a:defRPr sz="1650" b="0">
                <a:solidFill>
                  <a:srgbClr val="222222"/>
                </a:solidFill>
                <a:latin typeface="Arial"/>
                <a:ea typeface="Arial"/>
                <a:cs typeface="Arial"/>
              </a:defRPr>
            </a:lvl7pPr>
            <a:lvl8pPr>
              <a:defRPr sz="1650" b="0">
                <a:solidFill>
                  <a:srgbClr val="222222"/>
                </a:solidFill>
                <a:latin typeface="Arial"/>
                <a:ea typeface="Arial"/>
                <a:cs typeface="Arial"/>
              </a:defRPr>
            </a:lvl8pPr>
            <a:lvl9pPr>
              <a:defRPr sz="1650" b="0">
                <a:solidFill>
                  <a:srgbClr val="222222"/>
                </a:solidFill>
                <a:latin typeface="Arial"/>
                <a:ea typeface="Arial"/>
                <a:cs typeface="Arial"/>
              </a:defRPr>
            </a:lvl9pPr>
          </a:lstStyle>
          <a:p>
            <a:pPr lvl="0">
              <a:defRPr sz="1650" b="0">
                <a:solidFill>
                  <a:srgbClr val="222222"/>
                </a:solidFill>
                <a:latin typeface="Arial"/>
                <a:ea typeface="Arial"/>
                <a:cs typeface="Arial"/>
              </a:defRPr>
            </a:pPr>
            <a:r>
              <a:rPr lang="en-US" sz="1650" b="0">
                <a:solidFill>
                  <a:srgbClr val="222222"/>
                </a:solidFill>
                <a:latin typeface="Arial"/>
                <a:cs typeface="Arial"/>
              </a:rPr>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scussion and reflection">
    <p:spTree>
      <p:nvGrpSpPr>
        <p:cNvPr id="1" name=""/>
        <p:cNvGrpSpPr/>
        <p:nvPr/>
      </p:nvGrpSpPr>
      <p:grpSpPr>
        <a:xfrm>
          <a:off x="0" y="0"/>
          <a:ext cx="0" cy="0"/>
          <a:chOff x="0" y="0"/>
          <a:chExt cx="0" cy="0"/>
        </a:xfrm>
      </p:grpSpPr>
      <p:sp>
        <p:nvSpPr>
          <p:cNvPr id="3" name="Discussion and reflection title 0">
            <a:extLst>
              <a:ext uri="{FF2B5EF4-FFF2-40B4-BE49-F238E27FC236}">
                <a16:creationId xmlns:a16="http://schemas.microsoft.com/office/drawing/2014/main" id="{1A0C5B13-4DC7-4BB2-8032-5A841983256D}"/>
              </a:ext>
            </a:extLst>
          </p:cNvPr>
          <p:cNvSpPr>
            <a:spLocks noGrp="1"/>
          </p:cNvSpPr>
          <p:nvPr>
            <p:ph type="title"/>
          </p:nvPr>
        </p:nvSpPr>
        <p:spPr>
          <a:xfrm>
            <a:off x="609600" y="971550"/>
            <a:ext cx="10972800" cy="876300"/>
          </a:xfrm>
          <a:prstGeom prst="rect">
            <a:avLst/>
          </a:prstGeom>
          <a:noFill/>
          <a:ln w="0">
            <a:noFill/>
          </a:ln>
        </p:spPr>
        <p:txBody>
          <a:bodyPr lIns="0" tIns="0" rIns="0" bIns="0">
            <a:noAutofit/>
          </a:bodyPr>
          <a:lstStyle>
            <a:lvl1pPr>
              <a:defRPr sz="3300" b="1">
                <a:solidFill>
                  <a:srgbClr val="002855"/>
                </a:solidFill>
                <a:latin typeface="Arial"/>
                <a:ea typeface="Arial"/>
                <a:cs typeface="Arial"/>
              </a:defRPr>
            </a:lvl1pPr>
            <a:lvl2pPr>
              <a:defRPr sz="3300" b="1">
                <a:solidFill>
                  <a:srgbClr val="002855"/>
                </a:solidFill>
                <a:latin typeface="Arial"/>
                <a:ea typeface="Arial"/>
                <a:cs typeface="Arial"/>
              </a:defRPr>
            </a:lvl2pPr>
            <a:lvl3pPr>
              <a:defRPr sz="3300" b="1">
                <a:solidFill>
                  <a:srgbClr val="002855"/>
                </a:solidFill>
                <a:latin typeface="Arial"/>
                <a:ea typeface="Arial"/>
                <a:cs typeface="Arial"/>
              </a:defRPr>
            </a:lvl3pPr>
            <a:lvl4pPr>
              <a:defRPr sz="3300" b="1">
                <a:solidFill>
                  <a:srgbClr val="002855"/>
                </a:solidFill>
                <a:latin typeface="Arial"/>
                <a:ea typeface="Arial"/>
                <a:cs typeface="Arial"/>
              </a:defRPr>
            </a:lvl4pPr>
            <a:lvl5pPr>
              <a:defRPr sz="3300" b="1">
                <a:solidFill>
                  <a:srgbClr val="002855"/>
                </a:solidFill>
                <a:latin typeface="Arial"/>
                <a:ea typeface="Arial"/>
                <a:cs typeface="Arial"/>
              </a:defRPr>
            </a:lvl5pPr>
            <a:lvl6pPr>
              <a:defRPr sz="3300" b="1">
                <a:solidFill>
                  <a:srgbClr val="002855"/>
                </a:solidFill>
                <a:latin typeface="Arial"/>
                <a:ea typeface="Arial"/>
                <a:cs typeface="Arial"/>
              </a:defRPr>
            </a:lvl6pPr>
            <a:lvl7pPr>
              <a:defRPr sz="3300" b="1">
                <a:solidFill>
                  <a:srgbClr val="002855"/>
                </a:solidFill>
                <a:latin typeface="Arial"/>
                <a:ea typeface="Arial"/>
                <a:cs typeface="Arial"/>
              </a:defRPr>
            </a:lvl7pPr>
            <a:lvl8pPr>
              <a:defRPr sz="3300" b="1">
                <a:solidFill>
                  <a:srgbClr val="002855"/>
                </a:solidFill>
                <a:latin typeface="Arial"/>
                <a:ea typeface="Arial"/>
                <a:cs typeface="Arial"/>
              </a:defRPr>
            </a:lvl8pPr>
            <a:lvl9pPr>
              <a:defRPr sz="3300" b="1">
                <a:solidFill>
                  <a:srgbClr val="002855"/>
                </a:solidFill>
                <a:latin typeface="Arial"/>
                <a:ea typeface="Arial"/>
                <a:cs typeface="Arial"/>
              </a:defRPr>
            </a:lvl9pPr>
          </a:lstStyle>
          <a:p>
            <a:pPr>
              <a:defRPr sz="3300" b="1">
                <a:solidFill>
                  <a:srgbClr val="002855"/>
                </a:solidFill>
                <a:latin typeface="Arial"/>
                <a:ea typeface="Arial"/>
                <a:cs typeface="Arial"/>
              </a:defRPr>
            </a:pPr>
            <a:r>
              <a:rPr lang="en-US" sz="3300" b="1">
                <a:solidFill>
                  <a:srgbClr val="002855"/>
                </a:solidFill>
                <a:latin typeface="Arial"/>
                <a:cs typeface="Arial"/>
              </a:rPr>
              <a:t>Click to edit Master title style</a:t>
            </a:r>
            <a:endParaRPr sz="3300" b="1">
              <a:solidFill>
                <a:srgbClr val="002855"/>
              </a:solidFill>
              <a:latin typeface="Arial"/>
              <a:ea typeface="Arial"/>
              <a:cs typeface="Arial"/>
            </a:endParaRPr>
          </a:p>
        </p:txBody>
      </p:sp>
      <p:sp>
        <p:nvSpPr>
          <p:cNvPr id="2" name="Discussion and reflection body 1">
            <a:extLst>
              <a:ext uri="{FF2B5EF4-FFF2-40B4-BE49-F238E27FC236}">
                <a16:creationId xmlns:a16="http://schemas.microsoft.com/office/drawing/2014/main" id="{73737ED5-7D24-4242-A1DB-9FC8EF99D382}"/>
              </a:ext>
            </a:extLst>
          </p:cNvPr>
          <p:cNvSpPr>
            <a:spLocks noGrp="1"/>
          </p:cNvSpPr>
          <p:nvPr>
            <p:ph type="body" idx="1"/>
          </p:nvPr>
        </p:nvSpPr>
        <p:spPr>
          <a:xfrm>
            <a:off x="609600" y="2124075"/>
            <a:ext cx="10972800" cy="3467100"/>
          </a:xfrm>
          <a:prstGeom prst="rect">
            <a:avLst/>
          </a:prstGeom>
          <a:noFill/>
          <a:ln w="0">
            <a:noFill/>
          </a:ln>
        </p:spPr>
        <p:txBody>
          <a:bodyPr lIns="0" tIns="0" rIns="0" bIns="0">
            <a:noAutofit/>
          </a:bodyPr>
          <a:lstStyle>
            <a:lvl1pPr>
              <a:defRPr sz="2400" b="0">
                <a:solidFill>
                  <a:srgbClr val="222222"/>
                </a:solidFill>
                <a:latin typeface="Arial"/>
                <a:ea typeface="Arial"/>
                <a:cs typeface="Arial"/>
              </a:defRPr>
            </a:lvl1pPr>
            <a:lvl2pPr>
              <a:defRPr sz="2400" b="0">
                <a:solidFill>
                  <a:srgbClr val="222222"/>
                </a:solidFill>
                <a:latin typeface="Arial"/>
                <a:ea typeface="Arial"/>
                <a:cs typeface="Arial"/>
              </a:defRPr>
            </a:lvl2pPr>
            <a:lvl3pPr>
              <a:defRPr sz="2400" b="0">
                <a:solidFill>
                  <a:srgbClr val="222222"/>
                </a:solidFill>
                <a:latin typeface="Arial"/>
                <a:ea typeface="Arial"/>
                <a:cs typeface="Arial"/>
              </a:defRPr>
            </a:lvl3pPr>
            <a:lvl4pPr>
              <a:defRPr sz="2400" b="0">
                <a:solidFill>
                  <a:srgbClr val="222222"/>
                </a:solidFill>
                <a:latin typeface="Arial"/>
                <a:ea typeface="Arial"/>
                <a:cs typeface="Arial"/>
              </a:defRPr>
            </a:lvl4pPr>
            <a:lvl5pPr>
              <a:defRPr sz="2400" b="0">
                <a:solidFill>
                  <a:srgbClr val="222222"/>
                </a:solidFill>
                <a:latin typeface="Arial"/>
                <a:ea typeface="Arial"/>
                <a:cs typeface="Arial"/>
              </a:defRPr>
            </a:lvl5pPr>
            <a:lvl6pPr>
              <a:defRPr sz="2400" b="0">
                <a:solidFill>
                  <a:srgbClr val="222222"/>
                </a:solidFill>
                <a:latin typeface="Arial"/>
                <a:ea typeface="Arial"/>
                <a:cs typeface="Arial"/>
              </a:defRPr>
            </a:lvl6pPr>
            <a:lvl7pPr>
              <a:defRPr sz="2400" b="0">
                <a:solidFill>
                  <a:srgbClr val="222222"/>
                </a:solidFill>
                <a:latin typeface="Arial"/>
                <a:ea typeface="Arial"/>
                <a:cs typeface="Arial"/>
              </a:defRPr>
            </a:lvl7pPr>
            <a:lvl8pPr>
              <a:defRPr sz="2400" b="0">
                <a:solidFill>
                  <a:srgbClr val="222222"/>
                </a:solidFill>
                <a:latin typeface="Arial"/>
                <a:ea typeface="Arial"/>
                <a:cs typeface="Arial"/>
              </a:defRPr>
            </a:lvl8pPr>
            <a:lvl9pPr>
              <a:defRPr sz="2400" b="0">
                <a:solidFill>
                  <a:srgbClr val="222222"/>
                </a:solidFill>
                <a:latin typeface="Arial"/>
                <a:ea typeface="Arial"/>
                <a:cs typeface="Arial"/>
              </a:defRPr>
            </a:lvl9pPr>
          </a:lstStyle>
          <a:p>
            <a:pPr lvl="0">
              <a:defRPr sz="2400" b="0">
                <a:solidFill>
                  <a:srgbClr val="222222"/>
                </a:solidFill>
                <a:latin typeface="Arial"/>
                <a:ea typeface="Arial"/>
                <a:cs typeface="Arial"/>
              </a:defRPr>
            </a:pPr>
            <a:r>
              <a:rPr lang="en-US" sz="2400" b="0">
                <a:solidFill>
                  <a:srgbClr val="222222"/>
                </a:solidFill>
                <a:latin typeface="Arial"/>
                <a:cs typeface="Arial"/>
              </a:rPr>
              <a:t>Click to edit Master text styles</a:t>
            </a:r>
          </a:p>
          <a:p>
            <a:pPr lvl="1">
              <a:defRPr sz="2400" b="0">
                <a:solidFill>
                  <a:srgbClr val="222222"/>
                </a:solidFill>
                <a:latin typeface="Arial"/>
                <a:ea typeface="Arial"/>
                <a:cs typeface="Arial"/>
              </a:defRPr>
            </a:pPr>
            <a:r>
              <a:rPr lang="en-US" sz="2400" b="0">
                <a:solidFill>
                  <a:srgbClr val="222222"/>
                </a:solidFill>
                <a:latin typeface="Arial"/>
                <a:cs typeface="Arial"/>
              </a:rPr>
              <a:t>Second level</a:t>
            </a:r>
          </a:p>
          <a:p>
            <a:pPr lvl="2">
              <a:defRPr sz="2400" b="0">
                <a:solidFill>
                  <a:srgbClr val="222222"/>
                </a:solidFill>
                <a:latin typeface="Arial"/>
                <a:ea typeface="Arial"/>
                <a:cs typeface="Arial"/>
              </a:defRPr>
            </a:pPr>
            <a:r>
              <a:rPr lang="en-US" sz="2400" b="0">
                <a:solidFill>
                  <a:srgbClr val="222222"/>
                </a:solidFill>
                <a:latin typeface="Arial"/>
                <a:cs typeface="Arial"/>
              </a:rPr>
              <a:t>Third level</a:t>
            </a:r>
          </a:p>
          <a:p>
            <a:pPr lvl="3">
              <a:defRPr sz="2400" b="0">
                <a:solidFill>
                  <a:srgbClr val="222222"/>
                </a:solidFill>
                <a:latin typeface="Arial"/>
                <a:ea typeface="Arial"/>
                <a:cs typeface="Arial"/>
              </a:defRPr>
            </a:pPr>
            <a:r>
              <a:rPr lang="en-US" sz="2400" b="0">
                <a:solidFill>
                  <a:srgbClr val="222222"/>
                </a:solidFill>
                <a:latin typeface="Arial"/>
                <a:cs typeface="Arial"/>
              </a:rPr>
              <a:t>Fourth level</a:t>
            </a:r>
          </a:p>
          <a:p>
            <a:pPr lvl="4">
              <a:defRPr sz="2400" b="0">
                <a:solidFill>
                  <a:srgbClr val="222222"/>
                </a:solidFill>
                <a:latin typeface="Arial"/>
                <a:ea typeface="Arial"/>
                <a:cs typeface="Arial"/>
              </a:defRPr>
            </a:pPr>
            <a:r>
              <a:rPr lang="en-US" sz="2400" b="0">
                <a:solidFill>
                  <a:srgbClr val="222222"/>
                </a:solidFill>
                <a:latin typeface="Arial"/>
                <a:cs typeface="Arial"/>
              </a:rPr>
              <a:t>Fifth level</a:t>
            </a:r>
            <a:endParaRPr sz="2400" b="0">
              <a:solidFill>
                <a:srgbClr val="222222"/>
              </a:solidFill>
              <a:latin typeface="Arial"/>
              <a:ea typeface="Arial"/>
              <a:cs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WVU DSPIRA">
    <p:bg>
      <p:bgPr>
        <a:solidFill>
          <a:srgbClr val="FFFFFF"/>
        </a:solidFill>
        <a:effectLst/>
      </p:bgPr>
    </p:bg>
    <p:spTree>
      <p:nvGrpSpPr>
        <p:cNvPr id="1" name=""/>
        <p:cNvGrpSpPr/>
        <p:nvPr/>
      </p:nvGrpSpPr>
      <p:grpSpPr>
        <a:xfrm>
          <a:off x="0" y="0"/>
          <a:ext cx="0" cy="0"/>
          <a:chOff x="0" y="0"/>
          <a:chExt cx="0" cy="0"/>
        </a:xfrm>
      </p:grpSpPr>
      <p:sp>
        <p:nvSpPr>
          <p:cNvPr id="7" name="WVU navy banner">
            <a:extLst>
              <a:ext uri="{FF2B5EF4-FFF2-40B4-BE49-F238E27FC236}">
                <a16:creationId xmlns:a16="http://schemas.microsoft.com/office/drawing/2014/main" id="{6D4F5CCA-FF43-4F29-8399-ACE93C08BCE7}"/>
              </a:ext>
            </a:extLst>
          </p:cNvPr>
          <p:cNvSpPr>
            <a:spLocks noGrp="1"/>
          </p:cNvSpPr>
          <p:nvPr/>
        </p:nvSpPr>
        <p:spPr>
          <a:xfrm>
            <a:off x="0" y="0"/>
            <a:ext cx="12192000" cy="552450"/>
          </a:xfrm>
          <a:prstGeom prst="rect">
            <a:avLst/>
          </a:prstGeom>
          <a:solidFill>
            <a:srgbClr val="002855"/>
          </a:solidFill>
          <a:ln w="0">
            <a:noFill/>
          </a:ln>
        </p:spPr>
      </p:sp>
      <p:sp>
        <p:nvSpPr>
          <p:cNvPr id="2" name="WVU gold rule">
            <a:extLst>
              <a:ext uri="{FF2B5EF4-FFF2-40B4-BE49-F238E27FC236}">
                <a16:creationId xmlns:a16="http://schemas.microsoft.com/office/drawing/2014/main" id="{B7F9BFBD-7E36-451D-96E5-BC2ED296FC2E}"/>
              </a:ext>
            </a:extLst>
          </p:cNvPr>
          <p:cNvSpPr>
            <a:spLocks noGrp="1"/>
          </p:cNvSpPr>
          <p:nvPr/>
        </p:nvSpPr>
        <p:spPr>
          <a:xfrm>
            <a:off x="0" y="552450"/>
            <a:ext cx="12192000" cy="38100"/>
          </a:xfrm>
          <a:prstGeom prst="rect">
            <a:avLst/>
          </a:prstGeom>
          <a:solidFill>
            <a:srgbClr val="EEAA00"/>
          </a:solidFill>
          <a:ln w="0">
            <a:noFill/>
          </a:ln>
        </p:spPr>
      </p:sp>
      <p:sp>
        <p:nvSpPr>
          <p:cNvPr id="3" name="WVU DSPIRA brand">
            <a:extLst>
              <a:ext uri="{FF2B5EF4-FFF2-40B4-BE49-F238E27FC236}">
                <a16:creationId xmlns:a16="http://schemas.microsoft.com/office/drawing/2014/main" id="{81DC7FEE-6B94-4036-9AF5-8A342A05842A}"/>
              </a:ext>
            </a:extLst>
          </p:cNvPr>
          <p:cNvSpPr>
            <a:spLocks noGrp="1"/>
          </p:cNvSpPr>
          <p:nvPr/>
        </p:nvSpPr>
        <p:spPr>
          <a:xfrm>
            <a:off x="457200" y="76200"/>
            <a:ext cx="3810000" cy="400050"/>
          </a:xfrm>
          <a:prstGeom prst="rect">
            <a:avLst/>
          </a:prstGeom>
          <a:noFill/>
          <a:ln w="0">
            <a:noFill/>
          </a:ln>
        </p:spPr>
        <p:txBody>
          <a:bodyPr lIns="0" tIns="0" rIns="0" bIns="0">
            <a:noAutofit/>
          </a:bodyPr>
          <a:lstStyle/>
          <a:p>
            <a:pPr algn="l">
              <a:defRPr sz="2100" b="1">
                <a:solidFill>
                  <a:srgbClr val="FFFFFF"/>
                </a:solidFill>
                <a:latin typeface="Arial"/>
                <a:ea typeface="Arial"/>
                <a:cs typeface="Arial"/>
              </a:defRPr>
            </a:pPr>
            <a:r>
              <a:rPr sz="2100" b="1">
                <a:solidFill>
                  <a:srgbClr val="FFFFFF"/>
                </a:solidFill>
                <a:latin typeface="Arial"/>
                <a:ea typeface="Arial"/>
                <a:cs typeface="Arial"/>
              </a:rPr>
              <a:t>WVU DSPIRA</a:t>
            </a:r>
          </a:p>
        </p:txBody>
      </p:sp>
      <p:sp>
        <p:nvSpPr>
          <p:cNvPr id="4" name="University name">
            <a:extLst>
              <a:ext uri="{FF2B5EF4-FFF2-40B4-BE49-F238E27FC236}">
                <a16:creationId xmlns:a16="http://schemas.microsoft.com/office/drawing/2014/main" id="{86DE04A2-939A-456D-B0E1-0BD64EC5EF56}"/>
              </a:ext>
            </a:extLst>
          </p:cNvPr>
          <p:cNvSpPr>
            <a:spLocks noGrp="1"/>
          </p:cNvSpPr>
          <p:nvPr/>
        </p:nvSpPr>
        <p:spPr>
          <a:xfrm>
            <a:off x="7715250" y="161925"/>
            <a:ext cx="4019550" cy="304800"/>
          </a:xfrm>
          <a:prstGeom prst="rect">
            <a:avLst/>
          </a:prstGeom>
          <a:noFill/>
          <a:ln w="0">
            <a:noFill/>
          </a:ln>
        </p:spPr>
        <p:txBody>
          <a:bodyPr lIns="0" tIns="0" rIns="0" bIns="0">
            <a:noAutofit/>
          </a:bodyPr>
          <a:lstStyle/>
          <a:p>
            <a:pPr algn="r">
              <a:defRPr sz="1350" b="0">
                <a:solidFill>
                  <a:srgbClr val="FFFFFF"/>
                </a:solidFill>
                <a:latin typeface="Arial"/>
                <a:ea typeface="Arial"/>
                <a:cs typeface="Arial"/>
              </a:defRPr>
            </a:pPr>
            <a:r>
              <a:rPr sz="1350" b="0">
                <a:solidFill>
                  <a:srgbClr val="FFFFFF"/>
                </a:solidFill>
                <a:latin typeface="Arial"/>
                <a:ea typeface="Arial"/>
                <a:cs typeface="Arial"/>
              </a:rPr>
              <a:t>WEST VIRGINIA UNIVERSITY</a:t>
            </a:r>
          </a:p>
        </p:txBody>
      </p:sp>
      <p:sp>
        <p:nvSpPr>
          <p:cNvPr id="5" name="Website">
            <a:extLst>
              <a:ext uri="{FF2B5EF4-FFF2-40B4-BE49-F238E27FC236}">
                <a16:creationId xmlns:a16="http://schemas.microsoft.com/office/drawing/2014/main" id="{1895C86C-2B15-4605-AD65-E205FDC66179}"/>
              </a:ext>
            </a:extLst>
          </p:cNvPr>
          <p:cNvSpPr>
            <a:spLocks noGrp="1"/>
          </p:cNvSpPr>
          <p:nvPr/>
        </p:nvSpPr>
        <p:spPr>
          <a:xfrm>
            <a:off x="457200" y="6372225"/>
            <a:ext cx="4095750" cy="285750"/>
          </a:xfrm>
          <a:prstGeom prst="rect">
            <a:avLst/>
          </a:prstGeom>
          <a:noFill/>
          <a:ln w="0">
            <a:noFill/>
          </a:ln>
        </p:spPr>
        <p:txBody>
          <a:bodyPr lIns="0" tIns="0" rIns="0" bIns="0">
            <a:noAutofit/>
          </a:bodyPr>
          <a:lstStyle/>
          <a:p>
            <a:pPr algn="l">
              <a:defRPr sz="1200" b="0">
                <a:solidFill>
                  <a:srgbClr val="454545"/>
                </a:solidFill>
                <a:latin typeface="Arial"/>
                <a:ea typeface="Arial"/>
                <a:cs typeface="Arial"/>
              </a:defRPr>
            </a:pPr>
            <a:r>
              <a:rPr sz="1200" b="0">
                <a:solidFill>
                  <a:srgbClr val="454545"/>
                </a:solidFill>
                <a:latin typeface="Arial"/>
                <a:ea typeface="Arial"/>
                <a:cs typeface="Arial"/>
              </a:rPr>
              <a:t>rail.wvu.edu/dspira</a:t>
            </a:r>
          </a:p>
        </p:txBody>
      </p:sp>
      <p:sp>
        <p:nvSpPr>
          <p:cNvPr id="6" name="Automatic slide number">
            <a:extLst>
              <a:ext uri="{FF2B5EF4-FFF2-40B4-BE49-F238E27FC236}">
                <a16:creationId xmlns:a16="http://schemas.microsoft.com/office/drawing/2014/main" id="{4AD0E30E-B026-44BD-ABE4-8BF1D7897EFE}"/>
              </a:ext>
            </a:extLst>
          </p:cNvPr>
          <p:cNvSpPr>
            <a:spLocks noGrp="1"/>
          </p:cNvSpPr>
          <p:nvPr/>
        </p:nvSpPr>
        <p:spPr>
          <a:xfrm>
            <a:off x="10953750" y="6372225"/>
            <a:ext cx="781050" cy="285750"/>
          </a:xfrm>
          <a:prstGeom prst="rect">
            <a:avLst/>
          </a:prstGeom>
          <a:noFill/>
          <a:ln w="0">
            <a:noFill/>
          </a:ln>
        </p:spPr>
        <p:txBody>
          <a:bodyPr lIns="0" tIns="0" rIns="0" bIns="0">
            <a:noAutofit/>
          </a:bodyPr>
          <a:lstStyle/>
          <a:p>
            <a:pPr algn="r">
              <a:defRPr sz="1200" b="0">
                <a:solidFill>
                  <a:srgbClr val="454545"/>
                </a:solidFill>
                <a:latin typeface="Arial"/>
                <a:ea typeface="Arial"/>
                <a:cs typeface="Arial"/>
              </a:defRPr>
            </a:pPr>
            <a:fld id="{018D423B-F0A3-4876-8334-4B6CD5BE88A3}" type="slidenum">
              <a:rPr sz="1200" b="0">
                <a:solidFill>
                  <a:srgbClr val="454545"/>
                </a:solidFill>
                <a:latin typeface="Arial"/>
                <a:ea typeface="Arial"/>
                <a:cs typeface="Arial"/>
              </a:rPr>
              <a:t>‹#›</a:t>
            </a:fld>
            <a:endParaRPr sz="1200" b="0">
              <a:solidFill>
                <a:srgbClr val="454545"/>
              </a:solidFill>
              <a:latin typeface="Arial"/>
              <a:ea typeface="Arial"/>
              <a:cs typeface="Arial"/>
            </a:endParaRP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rail.wvu.edu/dspira/assets/lessons/telescope-research/public-use-report.pdf"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esson title title 0">
            <a:extLst>
              <a:ext uri="{FF2B5EF4-FFF2-40B4-BE49-F238E27FC236}">
                <a16:creationId xmlns:a16="http://schemas.microsoft.com/office/drawing/2014/main" id="{D0D053A8-BBDF-4114-AC0C-F41E42B0FC02}"/>
              </a:ext>
            </a:extLst>
          </p:cNvPr>
          <p:cNvSpPr>
            <a:spLocks noGrp="1"/>
          </p:cNvSpPr>
          <p:nvPr>
            <p:ph type="title"/>
          </p:nvPr>
        </p:nvSpPr>
        <p:spPr>
          <a:xfrm>
            <a:off x="609600" y="1695450"/>
            <a:ext cx="10972800" cy="1333500"/>
          </a:xfrm>
          <a:prstGeom prst="rect">
            <a:avLst/>
          </a:prstGeom>
          <a:noFill/>
          <a:ln w="0">
            <a:noFill/>
          </a:ln>
        </p:spPr>
        <p:txBody>
          <a:bodyPr lIns="0" tIns="0" rIns="0" bIns="0">
            <a:noAutofit/>
          </a:bodyPr>
          <a:lstStyle/>
          <a:p>
            <a:pPr>
              <a:defRPr sz="4350" b="1">
                <a:solidFill>
                  <a:srgbClr val="002855"/>
                </a:solidFill>
                <a:latin typeface="Arial"/>
                <a:ea typeface="Arial"/>
                <a:cs typeface="Arial"/>
              </a:defRPr>
            </a:pPr>
            <a:r>
              <a:rPr lang="en-US" sz="4350" b="1">
                <a:solidFill>
                  <a:srgbClr val="002855"/>
                </a:solidFill>
                <a:latin typeface="Arial"/>
                <a:ea typeface="Arial"/>
                <a:cs typeface="Arial"/>
              </a:rPr>
              <a:t>Public-use telescope study</a:t>
            </a:r>
            <a:endParaRPr sz="4350" b="1">
              <a:solidFill>
                <a:srgbClr val="002855"/>
              </a:solidFill>
              <a:latin typeface="Arial"/>
              <a:ea typeface="Arial"/>
              <a:cs typeface="Arial"/>
            </a:endParaRPr>
          </a:p>
        </p:txBody>
      </p:sp>
      <p:sp>
        <p:nvSpPr>
          <p:cNvPr id="2" name="Lesson title subtitle 1">
            <a:extLst>
              <a:ext uri="{FF2B5EF4-FFF2-40B4-BE49-F238E27FC236}">
                <a16:creationId xmlns:a16="http://schemas.microsoft.com/office/drawing/2014/main" id="{ACBDC2AF-F434-4371-8E2A-17CCF7344C50}"/>
              </a:ext>
            </a:extLst>
          </p:cNvPr>
          <p:cNvSpPr>
            <a:spLocks noGrp="1"/>
          </p:cNvSpPr>
          <p:nvPr>
            <p:ph type="subTitle" idx="1"/>
          </p:nvPr>
        </p:nvSpPr>
        <p:spPr>
          <a:xfrm>
            <a:off x="609600" y="3219450"/>
            <a:ext cx="10668000" cy="857250"/>
          </a:xfrm>
          <a:prstGeom prst="rect">
            <a:avLst/>
          </a:prstGeom>
          <a:noFill/>
          <a:ln w="0">
            <a:noFill/>
          </a:ln>
        </p:spPr>
        <p:txBody>
          <a:bodyPr lIns="0" tIns="0" rIns="0" bIns="0">
            <a:noAutofit/>
          </a:bodyPr>
          <a:lstStyle/>
          <a:p>
            <a:pPr>
              <a:defRPr sz="2250" b="0">
                <a:solidFill>
                  <a:srgbClr val="222222"/>
                </a:solidFill>
                <a:latin typeface="Arial"/>
                <a:ea typeface="Arial"/>
                <a:cs typeface="Arial"/>
              </a:defRPr>
            </a:pPr>
            <a:r>
              <a:rPr lang="en-US" sz="2250" b="0">
                <a:solidFill>
                  <a:srgbClr val="222222"/>
                </a:solidFill>
                <a:latin typeface="Arial"/>
                <a:ea typeface="Arial"/>
                <a:cs typeface="Arial"/>
              </a:rPr>
              <a:t>The poster has been retired. Its text, figures, and credits are preserved in the formatted research report.</a:t>
            </a:r>
            <a:endParaRPr sz="2250" b="0">
              <a:solidFill>
                <a:srgbClr val="222222"/>
              </a:solidFill>
              <a:latin typeface="Arial"/>
              <a:ea typeface="Arial"/>
              <a:cs typeface="Arial"/>
            </a:endParaRPr>
          </a:p>
        </p:txBody>
      </p:sp>
      <p:sp>
        <p:nvSpPr>
          <p:cNvPr id="3" name="Lesson title body 2">
            <a:extLst>
              <a:ext uri="{FF2B5EF4-FFF2-40B4-BE49-F238E27FC236}">
                <a16:creationId xmlns:a16="http://schemas.microsoft.com/office/drawing/2014/main" id="{D8956F49-2416-4C96-921B-614B43DC6BB2}"/>
              </a:ext>
            </a:extLst>
          </p:cNvPr>
          <p:cNvSpPr>
            <a:spLocks noGrp="1"/>
          </p:cNvSpPr>
          <p:nvPr>
            <p:ph type="body" idx="2"/>
          </p:nvPr>
        </p:nvSpPr>
        <p:spPr>
          <a:xfrm>
            <a:off x="609600" y="4591050"/>
            <a:ext cx="10572750" cy="1028700"/>
          </a:xfrm>
          <a:prstGeom prst="rect">
            <a:avLst/>
          </a:prstGeom>
          <a:noFill/>
          <a:ln w="0">
            <a:noFill/>
          </a:ln>
        </p:spPr>
        <p:txBody>
          <a:bodyPr lIns="0" tIns="0" rIns="0" bIns="0">
            <a:noAutofit/>
          </a:bodyPr>
          <a:lstStyle/>
          <a:p>
            <a:pPr>
              <a:defRPr sz="1800" b="0">
                <a:solidFill>
                  <a:srgbClr val="222222"/>
                </a:solidFill>
                <a:latin typeface="Arial"/>
                <a:ea typeface="Arial"/>
                <a:cs typeface="Arial"/>
              </a:defRPr>
            </a:pPr>
            <a:r>
              <a:rPr lang="en-US" sz="1800" b="0">
                <a:solidFill>
                  <a:srgbClr val="222222"/>
                </a:solidFill>
                <a:latin typeface="Arial"/>
                <a:ea typeface="Arial"/>
                <a:cs typeface="Arial"/>
              </a:rPr>
              <a:t>Victoria Blanton and DJ Pisano</a:t>
            </a:r>
            <a:endParaRPr sz="1800" b="0">
              <a:solidFill>
                <a:srgbClr val="222222"/>
              </a:solidFill>
              <a:latin typeface="Arial"/>
              <a:ea typeface="Arial"/>
              <a:cs typeface="Arial"/>
            </a:endParaRPr>
          </a:p>
        </p:txBody>
      </p:sp>
      <p:sp>
        <p:nvSpPr>
          <p:cNvPr id="5" name="TextBox 4">
            <a:hlinkClick r:id="rId3"/>
            <a:extLst>
              <a:ext uri="{FF2B5EF4-FFF2-40B4-BE49-F238E27FC236}">
                <a16:creationId xmlns:a16="http://schemas.microsoft.com/office/drawing/2014/main" id="{A5303153-FA2C-D49A-A164-E86526E2502B}"/>
              </a:ext>
            </a:extLst>
          </p:cNvPr>
          <p:cNvSpPr txBox="1"/>
          <p:nvPr/>
        </p:nvSpPr>
        <p:spPr>
          <a:xfrm>
            <a:off x="609600" y="5461000"/>
            <a:ext cx="10972800" cy="430887"/>
          </a:xfrm>
          <a:prstGeom prst="rect">
            <a:avLst/>
          </a:prstGeom>
          <a:noFill/>
        </p:spPr>
        <p:txBody>
          <a:bodyPr vert="horz" rtlCol="0">
            <a:spAutoFit/>
          </a:bodyPr>
          <a:lstStyle/>
          <a:p>
            <a:r>
              <a:rPr lang="en-US" sz="2200">
                <a:latin typeface="Arial" panose="020B0604020202020204" pitchFamily="34" charset="0"/>
              </a:rPr>
              <a:t>Read the research report</a:t>
            </a:r>
          </a:p>
        </p:txBody>
      </p:sp>
    </p:spTree>
    <p:extLst>
      <p:ext uri="{BB962C8B-B14F-4D97-AF65-F5344CB8AC3E}">
        <p14:creationId xmlns:p14="http://schemas.microsoft.com/office/powerpoint/2010/main" val="75440167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s-ready.pptx" id="{6D5A5D80-B59F-47FE-A006-FBFC2926142F}" vid="{69CEE3E8-36C9-43B0-A0FB-27FA92D72A34}"/>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wvu-dspira-presentation-template</Template>
  <TotalTime>0</TotalTime>
  <Words>107</Words>
  <Application>Microsoft Office PowerPoint</Application>
  <DocSecurity>0</DocSecurity>
  <PresentationFormat>Widescreen</PresentationFormat>
  <Paragraphs>5</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ChatGPT</vt:lpstr>
      <vt:lpstr>Public-use telescope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Dylan Gormley</dc:creator>
  <cp:lastModifiedBy>Dylan Gormley</cp:lastModifiedBy>
  <cp:revision>1</cp:revision>
  <dcterms:created xsi:type="dcterms:W3CDTF">2026-09-27T00:21:50Z</dcterms:created>
  <dcterms:modified xsi:type="dcterms:W3CDTF">2026-09-27T00:21:50Z</dcterms:modified>
</cp:coreProperties>
</file>